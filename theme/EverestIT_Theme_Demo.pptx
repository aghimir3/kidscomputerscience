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80C18"/>
              </a:gs>
              <a:gs pos="50000">
                <a:srgbClr val="0A1228"/>
              </a:gs>
              <a:gs pos="100000">
                <a:srgbClr val="050A19"/>
              </a:gs>
            </a:gsLst>
            <a:lin ang="16200000" scaled="1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solidFill>
            <a:srgbClr val="00F0FF">
              <a:alpha val="4000"/>
            </a:srgbClr>
          </a:solidFill>
          <a:xfrm>
            <a:off x="-274320" y="-274320"/>
            <a:ext cx="1828800" cy="1828800"/>
          </a:xfrm>
          <a:prstGeom prst="hexagon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solidFill>
            <a:srgbClr val="A050FF">
              <a:alpha val="3000"/>
            </a:srgbClr>
          </a:solidFill>
          <a:xfrm>
            <a:off x="10515600" y="5303520"/>
            <a:ext cx="2286000" cy="2286000"/>
          </a:xfrm>
          <a:prstGeom prst="hexagon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solidFill>
            <a:srgbClr val="3C8CFF">
              <a:alpha val="3000"/>
            </a:srgbClr>
          </a:solidFill>
          <a:xfrm>
            <a:off x="10972800" y="-457200"/>
            <a:ext cx="1645920" cy="1645920"/>
          </a:xfrm>
          <a:prstGeom prst="hexagon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solidFill>
            <a:srgbClr val="00FF8C">
              <a:alpha val="2500"/>
            </a:srgbClr>
          </a:solidFill>
          <a:xfrm>
            <a:off x="5029200" y="5943600"/>
            <a:ext cx="914400" cy="914400"/>
          </a:xfrm>
          <a:prstGeom prst="hexagon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74320"/>
            <a:ext cx="731520" cy="27432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50800">
              <a:srgbClr val="00F0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74320"/>
            <a:ext cx="27432" cy="731520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50800">
              <a:srgbClr val="00F0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83111" y="274320"/>
            <a:ext cx="731520" cy="27432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50800">
              <a:srgbClr val="00F0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7200" y="274320"/>
            <a:ext cx="27432" cy="731520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50800">
              <a:srgbClr val="00F0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6556248"/>
            <a:ext cx="731520" cy="27432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50800">
              <a:srgbClr val="00F0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5852160"/>
            <a:ext cx="27432" cy="731520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50800">
              <a:srgbClr val="00F0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83111" y="6556248"/>
            <a:ext cx="731520" cy="27432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50800">
              <a:srgbClr val="00F0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5852160"/>
            <a:ext cx="27432" cy="731520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50800">
              <a:srgbClr val="00F0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solidFill>
            <a:srgbClr val="00F0FF">
              <a:alpha val="6000"/>
            </a:srgbClr>
          </a:solidFill>
          <a:xfrm>
            <a:off x="1645920" y="2011680"/>
            <a:ext cx="8897112" cy="2377440"/>
          </a:xfrm>
          <a:prstGeom prst="roundRect">
            <a:avLst/>
          </a:prstGeom>
          <a:ln w="19050">
            <a:solidFill>
              <a:srgbClr val="00F0FF"/>
            </a:solidFill>
          </a:ln>
          <a:effectLst>
            <a:glow rad="76200">
              <a:srgbClr val="00F0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2286000"/>
            <a:ext cx="8897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 Semibold"/>
              </a:defRPr>
            </a:pPr>
            <a:r>
              <a:t>EverestIT Class Theme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291840"/>
            <a:ext cx="8897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F0FF"/>
                </a:solidFill>
                <a:latin typeface="Segoe UI"/>
              </a:defRPr>
            </a:pPr>
            <a:r>
              <a:t>Futuristic Edition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754880"/>
            <a:ext cx="12188952" cy="27432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76200">
              <a:srgbClr val="00F0FF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5120640"/>
            <a:ext cx="8897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88296"/>
                </a:solidFill>
                <a:latin typeface="Segoe UI"/>
              </a:defRPr>
            </a:pPr>
            <a:r>
              <a:t>Kids Computer Science Class  |  EverestIT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xfrm>
            <a:off x="0" y="0"/>
            <a:ext cx="12188952" cy="118872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76200">
              <a:srgbClr val="00F0FF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 Semibold"/>
              </a:defRPr>
            </a:pPr>
            <a:r>
              <a:t>Today's Journey</a:t>
            </a:r>
          </a:p>
        </p:txBody>
      </p:sp>
      <p:sp>
        <p:nvSpPr>
          <p:cNvPr id="6" name="Oval 5"/>
          <p:cNvSpPr/>
          <p:nvPr/>
        </p:nvSpPr>
        <p:spPr>
          <a:solidFill>
            <a:srgbClr val="00F0FF">
              <a:alpha val="20000"/>
            </a:srgbClr>
          </a:solidFill>
          <a:xfrm>
            <a:off x="731520" y="1572768"/>
            <a:ext cx="438912" cy="438912"/>
          </a:xfrm>
          <a:prstGeom prst="ellipse">
            <a:avLst/>
          </a:prstGeom>
          <a:ln w="19050">
            <a:solidFill>
              <a:srgbClr val="00F0FF"/>
            </a:solidFill>
          </a:ln>
          <a:effectLst>
            <a:glow rad="63500">
              <a:srgbClr val="00F0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0F0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002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EBF5"/>
                </a:solidFill>
                <a:latin typeface="Segoe UI"/>
              </a:defRPr>
            </a:pPr>
            <a:r>
              <a:t>Dark Gradient Backgrounds</a:t>
            </a:r>
          </a:p>
        </p:txBody>
      </p:sp>
      <p:sp>
        <p:nvSpPr>
          <p:cNvPr id="8" name="Oval 7"/>
          <p:cNvSpPr/>
          <p:nvPr/>
        </p:nvSpPr>
        <p:spPr>
          <a:solidFill>
            <a:srgbClr val="A050FF">
              <a:alpha val="20000"/>
            </a:srgbClr>
          </a:solidFill>
          <a:xfrm>
            <a:off x="731520" y="2286000"/>
            <a:ext cx="438912" cy="438912"/>
          </a:xfrm>
          <a:prstGeom prst="ellipse">
            <a:avLst/>
          </a:prstGeom>
          <a:ln w="19050">
            <a:solidFill>
              <a:srgbClr val="A050FF"/>
            </a:solidFill>
          </a:ln>
          <a:effectLst>
            <a:glow rad="63500">
              <a:srgbClr val="A050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A050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343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EBF5"/>
                </a:solidFill>
                <a:latin typeface="Segoe UI"/>
              </a:defRPr>
            </a:pPr>
            <a:r>
              <a:t>Neon Glow Effects</a:t>
            </a:r>
          </a:p>
        </p:txBody>
      </p:sp>
      <p:sp>
        <p:nvSpPr>
          <p:cNvPr id="10" name="Oval 9"/>
          <p:cNvSpPr/>
          <p:nvPr/>
        </p:nvSpPr>
        <p:spPr>
          <a:solidFill>
            <a:srgbClr val="00FF8C">
              <a:alpha val="20000"/>
            </a:srgbClr>
          </a:solidFill>
          <a:xfrm>
            <a:off x="731520" y="2999232"/>
            <a:ext cx="438912" cy="438912"/>
          </a:xfrm>
          <a:prstGeom prst="ellipse">
            <a:avLst/>
          </a:prstGeom>
          <a:ln w="19050">
            <a:solidFill>
              <a:srgbClr val="00FF8C"/>
            </a:solidFill>
          </a:ln>
          <a:effectLst>
            <a:glow rad="63500">
              <a:srgbClr val="00FF8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0FF8C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2666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EBF5"/>
                </a:solidFill>
                <a:latin typeface="Segoe UI"/>
              </a:defRPr>
            </a:pPr>
            <a:r>
              <a:t>Glass Content Cards</a:t>
            </a:r>
          </a:p>
        </p:txBody>
      </p:sp>
      <p:sp>
        <p:nvSpPr>
          <p:cNvPr id="12" name="Oval 11"/>
          <p:cNvSpPr/>
          <p:nvPr/>
        </p:nvSpPr>
        <p:spPr>
          <a:solidFill>
            <a:srgbClr val="FFA014">
              <a:alpha val="20000"/>
            </a:srgbClr>
          </a:solidFill>
          <a:xfrm>
            <a:off x="731520" y="3712464"/>
            <a:ext cx="438912" cy="438912"/>
          </a:xfrm>
          <a:prstGeom prst="ellipse">
            <a:avLst/>
          </a:prstGeom>
          <a:ln w="19050">
            <a:solidFill>
              <a:srgbClr val="FFA014"/>
            </a:solidFill>
          </a:ln>
          <a:effectLst>
            <a:glow rad="63500">
              <a:srgbClr val="FFA014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A014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73989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EBF5"/>
                </a:solidFill>
                <a:latin typeface="Segoe UI"/>
              </a:defRPr>
            </a:pPr>
            <a:r>
              <a:t>Glowing Stat Badges</a:t>
            </a:r>
          </a:p>
        </p:txBody>
      </p:sp>
      <p:sp>
        <p:nvSpPr>
          <p:cNvPr id="14" name="Oval 13"/>
          <p:cNvSpPr/>
          <p:nvPr/>
        </p:nvSpPr>
        <p:spPr>
          <a:solidFill>
            <a:srgbClr val="FF32B4">
              <a:alpha val="20000"/>
            </a:srgbClr>
          </a:solidFill>
          <a:xfrm>
            <a:off x="731520" y="4425696"/>
            <a:ext cx="438912" cy="438912"/>
          </a:xfrm>
          <a:prstGeom prst="ellipse">
            <a:avLst/>
          </a:prstGeom>
          <a:ln w="19050">
            <a:solidFill>
              <a:srgbClr val="FF32B4"/>
            </a:solidFill>
          </a:ln>
          <a:effectLst>
            <a:glow rad="63500">
              <a:srgbClr val="FF32B4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32B4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45312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EBF5"/>
                </a:solidFill>
                <a:latin typeface="Segoe UI"/>
              </a:defRPr>
            </a:pPr>
            <a:r>
              <a:t>Corner Accents &amp; Hexagons</a:t>
            </a:r>
          </a:p>
        </p:txBody>
      </p:sp>
      <p:sp>
        <p:nvSpPr>
          <p:cNvPr id="16" name="Oval 15"/>
          <p:cNvSpPr/>
          <p:nvPr/>
        </p:nvSpPr>
        <p:spPr>
          <a:solidFill>
            <a:srgbClr val="3C8CFF">
              <a:alpha val="20000"/>
            </a:srgbClr>
          </a:solidFill>
          <a:xfrm>
            <a:off x="731520" y="5138928"/>
            <a:ext cx="438912" cy="438912"/>
          </a:xfrm>
          <a:prstGeom prst="ellipse">
            <a:avLst/>
          </a:prstGeom>
          <a:ln w="19050">
            <a:solidFill>
              <a:srgbClr val="3C8CFF"/>
            </a:solidFill>
          </a:ln>
          <a:effectLst>
            <a:glow rad="63500">
              <a:srgbClr val="3C8C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3C8CFF"/>
                </a:solidFill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1663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6EBF5"/>
                </a:solidFill>
                <a:latin typeface="Segoe UI"/>
              </a:defRPr>
            </a:pPr>
            <a:r>
              <a:t>Neon Bottom Bars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xfrm>
            <a:off x="0" y="0"/>
            <a:ext cx="12188952" cy="118872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76200">
              <a:srgbClr val="00F0FF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 Semibold"/>
              </a:defRPr>
            </a:pPr>
            <a:r>
              <a:t>Content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F0FF"/>
                </a:solidFill>
                <a:latin typeface="Segoe UI"/>
              </a:defRPr>
            </a:pPr>
            <a:r>
              <a:t>Dark glass cards with neon accents</a:t>
            </a:r>
          </a:p>
        </p:txBody>
      </p:sp>
      <p:sp>
        <p:nvSpPr>
          <p:cNvPr id="7" name="Rounded Rectangle 6"/>
          <p:cNvSpPr/>
          <p:nvPr/>
        </p:nvSpPr>
        <p:spPr>
          <a:solidFill>
            <a:srgbClr val="121A32">
              <a:alpha val="70000"/>
            </a:srgbClr>
          </a:solidFill>
          <a:xfrm>
            <a:off x="365760" y="1508760"/>
            <a:ext cx="5577840" cy="2103120"/>
          </a:xfrm>
          <a:prstGeom prst="roundRect">
            <a:avLst/>
          </a:prstGeom>
          <a:ln w="12700">
            <a:noFill/>
          </a:ln>
          <a:effectLst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527048"/>
            <a:ext cx="5541264" cy="54864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50800">
              <a:srgbClr val="00F0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733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0FF"/>
                </a:solidFill>
                <a:latin typeface="Segoe UI"/>
              </a:defRPr>
            </a:pPr>
            <a:r>
              <a:t>What is AI?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BF5"/>
                </a:solidFill>
                <a:latin typeface="Segoe UI"/>
              </a:defRPr>
            </a:pPr>
            <a:r>
              <a:t>Artificial Intelligence simulates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134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BF5"/>
                </a:solidFill>
                <a:latin typeface="Segoe UI"/>
              </a:defRPr>
            </a:pPr>
            <a:r>
              <a:t>human thinking in machines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6946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BF5"/>
                </a:solidFill>
                <a:latin typeface="Segoe UI"/>
              </a:defRPr>
            </a:pPr>
            <a:r>
              <a:t>Learning, reasoning, deciding</a:t>
            </a:r>
          </a:p>
        </p:txBody>
      </p:sp>
      <p:sp>
        <p:nvSpPr>
          <p:cNvPr id="13" name="Rounded Rectangle 12"/>
          <p:cNvSpPr/>
          <p:nvPr/>
        </p:nvSpPr>
        <p:spPr>
          <a:solidFill>
            <a:srgbClr val="121A32">
              <a:alpha val="70000"/>
            </a:srgbClr>
          </a:solidFill>
          <a:xfrm>
            <a:off x="6309360" y="1508760"/>
            <a:ext cx="5577840" cy="2103120"/>
          </a:xfrm>
          <a:prstGeom prst="roundRect">
            <a:avLst/>
          </a:prstGeom>
          <a:ln w="12700">
            <a:noFill/>
          </a:ln>
          <a:effectLst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7648" y="1527048"/>
            <a:ext cx="5541264" cy="54864"/>
          </a:xfrm>
          <a:prstGeom prst="rect">
            <a:avLst/>
          </a:prstGeom>
          <a:solidFill>
            <a:srgbClr val="00FF8C"/>
          </a:solidFill>
          <a:ln>
            <a:noFill/>
          </a:ln>
          <a:effectLst>
            <a:glow rad="50800">
              <a:srgbClr val="00FF8C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733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C"/>
                </a:solidFill>
                <a:latin typeface="Segoe UI"/>
              </a:defRPr>
            </a:pPr>
            <a: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BF5"/>
                </a:solidFill>
                <a:latin typeface="Segoe UI"/>
              </a:defRPr>
            </a:pPr>
            <a:r>
              <a:t>AI is changing every industry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134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BF5"/>
                </a:solidFill>
                <a:latin typeface="Segoe UI"/>
              </a:defRPr>
            </a:pPr>
            <a:r>
              <a:t>Understanding it is essential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6946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BF5"/>
                </a:solidFill>
                <a:latin typeface="Segoe UI"/>
              </a:defRPr>
            </a:pPr>
            <a:r>
              <a:t>It's a tool, not magic</a:t>
            </a:r>
          </a:p>
        </p:txBody>
      </p:sp>
      <p:sp>
        <p:nvSpPr>
          <p:cNvPr id="19" name="Rounded Rectangle 18"/>
          <p:cNvSpPr/>
          <p:nvPr/>
        </p:nvSpPr>
        <p:spPr>
          <a:solidFill>
            <a:srgbClr val="121A32">
              <a:alpha val="70000"/>
            </a:srgbClr>
          </a:solidFill>
          <a:xfrm>
            <a:off x="365760" y="3931920"/>
            <a:ext cx="5577840" cy="2103120"/>
          </a:xfrm>
          <a:prstGeom prst="roundRect">
            <a:avLst/>
          </a:prstGeom>
          <a:ln w="12700">
            <a:noFill/>
          </a:ln>
          <a:effectLst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3950208"/>
            <a:ext cx="5541264" cy="54864"/>
          </a:xfrm>
          <a:prstGeom prst="rect">
            <a:avLst/>
          </a:prstGeom>
          <a:solidFill>
            <a:srgbClr val="A050FF"/>
          </a:solidFill>
          <a:ln>
            <a:noFill/>
          </a:ln>
          <a:effectLst>
            <a:glow rad="50800">
              <a:srgbClr val="A050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965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50FF"/>
                </a:solidFill>
                <a:latin typeface="Segoe UI"/>
              </a:defRPr>
            </a:pPr>
            <a:r>
              <a:t>Key Vocabulary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80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BF5"/>
                </a:solidFill>
                <a:latin typeface="Segoe UI"/>
              </a:defRPr>
            </a:pPr>
            <a:r>
              <a:t>LLM = Large Language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3659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BF5"/>
                </a:solidFill>
                <a:latin typeface="Segoe UI"/>
              </a:defRPr>
            </a:pPr>
            <a:r>
              <a:t>Prompt = your instruction to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926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BF5"/>
                </a:solidFill>
                <a:latin typeface="Segoe UI"/>
              </a:defRPr>
            </a:pPr>
            <a:r>
              <a:t>Token = smallest text unit</a:t>
            </a:r>
          </a:p>
        </p:txBody>
      </p:sp>
      <p:sp>
        <p:nvSpPr>
          <p:cNvPr id="25" name="Rounded Rectangle 24"/>
          <p:cNvSpPr/>
          <p:nvPr/>
        </p:nvSpPr>
        <p:spPr>
          <a:solidFill>
            <a:srgbClr val="121A32">
              <a:alpha val="70000"/>
            </a:srgbClr>
          </a:solidFill>
          <a:xfrm>
            <a:off x="6309360" y="3931920"/>
            <a:ext cx="5577840" cy="2103120"/>
          </a:xfrm>
          <a:prstGeom prst="roundRect">
            <a:avLst/>
          </a:prstGeom>
          <a:ln w="12700">
            <a:noFill/>
          </a:ln>
          <a:effectLst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27648" y="3950208"/>
            <a:ext cx="5541264" cy="54864"/>
          </a:xfrm>
          <a:prstGeom prst="rect">
            <a:avLst/>
          </a:prstGeom>
          <a:solidFill>
            <a:srgbClr val="FFA014"/>
          </a:solidFill>
          <a:ln>
            <a:noFill/>
          </a:ln>
          <a:effectLst>
            <a:glow rad="50800">
              <a:srgbClr val="FFA014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0965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014"/>
                </a:solidFill>
                <a:latin typeface="Segoe UI"/>
              </a:defRPr>
            </a:pPr>
            <a:r>
              <a:t>Safety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80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BF5"/>
                </a:solidFill>
                <a:latin typeface="Segoe UI"/>
              </a:defRPr>
            </a:pPr>
            <a:r>
              <a:t>Never share personal info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73659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BF5"/>
                </a:solidFill>
                <a:latin typeface="Segoe UI"/>
              </a:defRPr>
            </a:pPr>
            <a:r>
              <a:t>Always fact-check AI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9926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BF5"/>
                </a:solidFill>
                <a:latin typeface="Segoe UI"/>
              </a:defRPr>
            </a:pPr>
            <a:r>
              <a:t>Use AI honestly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xfrm>
            <a:off x="0" y="0"/>
            <a:ext cx="12188952" cy="118872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76200">
              <a:srgbClr val="00F0FF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 Semibold"/>
              </a:defRPr>
            </a:pPr>
            <a:r>
              <a:t>Neon Boxes &amp; Glass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F0FF"/>
                </a:solidFill>
                <a:latin typeface="Segoe UI"/>
              </a:defRPr>
            </a:pPr>
            <a:r>
              <a:t>Glowing borders on transparent backgrounds</a:t>
            </a:r>
          </a:p>
        </p:txBody>
      </p:sp>
      <p:sp>
        <p:nvSpPr>
          <p:cNvPr id="7" name="Rounded Rectangle 6"/>
          <p:cNvSpPr/>
          <p:nvPr/>
        </p:nvSpPr>
        <p:spPr>
          <a:solidFill>
            <a:srgbClr val="00F0FF">
              <a:alpha val="8000"/>
            </a:srgbClr>
          </a:solidFill>
          <a:xfrm>
            <a:off x="457200" y="1554480"/>
            <a:ext cx="3474720" cy="1645920"/>
          </a:xfrm>
          <a:prstGeom prst="roundRect">
            <a:avLst/>
          </a:prstGeom>
          <a:ln w="19050">
            <a:solidFill>
              <a:srgbClr val="00F0FF"/>
            </a:solidFill>
          </a:ln>
          <a:effectLst>
            <a:glow rad="76200">
              <a:srgbClr val="00F0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Cyan Neon</a:t>
            </a:r>
          </a:p>
        </p:txBody>
      </p:sp>
      <p:sp>
        <p:nvSpPr>
          <p:cNvPr id="8" name="Rounded Rectangle 7"/>
          <p:cNvSpPr/>
          <p:nvPr/>
        </p:nvSpPr>
        <p:spPr>
          <a:solidFill>
            <a:srgbClr val="A050FF">
              <a:alpha val="8000"/>
            </a:srgbClr>
          </a:solidFill>
          <a:xfrm>
            <a:off x="4297680" y="1554480"/>
            <a:ext cx="3474720" cy="1645920"/>
          </a:xfrm>
          <a:prstGeom prst="roundRect">
            <a:avLst/>
          </a:prstGeom>
          <a:ln w="19050">
            <a:solidFill>
              <a:srgbClr val="A050FF"/>
            </a:solidFill>
          </a:ln>
          <a:effectLst>
            <a:glow rad="76200">
              <a:srgbClr val="A050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Purple Neon</a:t>
            </a:r>
          </a:p>
        </p:txBody>
      </p:sp>
      <p:sp>
        <p:nvSpPr>
          <p:cNvPr id="9" name="Rounded Rectangle 8"/>
          <p:cNvSpPr/>
          <p:nvPr/>
        </p:nvSpPr>
        <p:spPr>
          <a:solidFill>
            <a:srgbClr val="00FF8C">
              <a:alpha val="8000"/>
            </a:srgbClr>
          </a:solidFill>
          <a:xfrm>
            <a:off x="8138160" y="1554480"/>
            <a:ext cx="3474720" cy="1645920"/>
          </a:xfrm>
          <a:prstGeom prst="roundRect">
            <a:avLst/>
          </a:prstGeom>
          <a:ln w="19050">
            <a:solidFill>
              <a:srgbClr val="00FF8C"/>
            </a:solidFill>
          </a:ln>
          <a:effectLst>
            <a:glow rad="76200">
              <a:srgbClr val="00FF8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Green Neon</a:t>
            </a:r>
          </a:p>
        </p:txBody>
      </p:sp>
      <p:sp>
        <p:nvSpPr>
          <p:cNvPr id="10" name="Rounded Rectangle 9"/>
          <p:cNvSpPr/>
          <p:nvPr/>
        </p:nvSpPr>
        <p:spPr>
          <a:gradFill rotWithShape="1">
            <a:gsLst>
              <a:gs pos="0">
                <a:srgbClr val="1EA0B4"/>
              </a:gs>
              <a:gs pos="100000">
                <a:srgbClr val="643CAA"/>
              </a:gs>
            </a:gsLst>
            <a:lin ang="16200000" scaled="1"/>
          </a:gradFill>
          <a:xfrm>
            <a:off x="457200" y="3566160"/>
            <a:ext cx="3474720" cy="1645920"/>
          </a:xfrm>
          <a:prstGeom prst="roundRect">
            <a:avLst/>
          </a:prstGeom>
          <a:ln>
            <a:noFill/>
          </a:ln>
          <a:effectLst>
            <a:glow rad="101600">
              <a:srgbClr val="00F0FF">
                <a:alpha val="40000"/>
              </a:srgbClr>
            </a:glow>
            <a:outerShdw blurRad="76200" dist="0" dir="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Cyan-Purple</a:t>
            </a:r>
          </a:p>
        </p:txBody>
      </p:sp>
      <p:sp>
        <p:nvSpPr>
          <p:cNvPr id="11" name="Rounded Rectangle 10"/>
          <p:cNvSpPr/>
          <p:nvPr/>
        </p:nvSpPr>
        <p:spPr>
          <a:gradFill rotWithShape="1">
            <a:gsLst>
              <a:gs pos="0">
                <a:srgbClr val="1EA064"/>
              </a:gs>
              <a:gs pos="100000">
                <a:srgbClr val="1EA0B4"/>
              </a:gs>
            </a:gsLst>
            <a:lin ang="16200000" scaled="1"/>
          </a:gradFill>
          <a:xfrm>
            <a:off x="4297680" y="3566160"/>
            <a:ext cx="3474720" cy="1645920"/>
          </a:xfrm>
          <a:prstGeom prst="roundRect">
            <a:avLst/>
          </a:prstGeom>
          <a:ln>
            <a:noFill/>
          </a:ln>
          <a:effectLst>
            <a:glow rad="101600">
              <a:srgbClr val="00FF8C">
                <a:alpha val="40000"/>
              </a:srgbClr>
            </a:glow>
            <a:outerShdw blurRad="76200" dist="0" dir="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Green-Cyan</a:t>
            </a:r>
          </a:p>
        </p:txBody>
      </p:sp>
      <p:sp>
        <p:nvSpPr>
          <p:cNvPr id="12" name="Rounded Rectangle 11"/>
          <p:cNvSpPr/>
          <p:nvPr/>
        </p:nvSpPr>
        <p:spPr>
          <a:gradFill rotWithShape="1">
            <a:gsLst>
              <a:gs pos="0">
                <a:srgbClr val="C87814"/>
              </a:gs>
              <a:gs pos="100000">
                <a:srgbClr val="AA3282"/>
              </a:gs>
            </a:gsLst>
            <a:lin ang="16200000" scaled="1"/>
          </a:gradFill>
          <a:xfrm>
            <a:off x="8138160" y="3566160"/>
            <a:ext cx="3474720" cy="1645920"/>
          </a:xfrm>
          <a:prstGeom prst="roundRect">
            <a:avLst/>
          </a:prstGeom>
          <a:ln>
            <a:noFill/>
          </a:ln>
          <a:effectLst>
            <a:glow rad="101600">
              <a:srgbClr val="FFA014">
                <a:alpha val="40000"/>
              </a:srgbClr>
            </a:glow>
            <a:outerShdw blurRad="76200" dist="0" dir="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Orange-Magenta</a:t>
            </a:r>
          </a:p>
        </p:txBody>
      </p:sp>
      <p:sp>
        <p:nvSpPr>
          <p:cNvPr id="13" name="Rounded Rectangle 12"/>
          <p:cNvSpPr/>
          <p:nvPr/>
        </p:nvSpPr>
        <p:spPr>
          <a:solidFill>
            <a:srgbClr val="00F0FF">
              <a:alpha val="10000"/>
            </a:srgbClr>
          </a:solidFill>
          <a:xfrm>
            <a:off x="457200" y="5943600"/>
            <a:ext cx="11274552" cy="640080"/>
          </a:xfrm>
          <a:prstGeom prst="roundRect">
            <a:avLst/>
          </a:prstGeom>
          <a:ln w="19050">
            <a:solidFill>
              <a:srgbClr val="00F0FF"/>
            </a:solidFill>
          </a:ln>
          <a:effectLst>
            <a:glow rad="76200">
              <a:srgbClr val="00F0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Neon glow is achieved using colored outer glow XML effects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xfrm>
            <a:off x="0" y="0"/>
            <a:ext cx="12188952" cy="118872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76200">
              <a:srgbClr val="00F0FF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 Semibold"/>
              </a:defRPr>
            </a:pPr>
            <a:r>
              <a:t>Stats &amp; Comparisons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F0FF"/>
                </a:solidFill>
                <a:latin typeface="Segoe UI"/>
              </a:defRPr>
            </a:pPr>
            <a:r>
              <a:t>Neon badges and split layouts</a:t>
            </a:r>
          </a:p>
        </p:txBody>
      </p:sp>
      <p:sp>
        <p:nvSpPr>
          <p:cNvPr id="7" name="Rounded Rectangle 6"/>
          <p:cNvSpPr/>
          <p:nvPr/>
        </p:nvSpPr>
        <p:spPr>
          <a:solidFill>
            <a:srgbClr val="00F0FF">
              <a:alpha val="10000"/>
            </a:srgbClr>
          </a:solidFill>
          <a:xfrm>
            <a:off x="365760" y="1554480"/>
            <a:ext cx="2560320" cy="1463040"/>
          </a:xfrm>
          <a:prstGeom prst="roundRect">
            <a:avLst/>
          </a:prstGeom>
          <a:ln w="19050">
            <a:solidFill>
              <a:srgbClr val="00F0FF"/>
            </a:solidFill>
          </a:ln>
          <a:effectLst>
            <a:glow rad="101600">
              <a:srgbClr val="00F0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64208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F0FF"/>
                </a:solidFill>
                <a:latin typeface="Segoe UI Semibold"/>
              </a:defRPr>
            </a:pPr>
            <a:r>
              <a:t>88%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ED2"/>
                </a:solidFill>
                <a:latin typeface="Segoe UI"/>
              </a:defRPr>
            </a:pPr>
            <a:r>
              <a:t>of enterprises use AI</a:t>
            </a:r>
          </a:p>
        </p:txBody>
      </p:sp>
      <p:sp>
        <p:nvSpPr>
          <p:cNvPr id="10" name="Rounded Rectangle 9"/>
          <p:cNvSpPr/>
          <p:nvPr/>
        </p:nvSpPr>
        <p:spPr>
          <a:solidFill>
            <a:srgbClr val="A050FF">
              <a:alpha val="10000"/>
            </a:srgbClr>
          </a:solidFill>
          <a:xfrm>
            <a:off x="3291840" y="1554480"/>
            <a:ext cx="2560320" cy="1463040"/>
          </a:xfrm>
          <a:prstGeom prst="roundRect">
            <a:avLst/>
          </a:prstGeom>
          <a:ln w="19050">
            <a:solidFill>
              <a:srgbClr val="A050FF"/>
            </a:solidFill>
          </a:ln>
          <a:effectLst>
            <a:glow rad="101600">
              <a:srgbClr val="A050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664208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A050FF"/>
                </a:solidFill>
                <a:latin typeface="Segoe UI Semibold"/>
              </a:defRPr>
            </a:pPr>
            <a:r>
              <a:t>175B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ED2"/>
                </a:solidFill>
                <a:latin typeface="Segoe UI"/>
              </a:defRPr>
            </a:pPr>
            <a:r>
              <a:t>parameters in GPT-3</a:t>
            </a:r>
          </a:p>
        </p:txBody>
      </p:sp>
      <p:sp>
        <p:nvSpPr>
          <p:cNvPr id="13" name="Rounded Rectangle 12"/>
          <p:cNvSpPr/>
          <p:nvPr/>
        </p:nvSpPr>
        <p:spPr>
          <a:solidFill>
            <a:srgbClr val="00FF8C">
              <a:alpha val="10000"/>
            </a:srgbClr>
          </a:solidFill>
          <a:xfrm>
            <a:off x="6217920" y="1554480"/>
            <a:ext cx="2560320" cy="1463040"/>
          </a:xfrm>
          <a:prstGeom prst="roundRect">
            <a:avLst/>
          </a:prstGeom>
          <a:ln w="19050">
            <a:solidFill>
              <a:srgbClr val="00FF8C"/>
            </a:solidFill>
          </a:ln>
          <a:effectLst>
            <a:glow rad="101600">
              <a:srgbClr val="00FF8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664208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FF8C"/>
                </a:solidFill>
                <a:latin typeface="Segoe UI Semibold"/>
              </a:defRPr>
            </a:pPr>
            <a:r>
              <a:t>5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ED2"/>
                </a:solidFill>
                <a:latin typeface="Segoe UI"/>
              </a:defRPr>
            </a:pPr>
            <a:r>
              <a:t>to 1M ChatGPT users</a:t>
            </a:r>
          </a:p>
        </p:txBody>
      </p:sp>
      <p:sp>
        <p:nvSpPr>
          <p:cNvPr id="16" name="Rounded Rectangle 15"/>
          <p:cNvSpPr/>
          <p:nvPr/>
        </p:nvSpPr>
        <p:spPr>
          <a:solidFill>
            <a:srgbClr val="FFA014">
              <a:alpha val="10000"/>
            </a:srgbClr>
          </a:solidFill>
          <a:xfrm>
            <a:off x="9144000" y="1554480"/>
            <a:ext cx="2560320" cy="1463040"/>
          </a:xfrm>
          <a:prstGeom prst="roundRect">
            <a:avLst/>
          </a:prstGeom>
          <a:ln w="19050">
            <a:solidFill>
              <a:srgbClr val="FFA014"/>
            </a:solidFill>
          </a:ln>
          <a:effectLst>
            <a:glow rad="101600">
              <a:srgbClr val="FFA014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664208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A014"/>
                </a:solidFill>
                <a:latin typeface="Segoe UI Semibold"/>
              </a:defRPr>
            </a:pPr>
            <a:r>
              <a:t>2017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ED2"/>
                </a:solidFill>
                <a:latin typeface="Segoe UI"/>
              </a:defRPr>
            </a:pPr>
            <a:r>
              <a:t>Transformers paper</a:t>
            </a:r>
          </a:p>
        </p:txBody>
      </p:sp>
      <p:sp>
        <p:nvSpPr>
          <p:cNvPr id="19" name="Rounded Rectangle 18"/>
          <p:cNvSpPr/>
          <p:nvPr/>
        </p:nvSpPr>
        <p:spPr>
          <a:solidFill>
            <a:srgbClr val="00FF8C">
              <a:alpha val="5000"/>
            </a:srgbClr>
          </a:solidFill>
          <a:xfrm>
            <a:off x="365760" y="3474720"/>
            <a:ext cx="5577840" cy="2926080"/>
          </a:xfrm>
          <a:prstGeom prst="roundRect">
            <a:avLst/>
          </a:prstGeom>
          <a:ln w="19050">
            <a:solidFill>
              <a:srgbClr val="00FF8C"/>
            </a:solidFill>
          </a:ln>
          <a:effectLst>
            <a:glow rad="76200">
              <a:srgbClr val="00FF8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11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F8C"/>
                </a:solidFill>
                <a:latin typeface="Segoe UI"/>
              </a:defRPr>
            </a:pPr>
            <a:r>
              <a:t>DO's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60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BF5"/>
                </a:solidFill>
                <a:latin typeface="Segoe UI"/>
              </a:defRPr>
            </a:pPr>
            <a:r>
              <a:t>  Use AI as a learning helper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BF5"/>
                </a:solidFill>
                <a:latin typeface="Segoe UI"/>
              </a:defRPr>
            </a:pPr>
            <a:r>
              <a:t>  Fact-check important info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83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BF5"/>
                </a:solidFill>
                <a:latin typeface="Segoe UI"/>
              </a:defRPr>
            </a:pPr>
            <a:r>
              <a:t>  Be specific with your prompts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94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BF5"/>
                </a:solidFill>
                <a:latin typeface="Segoe UI"/>
              </a:defRPr>
            </a:pPr>
            <a:r>
              <a:t>  Tell teachers when you use AI</a:t>
            </a:r>
          </a:p>
        </p:txBody>
      </p:sp>
      <p:sp>
        <p:nvSpPr>
          <p:cNvPr id="25" name="Rounded Rectangle 24"/>
          <p:cNvSpPr/>
          <p:nvPr/>
        </p:nvSpPr>
        <p:spPr>
          <a:solidFill>
            <a:srgbClr val="FF3C50">
              <a:alpha val="5000"/>
            </a:srgbClr>
          </a:solidFill>
          <a:xfrm>
            <a:off x="6245352" y="3474720"/>
            <a:ext cx="5577840" cy="2926080"/>
          </a:xfrm>
          <a:prstGeom prst="roundRect">
            <a:avLst/>
          </a:prstGeom>
          <a:ln w="19050">
            <a:solidFill>
              <a:srgbClr val="FF3C50"/>
            </a:solidFill>
          </a:ln>
          <a:effectLst>
            <a:glow rad="76200">
              <a:srgbClr val="FF3C5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3611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3C50"/>
                </a:solidFill>
                <a:latin typeface="Segoe UI"/>
              </a:defRPr>
            </a:pPr>
            <a:r>
              <a:t>DON'T's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4160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BF5"/>
                </a:solidFill>
                <a:latin typeface="Segoe UI"/>
              </a:defRPr>
            </a:pPr>
            <a:r>
              <a:t>  Share personal information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4572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BF5"/>
                </a:solidFill>
                <a:latin typeface="Segoe UI"/>
              </a:defRPr>
            </a:pPr>
            <a:r>
              <a:t>  Trust AI blindly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4983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BF5"/>
                </a:solidFill>
                <a:latin typeface="Segoe UI"/>
              </a:defRPr>
            </a:pPr>
            <a:r>
              <a:t>  Copy AI output as your 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5394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BF5"/>
                </a:solidFill>
                <a:latin typeface="Segoe UI"/>
              </a:defRPr>
            </a:pPr>
            <a:r>
              <a:t>  Use AI to cheat on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solidFill>
            <a:srgbClr val="00F0FF">
              <a:alpha val="5000"/>
            </a:srgbClr>
          </a:solidFill>
          <a:xfrm>
            <a:off x="937611" y="979714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solidFill>
            <a:srgbClr val="00F0FF">
              <a:alpha val="5000"/>
            </a:srgbClr>
          </a:solidFill>
          <a:xfrm>
            <a:off x="1875223" y="979714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solidFill>
            <a:srgbClr val="00F0FF">
              <a:alpha val="5000"/>
            </a:srgbClr>
          </a:solidFill>
          <a:xfrm>
            <a:off x="2812835" y="979714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solidFill>
            <a:srgbClr val="00F0FF">
              <a:alpha val="5000"/>
            </a:srgbClr>
          </a:solidFill>
          <a:xfrm>
            <a:off x="3750446" y="979714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solidFill>
            <a:srgbClr val="00F0FF">
              <a:alpha val="5000"/>
            </a:srgbClr>
          </a:solidFill>
          <a:xfrm>
            <a:off x="4688058" y="979714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solidFill>
            <a:srgbClr val="00F0FF">
              <a:alpha val="5000"/>
            </a:srgbClr>
          </a:solidFill>
          <a:xfrm>
            <a:off x="5625670" y="979714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solidFill>
            <a:srgbClr val="00F0FF">
              <a:alpha val="5000"/>
            </a:srgbClr>
          </a:solidFill>
          <a:xfrm>
            <a:off x="6563281" y="979714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solidFill>
            <a:srgbClr val="00F0FF">
              <a:alpha val="5000"/>
            </a:srgbClr>
          </a:solidFill>
          <a:xfrm>
            <a:off x="7500893" y="979714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solidFill>
            <a:srgbClr val="00F0FF">
              <a:alpha val="5000"/>
            </a:srgbClr>
          </a:solidFill>
          <a:xfrm>
            <a:off x="8438505" y="979714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solidFill>
            <a:srgbClr val="00F0FF">
              <a:alpha val="5000"/>
            </a:srgbClr>
          </a:solidFill>
          <a:xfrm>
            <a:off x="9376116" y="979714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solidFill>
            <a:srgbClr val="00F0FF">
              <a:alpha val="5000"/>
            </a:srgbClr>
          </a:solidFill>
          <a:xfrm>
            <a:off x="10313728" y="979714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solidFill>
            <a:srgbClr val="00F0FF">
              <a:alpha val="5000"/>
            </a:srgbClr>
          </a:solidFill>
          <a:xfrm>
            <a:off x="11251340" y="979714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solidFill>
            <a:srgbClr val="00F0FF">
              <a:alpha val="5000"/>
            </a:srgbClr>
          </a:solidFill>
          <a:xfrm>
            <a:off x="937611" y="1959428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solidFill>
            <a:srgbClr val="00F0FF">
              <a:alpha val="5000"/>
            </a:srgbClr>
          </a:solidFill>
          <a:xfrm>
            <a:off x="1875223" y="1959428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solidFill>
            <a:srgbClr val="00F0FF">
              <a:alpha val="5000"/>
            </a:srgbClr>
          </a:solidFill>
          <a:xfrm>
            <a:off x="2812835" y="1959428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solidFill>
            <a:srgbClr val="00F0FF">
              <a:alpha val="5000"/>
            </a:srgbClr>
          </a:solidFill>
          <a:xfrm>
            <a:off x="3750446" y="1959428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solidFill>
            <a:srgbClr val="00F0FF">
              <a:alpha val="5000"/>
            </a:srgbClr>
          </a:solidFill>
          <a:xfrm>
            <a:off x="4688058" y="1959428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solidFill>
            <a:srgbClr val="00F0FF">
              <a:alpha val="5000"/>
            </a:srgbClr>
          </a:solidFill>
          <a:xfrm>
            <a:off x="5625670" y="1959428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solidFill>
            <a:srgbClr val="00F0FF">
              <a:alpha val="5000"/>
            </a:srgbClr>
          </a:solidFill>
          <a:xfrm>
            <a:off x="6563281" y="1959428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solidFill>
            <a:srgbClr val="00F0FF">
              <a:alpha val="5000"/>
            </a:srgbClr>
          </a:solidFill>
          <a:xfrm>
            <a:off x="7500893" y="1959428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solidFill>
            <a:srgbClr val="00F0FF">
              <a:alpha val="5000"/>
            </a:srgbClr>
          </a:solidFill>
          <a:xfrm>
            <a:off x="8438505" y="1959428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solidFill>
            <a:srgbClr val="00F0FF">
              <a:alpha val="5000"/>
            </a:srgbClr>
          </a:solidFill>
          <a:xfrm>
            <a:off x="9376116" y="1959428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solidFill>
            <a:srgbClr val="00F0FF">
              <a:alpha val="5000"/>
            </a:srgbClr>
          </a:solidFill>
          <a:xfrm>
            <a:off x="10313728" y="1959428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solidFill>
            <a:srgbClr val="00F0FF">
              <a:alpha val="5000"/>
            </a:srgbClr>
          </a:solidFill>
          <a:xfrm>
            <a:off x="11251340" y="1959428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solidFill>
            <a:srgbClr val="00F0FF">
              <a:alpha val="5000"/>
            </a:srgbClr>
          </a:solidFill>
          <a:xfrm>
            <a:off x="937611" y="2939142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solidFill>
            <a:srgbClr val="00F0FF">
              <a:alpha val="5000"/>
            </a:srgbClr>
          </a:solidFill>
          <a:xfrm>
            <a:off x="1875223" y="2939142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solidFill>
            <a:srgbClr val="00F0FF">
              <a:alpha val="5000"/>
            </a:srgbClr>
          </a:solidFill>
          <a:xfrm>
            <a:off x="2812835" y="2939142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solidFill>
            <a:srgbClr val="00F0FF">
              <a:alpha val="5000"/>
            </a:srgbClr>
          </a:solidFill>
          <a:xfrm>
            <a:off x="3750446" y="2939142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solidFill>
            <a:srgbClr val="00F0FF">
              <a:alpha val="5000"/>
            </a:srgbClr>
          </a:solidFill>
          <a:xfrm>
            <a:off x="4688058" y="2939142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solidFill>
            <a:srgbClr val="00F0FF">
              <a:alpha val="5000"/>
            </a:srgbClr>
          </a:solidFill>
          <a:xfrm>
            <a:off x="5625670" y="2939142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solidFill>
            <a:srgbClr val="00F0FF">
              <a:alpha val="5000"/>
            </a:srgbClr>
          </a:solidFill>
          <a:xfrm>
            <a:off x="6563281" y="2939142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solidFill>
            <a:srgbClr val="00F0FF">
              <a:alpha val="5000"/>
            </a:srgbClr>
          </a:solidFill>
          <a:xfrm>
            <a:off x="7500893" y="2939142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solidFill>
            <a:srgbClr val="00F0FF">
              <a:alpha val="5000"/>
            </a:srgbClr>
          </a:solidFill>
          <a:xfrm>
            <a:off x="8438505" y="2939142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solidFill>
            <a:srgbClr val="00F0FF">
              <a:alpha val="5000"/>
            </a:srgbClr>
          </a:solidFill>
          <a:xfrm>
            <a:off x="9376116" y="2939142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solidFill>
            <a:srgbClr val="00F0FF">
              <a:alpha val="5000"/>
            </a:srgbClr>
          </a:solidFill>
          <a:xfrm>
            <a:off x="10313728" y="2939142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solidFill>
            <a:srgbClr val="00F0FF">
              <a:alpha val="5000"/>
            </a:srgbClr>
          </a:solidFill>
          <a:xfrm>
            <a:off x="11251340" y="2939142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solidFill>
            <a:srgbClr val="00F0FF">
              <a:alpha val="5000"/>
            </a:srgbClr>
          </a:solidFill>
          <a:xfrm>
            <a:off x="937611" y="3918857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solidFill>
            <a:srgbClr val="00F0FF">
              <a:alpha val="5000"/>
            </a:srgbClr>
          </a:solidFill>
          <a:xfrm>
            <a:off x="1875223" y="3918857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solidFill>
            <a:srgbClr val="00F0FF">
              <a:alpha val="5000"/>
            </a:srgbClr>
          </a:solidFill>
          <a:xfrm>
            <a:off x="2812835" y="3918857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solidFill>
            <a:srgbClr val="00F0FF">
              <a:alpha val="5000"/>
            </a:srgbClr>
          </a:solidFill>
          <a:xfrm>
            <a:off x="3750446" y="3918857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solidFill>
            <a:srgbClr val="00F0FF">
              <a:alpha val="5000"/>
            </a:srgbClr>
          </a:solidFill>
          <a:xfrm>
            <a:off x="4688058" y="3918857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solidFill>
            <a:srgbClr val="00F0FF">
              <a:alpha val="5000"/>
            </a:srgbClr>
          </a:solidFill>
          <a:xfrm>
            <a:off x="5625670" y="3918857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solidFill>
            <a:srgbClr val="00F0FF">
              <a:alpha val="5000"/>
            </a:srgbClr>
          </a:solidFill>
          <a:xfrm>
            <a:off x="6563281" y="3918857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solidFill>
            <a:srgbClr val="00F0FF">
              <a:alpha val="5000"/>
            </a:srgbClr>
          </a:solidFill>
          <a:xfrm>
            <a:off x="7500893" y="3918857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solidFill>
            <a:srgbClr val="00F0FF">
              <a:alpha val="5000"/>
            </a:srgbClr>
          </a:solidFill>
          <a:xfrm>
            <a:off x="8438505" y="3918857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solidFill>
            <a:srgbClr val="00F0FF">
              <a:alpha val="5000"/>
            </a:srgbClr>
          </a:solidFill>
          <a:xfrm>
            <a:off x="9376116" y="3918857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solidFill>
            <a:srgbClr val="00F0FF">
              <a:alpha val="5000"/>
            </a:srgbClr>
          </a:solidFill>
          <a:xfrm>
            <a:off x="10313728" y="3918857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solidFill>
            <a:srgbClr val="00F0FF">
              <a:alpha val="5000"/>
            </a:srgbClr>
          </a:solidFill>
          <a:xfrm>
            <a:off x="11251340" y="3918857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solidFill>
            <a:srgbClr val="00F0FF">
              <a:alpha val="5000"/>
            </a:srgbClr>
          </a:solidFill>
          <a:xfrm>
            <a:off x="937611" y="4898571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solidFill>
            <a:srgbClr val="00F0FF">
              <a:alpha val="5000"/>
            </a:srgbClr>
          </a:solidFill>
          <a:xfrm>
            <a:off x="1875223" y="4898571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solidFill>
            <a:srgbClr val="00F0FF">
              <a:alpha val="5000"/>
            </a:srgbClr>
          </a:solidFill>
          <a:xfrm>
            <a:off x="2812835" y="4898571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solidFill>
            <a:srgbClr val="00F0FF">
              <a:alpha val="5000"/>
            </a:srgbClr>
          </a:solidFill>
          <a:xfrm>
            <a:off x="3750446" y="4898571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solidFill>
            <a:srgbClr val="00F0FF">
              <a:alpha val="5000"/>
            </a:srgbClr>
          </a:solidFill>
          <a:xfrm>
            <a:off x="4688058" y="4898571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solidFill>
            <a:srgbClr val="00F0FF">
              <a:alpha val="5000"/>
            </a:srgbClr>
          </a:solidFill>
          <a:xfrm>
            <a:off x="5625670" y="4898571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solidFill>
            <a:srgbClr val="00F0FF">
              <a:alpha val="5000"/>
            </a:srgbClr>
          </a:solidFill>
          <a:xfrm>
            <a:off x="6563281" y="4898571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solidFill>
            <a:srgbClr val="00F0FF">
              <a:alpha val="5000"/>
            </a:srgbClr>
          </a:solidFill>
          <a:xfrm>
            <a:off x="7500893" y="4898571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solidFill>
            <a:srgbClr val="00F0FF">
              <a:alpha val="5000"/>
            </a:srgbClr>
          </a:solidFill>
          <a:xfrm>
            <a:off x="8438505" y="4898571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solidFill>
            <a:srgbClr val="00F0FF">
              <a:alpha val="5000"/>
            </a:srgbClr>
          </a:solidFill>
          <a:xfrm>
            <a:off x="9376116" y="4898571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solidFill>
            <a:srgbClr val="00F0FF">
              <a:alpha val="5000"/>
            </a:srgbClr>
          </a:solidFill>
          <a:xfrm>
            <a:off x="10313728" y="4898571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solidFill>
            <a:srgbClr val="00F0FF">
              <a:alpha val="5000"/>
            </a:srgbClr>
          </a:solidFill>
          <a:xfrm>
            <a:off x="11251340" y="4898571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solidFill>
            <a:srgbClr val="00F0FF">
              <a:alpha val="5000"/>
            </a:srgbClr>
          </a:solidFill>
          <a:xfrm>
            <a:off x="937611" y="5878285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solidFill>
            <a:srgbClr val="00F0FF">
              <a:alpha val="5000"/>
            </a:srgbClr>
          </a:solidFill>
          <a:xfrm>
            <a:off x="1875223" y="5878285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solidFill>
            <a:srgbClr val="00F0FF">
              <a:alpha val="5000"/>
            </a:srgbClr>
          </a:solidFill>
          <a:xfrm>
            <a:off x="2812835" y="5878285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solidFill>
            <a:srgbClr val="00F0FF">
              <a:alpha val="5000"/>
            </a:srgbClr>
          </a:solidFill>
          <a:xfrm>
            <a:off x="3750446" y="5878285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solidFill>
            <a:srgbClr val="00F0FF">
              <a:alpha val="5000"/>
            </a:srgbClr>
          </a:solidFill>
          <a:xfrm>
            <a:off x="4688058" y="5878285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solidFill>
            <a:srgbClr val="00F0FF">
              <a:alpha val="5000"/>
            </a:srgbClr>
          </a:solidFill>
          <a:xfrm>
            <a:off x="5625670" y="5878285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solidFill>
            <a:srgbClr val="00F0FF">
              <a:alpha val="5000"/>
            </a:srgbClr>
          </a:solidFill>
          <a:xfrm>
            <a:off x="6563281" y="5878285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solidFill>
            <a:srgbClr val="00F0FF">
              <a:alpha val="5000"/>
            </a:srgbClr>
          </a:solidFill>
          <a:xfrm>
            <a:off x="7500893" y="5878285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solidFill>
            <a:srgbClr val="00F0FF">
              <a:alpha val="5000"/>
            </a:srgbClr>
          </a:solidFill>
          <a:xfrm>
            <a:off x="8438505" y="5878285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solidFill>
            <a:srgbClr val="00F0FF">
              <a:alpha val="5000"/>
            </a:srgbClr>
          </a:solidFill>
          <a:xfrm>
            <a:off x="9376116" y="5878285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solidFill>
            <a:srgbClr val="00F0FF">
              <a:alpha val="5000"/>
            </a:srgbClr>
          </a:solidFill>
          <a:xfrm>
            <a:off x="10313728" y="5878285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solidFill>
            <a:srgbClr val="00F0FF">
              <a:alpha val="5000"/>
            </a:srgbClr>
          </a:solidFill>
          <a:xfrm>
            <a:off x="11251340" y="5878285"/>
            <a:ext cx="54864" cy="54864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gradFill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xfrm>
            <a:off x="0" y="0"/>
            <a:ext cx="12188952" cy="118872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A050FF"/>
          </a:solidFill>
          <a:ln>
            <a:noFill/>
          </a:ln>
          <a:effectLst>
            <a:glow rad="76200">
              <a:srgbClr val="A050FF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25603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 Semibold"/>
              </a:defRPr>
            </a:pPr>
            <a:r>
              <a:t>Decorative Elements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804672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50FF"/>
                </a:solidFill>
                <a:latin typeface="Segoe UI"/>
              </a:defRPr>
            </a:pPr>
            <a:r>
              <a:t>Grid dots, hexagons, and corner accents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ED2"/>
                </a:solidFill>
                <a:latin typeface="Segoe UI"/>
              </a:defRPr>
            </a:pPr>
            <a:r>
              <a:t>Decorative hexagons (various sizes and colors):</a:t>
            </a:r>
          </a:p>
        </p:txBody>
      </p:sp>
      <p:sp>
        <p:nvSpPr>
          <p:cNvPr id="80" name="Hexagon 79"/>
          <p:cNvSpPr/>
          <p:nvPr/>
        </p:nvSpPr>
        <p:spPr>
          <a:solidFill>
            <a:srgbClr val="00F0FF">
              <a:alpha val="10000"/>
            </a:srgbClr>
          </a:solidFill>
          <a:xfrm>
            <a:off x="731520" y="1920240"/>
            <a:ext cx="1371600" cy="1371600"/>
          </a:xfrm>
          <a:prstGeom prst="hexagon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Hexagon 80"/>
          <p:cNvSpPr/>
          <p:nvPr/>
        </p:nvSpPr>
        <p:spPr>
          <a:solidFill>
            <a:srgbClr val="A050FF">
              <a:alpha val="8000"/>
            </a:srgbClr>
          </a:solidFill>
          <a:xfrm>
            <a:off x="2286000" y="2103120"/>
            <a:ext cx="914400" cy="914400"/>
          </a:xfrm>
          <a:prstGeom prst="hexagon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Hexagon 81"/>
          <p:cNvSpPr/>
          <p:nvPr/>
        </p:nvSpPr>
        <p:spPr>
          <a:solidFill>
            <a:srgbClr val="00FF8C">
              <a:alpha val="7000"/>
            </a:srgbClr>
          </a:solidFill>
          <a:xfrm>
            <a:off x="3383280" y="1828800"/>
            <a:ext cx="1188720" cy="1188720"/>
          </a:xfrm>
          <a:prstGeom prst="hexagon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Hexagon 82"/>
          <p:cNvSpPr/>
          <p:nvPr/>
        </p:nvSpPr>
        <p:spPr>
          <a:solidFill>
            <a:srgbClr val="FFA014">
              <a:alpha val="9000"/>
            </a:srgbClr>
          </a:solidFill>
          <a:xfrm>
            <a:off x="1463040" y="3200400"/>
            <a:ext cx="731520" cy="731520"/>
          </a:xfrm>
          <a:prstGeom prst="hexagon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9436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ED2"/>
                </a:solidFill>
                <a:latin typeface="Segoe UI"/>
              </a:defRPr>
            </a:pPr>
            <a:r>
              <a:t>Corner accent brackets:</a:t>
            </a:r>
          </a:p>
        </p:txBody>
      </p:sp>
      <p:sp>
        <p:nvSpPr>
          <p:cNvPr id="85" name="Rectangle 84"/>
          <p:cNvSpPr/>
          <p:nvPr/>
        </p:nvSpPr>
        <p:spPr>
          <a:solidFill>
            <a:srgbClr val="121A32">
              <a:alpha val="50000"/>
            </a:srgbClr>
          </a:solidFill>
          <a:xfrm>
            <a:off x="6400800" y="2011680"/>
            <a:ext cx="4572000" cy="3200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675120" y="2286000"/>
            <a:ext cx="457200" cy="22860"/>
          </a:xfrm>
          <a:prstGeom prst="rect">
            <a:avLst/>
          </a:prstGeom>
          <a:solidFill>
            <a:srgbClr val="FF32B4"/>
          </a:solidFill>
          <a:ln>
            <a:noFill/>
          </a:ln>
          <a:effectLst>
            <a:glow rad="38100">
              <a:srgbClr val="FF32B4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675120" y="2286000"/>
            <a:ext cx="22860" cy="457200"/>
          </a:xfrm>
          <a:prstGeom prst="rect">
            <a:avLst/>
          </a:prstGeom>
          <a:solidFill>
            <a:srgbClr val="FF32B4"/>
          </a:solidFill>
          <a:ln>
            <a:noFill/>
          </a:ln>
          <a:effectLst>
            <a:glow rad="38100">
              <a:srgbClr val="FF32B4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58400" y="2286000"/>
            <a:ext cx="457200" cy="22860"/>
          </a:xfrm>
          <a:prstGeom prst="rect">
            <a:avLst/>
          </a:prstGeom>
          <a:solidFill>
            <a:srgbClr val="FF32B4"/>
          </a:solidFill>
          <a:ln>
            <a:noFill/>
          </a:ln>
          <a:effectLst>
            <a:glow rad="38100">
              <a:srgbClr val="FF32B4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492740" y="2286000"/>
            <a:ext cx="22860" cy="457200"/>
          </a:xfrm>
          <a:prstGeom prst="rect">
            <a:avLst/>
          </a:prstGeom>
          <a:solidFill>
            <a:srgbClr val="FF32B4"/>
          </a:solidFill>
          <a:ln>
            <a:noFill/>
          </a:ln>
          <a:effectLst>
            <a:glow rad="38100">
              <a:srgbClr val="FF32B4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675120" y="4914900"/>
            <a:ext cx="457200" cy="22860"/>
          </a:xfrm>
          <a:prstGeom prst="rect">
            <a:avLst/>
          </a:prstGeom>
          <a:solidFill>
            <a:srgbClr val="FF32B4"/>
          </a:solidFill>
          <a:ln>
            <a:noFill/>
          </a:ln>
          <a:effectLst>
            <a:glow rad="38100">
              <a:srgbClr val="FF32B4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675120" y="4480560"/>
            <a:ext cx="22860" cy="457200"/>
          </a:xfrm>
          <a:prstGeom prst="rect">
            <a:avLst/>
          </a:prstGeom>
          <a:solidFill>
            <a:srgbClr val="FF32B4"/>
          </a:solidFill>
          <a:ln>
            <a:noFill/>
          </a:ln>
          <a:effectLst>
            <a:glow rad="38100">
              <a:srgbClr val="FF32B4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058400" y="4914900"/>
            <a:ext cx="457200" cy="22860"/>
          </a:xfrm>
          <a:prstGeom prst="rect">
            <a:avLst/>
          </a:prstGeom>
          <a:solidFill>
            <a:srgbClr val="FF32B4"/>
          </a:solidFill>
          <a:ln>
            <a:noFill/>
          </a:ln>
          <a:effectLst>
            <a:glow rad="38100">
              <a:srgbClr val="FF32B4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492740" y="4480560"/>
            <a:ext cx="22860" cy="457200"/>
          </a:xfrm>
          <a:prstGeom prst="rect">
            <a:avLst/>
          </a:prstGeom>
          <a:solidFill>
            <a:srgbClr val="FF32B4"/>
          </a:solidFill>
          <a:ln>
            <a:noFill/>
          </a:ln>
          <a:effectLst>
            <a:glow rad="38100">
              <a:srgbClr val="FF32B4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5800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32B4"/>
                </a:solidFill>
                <a:latin typeface="Segoe UI"/>
              </a:defRPr>
            </a:pPr>
            <a:r>
              <a:t>Content goes here</a:t>
            </a:r>
          </a:p>
        </p:txBody>
      </p:sp>
      <p:sp>
        <p:nvSpPr>
          <p:cNvPr id="95" name="Rounded Rectangle 94"/>
          <p:cNvSpPr/>
          <p:nvPr/>
        </p:nvSpPr>
        <p:spPr>
          <a:solidFill>
            <a:srgbClr val="A050FF">
              <a:alpha val="10000"/>
            </a:srgbClr>
          </a:solidFill>
          <a:xfrm>
            <a:off x="457200" y="5943600"/>
            <a:ext cx="11274552" cy="640080"/>
          </a:xfrm>
          <a:prstGeom prst="roundRect">
            <a:avLst/>
          </a:prstGeom>
          <a:ln w="19050">
            <a:solidFill>
              <a:srgbClr val="A050FF"/>
            </a:solidFill>
          </a:ln>
          <a:effectLst>
            <a:glow rad="76200">
              <a:srgbClr val="A050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Mix and match these elements for unique slide designs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80C18"/>
              </a:gs>
              <a:gs pos="50000">
                <a:srgbClr val="080F23"/>
              </a:gs>
              <a:gs pos="100000">
                <a:srgbClr val="050814"/>
              </a:gs>
            </a:gsLst>
            <a:lin ang="16200000" scaled="1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solidFill>
            <a:srgbClr val="00F0FF">
              <a:alpha val="4000"/>
            </a:srgbClr>
          </a:solidFill>
          <a:xfrm>
            <a:off x="-274320" y="-274320"/>
            <a:ext cx="1828800" cy="1828800"/>
          </a:xfrm>
          <a:prstGeom prst="hexagon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solidFill>
            <a:srgbClr val="A050FF">
              <a:alpha val="3000"/>
            </a:srgbClr>
          </a:solidFill>
          <a:xfrm>
            <a:off x="10515600" y="5303520"/>
            <a:ext cx="2286000" cy="2286000"/>
          </a:xfrm>
          <a:prstGeom prst="hexagon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solidFill>
            <a:srgbClr val="3C8CFF">
              <a:alpha val="3000"/>
            </a:srgbClr>
          </a:solidFill>
          <a:xfrm>
            <a:off x="10972800" y="-457200"/>
            <a:ext cx="1645920" cy="1645920"/>
          </a:xfrm>
          <a:prstGeom prst="hexagon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solidFill>
            <a:srgbClr val="00FF8C">
              <a:alpha val="2500"/>
            </a:srgbClr>
          </a:solidFill>
          <a:xfrm>
            <a:off x="5029200" y="5943600"/>
            <a:ext cx="914400" cy="914400"/>
          </a:xfrm>
          <a:prstGeom prst="hexagon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74320"/>
            <a:ext cx="731520" cy="27432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50800">
              <a:srgbClr val="00F0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74320"/>
            <a:ext cx="27432" cy="731520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50800">
              <a:srgbClr val="00F0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83111" y="274320"/>
            <a:ext cx="731520" cy="27432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50800">
              <a:srgbClr val="00F0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7200" y="274320"/>
            <a:ext cx="27432" cy="731520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50800">
              <a:srgbClr val="00F0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6556248"/>
            <a:ext cx="731520" cy="27432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50800">
              <a:srgbClr val="00F0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5852160"/>
            <a:ext cx="27432" cy="731520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50800">
              <a:srgbClr val="00F0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83111" y="6556248"/>
            <a:ext cx="731520" cy="27432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50800">
              <a:srgbClr val="00F0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5852160"/>
            <a:ext cx="27432" cy="731520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50800">
              <a:srgbClr val="00F0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731520"/>
            <a:ext cx="12188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0">
                <a:solidFill>
                  <a:srgbClr val="00F0FF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Segoe UI Semibold"/>
              </a:defRPr>
            </a:pPr>
            <a:r>
              <a:t>Questions?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931920"/>
            <a:ext cx="12188952" cy="32004"/>
          </a:xfrm>
          <a:prstGeom prst="rect">
            <a:avLst/>
          </a:prstGeom>
          <a:solidFill>
            <a:srgbClr val="00F0FF"/>
          </a:solidFill>
          <a:ln>
            <a:noFill/>
          </a:ln>
          <a:effectLst>
            <a:glow rad="76200">
              <a:srgbClr val="00F0FF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42976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F0FF"/>
                </a:solidFill>
                <a:latin typeface="Segoe UI"/>
              </a:defRPr>
            </a:pPr>
            <a:r>
              <a:t>Let's discuss what you've learned!</a:t>
            </a:r>
          </a:p>
        </p:txBody>
      </p:sp>
      <p:sp>
        <p:nvSpPr>
          <p:cNvPr id="19" name="Rounded Rectangle 18"/>
          <p:cNvSpPr/>
          <p:nvPr/>
        </p:nvSpPr>
        <p:spPr>
          <a:solidFill>
            <a:srgbClr val="A050FF">
              <a:alpha val="6000"/>
            </a:srgbClr>
          </a:solidFill>
          <a:xfrm>
            <a:off x="3200400" y="5303520"/>
            <a:ext cx="5788152" cy="731520"/>
          </a:xfrm>
          <a:prstGeom prst="roundRect">
            <a:avLst/>
          </a:prstGeom>
          <a:ln w="19050">
            <a:solidFill>
              <a:srgbClr val="A050FF"/>
            </a:solidFill>
          </a:ln>
          <a:effectLst>
            <a:glow rad="76200">
              <a:srgbClr val="A050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Time for Kahoot!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