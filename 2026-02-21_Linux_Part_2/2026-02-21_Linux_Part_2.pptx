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969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4864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Linux Week 2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EC6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File Content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3200400" y="3566160"/>
            <a:ext cx="2743200" cy="36576"/>
          </a:xfrm>
          <a:prstGeom prst="rect">
            <a:avLst/>
          </a:prstGeom>
          <a:solidFill>
            <a:srgbClr val="F7DC6F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7DC6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 • echo • cp • mv • &gt; • &gt;&gt;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969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Recap: Week 1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week you learned to navigate, create, and delete files and folders.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26060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417320"/>
            <a:ext cx="64008" cy="777240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4904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96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40080" y="18013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files and folders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1417320"/>
            <a:ext cx="26060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417320"/>
            <a:ext cx="64008" cy="777240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12" name="Text 9"/>
          <p:cNvSpPr/>
          <p:nvPr/>
        </p:nvSpPr>
        <p:spPr>
          <a:xfrm>
            <a:off x="3474720" y="14904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96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474720" y="18013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directory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26480" y="1417320"/>
            <a:ext cx="26060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126480" y="1417320"/>
            <a:ext cx="64008" cy="777240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16" name="Text 13"/>
          <p:cNvSpPr/>
          <p:nvPr/>
        </p:nvSpPr>
        <p:spPr>
          <a:xfrm>
            <a:off x="6309360" y="14904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96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mkdir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309360" y="18013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new directory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2423160"/>
            <a:ext cx="26060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2423160"/>
            <a:ext cx="64008" cy="777240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20" name="Text 17"/>
          <p:cNvSpPr/>
          <p:nvPr/>
        </p:nvSpPr>
        <p:spPr>
          <a:xfrm>
            <a:off x="640080" y="2496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96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40080" y="2807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empty file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291840" y="2423160"/>
            <a:ext cx="26060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291840" y="2423160"/>
            <a:ext cx="64008" cy="777240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24" name="Text 21"/>
          <p:cNvSpPr/>
          <p:nvPr/>
        </p:nvSpPr>
        <p:spPr>
          <a:xfrm>
            <a:off x="3474720" y="2496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96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3474720" y="2807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file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126480" y="2423160"/>
            <a:ext cx="26060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126480" y="2423160"/>
            <a:ext cx="64008" cy="777240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28" name="Text 25"/>
          <p:cNvSpPr/>
          <p:nvPr/>
        </p:nvSpPr>
        <p:spPr>
          <a:xfrm>
            <a:off x="6309360" y="24963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96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rmdir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309360" y="2807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 empty directory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solidFill>
            <a:srgbClr val="E8F4F5"/>
          </a:solidFill>
          <a:ln/>
        </p:spPr>
      </p:sp>
      <p:sp>
        <p:nvSpPr>
          <p:cNvPr id="31" name="Text 28"/>
          <p:cNvSpPr/>
          <p:nvPr/>
        </p:nvSpPr>
        <p:spPr>
          <a:xfrm>
            <a:off x="640080" y="3611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969C"/>
                </a:solidFill>
              </a:rPr>
              <a:t>This week: 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We’ll learn to </a:t>
            </a:r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</a:rPr>
              <a:t>read files, write content into files, copy files, and move/rename files</a:t>
            </a:r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!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969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Command: echo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text to the screen — or write text into files!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417320"/>
            <a:ext cx="64008" cy="960120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490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to screen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1520" y="1783080"/>
            <a:ext cx="5029200" cy="2743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"Hello World!"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21031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Displays: Hello World!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56032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2560320"/>
            <a:ext cx="64008" cy="960120"/>
          </a:xfrm>
          <a:prstGeom prst="rect">
            <a:avLst/>
          </a:prstGeom>
          <a:solidFill>
            <a:srgbClr val="F7DC6F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2633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 a file  (&gt;)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31520" y="2926080"/>
            <a:ext cx="5029200" cy="2743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2926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"My name is Alex" &gt; name.txt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31520" y="32461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name.txt with that text (overwrites if it exists)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703320"/>
            <a:ext cx="8229600" cy="960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3703320"/>
            <a:ext cx="64008" cy="960120"/>
          </a:xfrm>
          <a:prstGeom prst="rect">
            <a:avLst/>
          </a:prstGeom>
          <a:solidFill>
            <a:srgbClr val="F7DC6F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3776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to a file  (&gt;&gt;)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731520" y="4069080"/>
            <a:ext cx="5029200" cy="2743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4069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"I love Linux" &gt;&gt; name.txt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31520" y="43891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new line to the end of name.txt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969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&gt; vs &gt;&gt;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redirection lets you save text to files instead of just printing to screen.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417320"/>
            <a:ext cx="3931920" cy="457200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417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 (Overwrite)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everything in the file with new content.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2377440"/>
            <a:ext cx="3566160" cy="2743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"Hello" &gt; file.txt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2697480"/>
            <a:ext cx="3566160" cy="2743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2697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"Goodbye" &gt; file.txt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" y="3108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file.txt now contains:
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D32F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Goodbye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" y="3657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3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"Hello" is gone — overwritten!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54880" y="141732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754880" y="1417320"/>
            <a:ext cx="3931920" cy="457200"/>
          </a:xfrm>
          <a:prstGeom prst="rect">
            <a:avLst/>
          </a:prstGeom>
          <a:solidFill>
            <a:srgbClr val="F7DC6F"/>
          </a:solidFill>
          <a:ln/>
        </p:spPr>
      </p:sp>
      <p:sp>
        <p:nvSpPr>
          <p:cNvPr id="18" name="Text 15"/>
          <p:cNvSpPr/>
          <p:nvPr/>
        </p:nvSpPr>
        <p:spPr>
          <a:xfrm>
            <a:off x="4754880" y="1417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  (Append)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4937760" y="19659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new content to the end of the file.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937760" y="2377440"/>
            <a:ext cx="3566160" cy="2743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1" name="Text 18"/>
          <p:cNvSpPr/>
          <p:nvPr/>
        </p:nvSpPr>
        <p:spPr>
          <a:xfrm>
            <a:off x="5029200" y="2377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"Hello" &gt; file.txt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937760" y="2697480"/>
            <a:ext cx="3566160" cy="2743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3" name="Text 20"/>
          <p:cNvSpPr/>
          <p:nvPr/>
        </p:nvSpPr>
        <p:spPr>
          <a:xfrm>
            <a:off x="5029200" y="2697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"Goodbye" &gt;&gt; file.txt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937760" y="3108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file.txt now contains:
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Goodbye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937760" y="3657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Both lines are kept!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969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Command: cat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for "concatenate" — it displays the contents of a file in the terminal.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417320"/>
            <a:ext cx="64008" cy="640080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444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the contents of any text file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1520" y="1737360"/>
            <a:ext cx="3200400" cy="2743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17373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name.txt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286000"/>
            <a:ext cx="8229600" cy="2377440"/>
          </a:xfrm>
          <a:prstGeom prst="rect">
            <a:avLst/>
          </a:prstGeom>
          <a:solidFill>
            <a:srgbClr val="1E1E1E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377440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377440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2"/>
          <p:cNvSpPr/>
          <p:nvPr/>
        </p:nvSpPr>
        <p:spPr>
          <a:xfrm>
            <a:off x="1097280" y="2377440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3"/>
          <p:cNvSpPr/>
          <p:nvPr/>
        </p:nvSpPr>
        <p:spPr>
          <a:xfrm>
            <a:off x="1828800" y="2286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40080" y="2697480"/>
            <a:ext cx="7863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"My name is Alex" &gt; name.txt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"I am learning Linux" &gt;&gt; name.txt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name.txt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 name is Alex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am learning Linux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_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969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Command: cp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files and folders — like Ctrl+C / Ctrl+V but in the terminal!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417320"/>
            <a:ext cx="64008" cy="914400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490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file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1520" y="1783080"/>
            <a:ext cx="5029200" cy="2743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17830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cp notes.txt backup.txt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31520" y="208483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a copy called backup.txt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51460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7200" y="2514600"/>
            <a:ext cx="64008" cy="914400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25877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into a folder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31520" y="2880360"/>
            <a:ext cx="5029200" cy="2743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6" name="Text 13"/>
          <p:cNvSpPr/>
          <p:nvPr/>
        </p:nvSpPr>
        <p:spPr>
          <a:xfrm>
            <a:off x="822960" y="2880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cp notes.txt backups/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31520" y="318211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notes.txt into the backups folder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" y="3611880"/>
            <a:ext cx="64008" cy="914400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20" name="Text 17"/>
          <p:cNvSpPr/>
          <p:nvPr/>
        </p:nvSpPr>
        <p:spPr>
          <a:xfrm>
            <a:off x="731520" y="36850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folder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731520" y="3977640"/>
            <a:ext cx="5029200" cy="2743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3977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cp -r photos/ photos_backup/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31520" y="4279392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-r flag copies the folder and everything inside it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969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Command: mv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868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files to a different location OR rename them — one command, two superpowers!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417320"/>
            <a:ext cx="3931920" cy="411480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1417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 file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2011680"/>
            <a:ext cx="3566160" cy="2743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2011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mv photo.txt images/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2423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photo.txt into the images folder. The original is gone from its old location.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F9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 cutting and pasting!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54880" y="141732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54880" y="1417320"/>
            <a:ext cx="3931920" cy="411480"/>
          </a:xfrm>
          <a:prstGeom prst="rect">
            <a:avLst/>
          </a:prstGeom>
          <a:solidFill>
            <a:srgbClr val="F7DC6F"/>
          </a:solidFill>
          <a:ln/>
        </p:spPr>
      </p:sp>
      <p:sp>
        <p:nvSpPr>
          <p:cNvPr id="15" name="Text 12"/>
          <p:cNvSpPr/>
          <p:nvPr/>
        </p:nvSpPr>
        <p:spPr>
          <a:xfrm>
            <a:off x="4754880" y="14173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a file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4937760" y="2011680"/>
            <a:ext cx="3566160" cy="27432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7" name="Text 14"/>
          <p:cNvSpPr/>
          <p:nvPr/>
        </p:nvSpPr>
        <p:spPr>
          <a:xfrm>
            <a:off x="5029200" y="2011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mv old_name.txt new_name.txt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937760" y="24231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Renames the file. Linux doesn’t have a separate rename command — mv does both!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937760" y="3200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F96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file, new name!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E8F4F5"/>
          </a:solidFill>
          <a:ln/>
        </p:spPr>
      </p:sp>
      <p:sp>
        <p:nvSpPr>
          <p:cNvPr id="21" name="Text 18"/>
          <p:cNvSpPr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69C"/>
                </a:solidFill>
              </a:rPr>
              <a:t>Key difference from cp: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</a:rPr>
              <a:t>cp makes a copy (original stays), mv moves it (original is gone).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969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2 Command Reference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96012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960120"/>
            <a:ext cx="64008" cy="1143000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051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96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85800" y="13441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text or write to files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5800" y="1673352"/>
            <a:ext cx="3566160" cy="3200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16733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"Hi" &gt; file.txt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96012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960120"/>
            <a:ext cx="64008" cy="1143000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13" name="Text 10"/>
          <p:cNvSpPr/>
          <p:nvPr/>
        </p:nvSpPr>
        <p:spPr>
          <a:xfrm>
            <a:off x="4983480" y="10515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96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983480" y="13441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contents of a file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983480" y="1673352"/>
            <a:ext cx="3566160" cy="3200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16" name="Text 13"/>
          <p:cNvSpPr/>
          <p:nvPr/>
        </p:nvSpPr>
        <p:spPr>
          <a:xfrm>
            <a:off x="5074920" y="16733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cat file.txt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228600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2286000"/>
            <a:ext cx="64008" cy="1143000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96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685800" y="2670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file or folder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85800" y="2999232"/>
            <a:ext cx="3566160" cy="3200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29992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cp file.txt copy.txt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754880" y="228600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754880" y="2286000"/>
            <a:ext cx="64008" cy="1143000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25" name="Text 22"/>
          <p:cNvSpPr/>
          <p:nvPr/>
        </p:nvSpPr>
        <p:spPr>
          <a:xfrm>
            <a:off x="4983480" y="2377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96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4983480" y="26700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or rename a file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4983480" y="2999232"/>
            <a:ext cx="3566160" cy="3200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28" name="Text 25"/>
          <p:cNvSpPr/>
          <p:nvPr/>
        </p:nvSpPr>
        <p:spPr>
          <a:xfrm>
            <a:off x="5074920" y="29992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mv old.txt new.txt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61188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457200" y="3611880"/>
            <a:ext cx="64008" cy="1143000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31" name="Text 28"/>
          <p:cNvSpPr/>
          <p:nvPr/>
        </p:nvSpPr>
        <p:spPr>
          <a:xfrm>
            <a:off x="685800" y="3703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96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685800" y="39959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output to file (overwrite)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85800" y="4325112"/>
            <a:ext cx="3566160" cy="3200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34" name="Text 31"/>
          <p:cNvSpPr/>
          <p:nvPr/>
        </p:nvSpPr>
        <p:spPr>
          <a:xfrm>
            <a:off x="777240" y="43251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"text" &gt; file.txt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754880" y="3611880"/>
            <a:ext cx="402336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754880" y="3611880"/>
            <a:ext cx="64008" cy="1143000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37" name="Text 34"/>
          <p:cNvSpPr/>
          <p:nvPr/>
        </p:nvSpPr>
        <p:spPr>
          <a:xfrm>
            <a:off x="4983480" y="3703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96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4983480" y="39959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output to file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4983480" y="4325112"/>
            <a:ext cx="3566160" cy="320040"/>
          </a:xfrm>
          <a:prstGeom prst="rect">
            <a:avLst/>
          </a:prstGeom>
          <a:solidFill>
            <a:srgbClr val="1E1E1E"/>
          </a:solidFill>
          <a:ln/>
        </p:spPr>
      </p:sp>
      <p:sp>
        <p:nvSpPr>
          <p:cNvPr id="40" name="Text 37"/>
          <p:cNvSpPr/>
          <p:nvPr/>
        </p:nvSpPr>
        <p:spPr>
          <a:xfrm>
            <a:off x="5074920" y="432511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C93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echo "more" &gt;&gt; file.txt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969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4572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920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Let’s Practice!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1371600" y="2834640"/>
            <a:ext cx="6400800" cy="16459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" name="Shape 3"/>
          <p:cNvSpPr/>
          <p:nvPr/>
        </p:nvSpPr>
        <p:spPr>
          <a:xfrm>
            <a:off x="1371600" y="2834640"/>
            <a:ext cx="6400800" cy="45720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7" name="Text 4"/>
          <p:cNvSpPr/>
          <p:nvPr/>
        </p:nvSpPr>
        <p:spPr>
          <a:xfrm>
            <a:off x="1828800" y="301752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7DC6F"/>
                </a:solidFill>
              </a:rPr>
              <a:t>1.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Go to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6EC6CA"/>
                </a:solidFill>
              </a:rPr>
              <a:t>DistroSea.com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 and launch Ubuntu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7DC6F"/>
                </a:solidFill>
              </a:rPr>
              <a:t>2.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Open the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6EC6CA"/>
                </a:solidFill>
              </a:rPr>
              <a:t>Terminal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 (Ctrl + Alt + T)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7DC6F"/>
                </a:solidFill>
              </a:rPr>
              <a:t>3.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Follow along with the </a:t>
            </a:r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6EC6CA"/>
                </a:solidFill>
              </a:rPr>
              <a:t>classwork worksheet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F7DC6F"/>
                </a:solidFill>
              </a:rPr>
              <a:t>4.  </a:t>
            </a:r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Use Week 1 commands too — you’ll need them!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F969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156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2 Recap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457200" y="1005840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005840"/>
            <a:ext cx="64008" cy="530352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1097280"/>
            <a:ext cx="347472" cy="347472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80160" y="1051560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echo prints text and can write content into files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1645920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1645920"/>
            <a:ext cx="64008" cy="530352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12" name="Shape 9"/>
          <p:cNvSpPr/>
          <p:nvPr/>
        </p:nvSpPr>
        <p:spPr>
          <a:xfrm>
            <a:off x="731520" y="1737360"/>
            <a:ext cx="347472" cy="347472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13" name="Text 10"/>
          <p:cNvSpPr/>
          <p:nvPr/>
        </p:nvSpPr>
        <p:spPr>
          <a:xfrm>
            <a:off x="731520" y="1737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280160" y="1691640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overwrites a file, &gt;&gt; appends to the end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457200" y="2286000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57200" y="2286000"/>
            <a:ext cx="64008" cy="530352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17" name="Shape 14"/>
          <p:cNvSpPr/>
          <p:nvPr/>
        </p:nvSpPr>
        <p:spPr>
          <a:xfrm>
            <a:off x="731520" y="2377440"/>
            <a:ext cx="347472" cy="347472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18" name="Text 15"/>
          <p:cNvSpPr/>
          <p:nvPr/>
        </p:nvSpPr>
        <p:spPr>
          <a:xfrm>
            <a:off x="731520" y="23774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280160" y="2331720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displays the contents of a file in the terminal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57200" y="2926080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" y="2926080"/>
            <a:ext cx="64008" cy="530352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22" name="Shape 19"/>
          <p:cNvSpPr/>
          <p:nvPr/>
        </p:nvSpPr>
        <p:spPr>
          <a:xfrm>
            <a:off x="731520" y="3017520"/>
            <a:ext cx="347472" cy="347472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23" name="Text 20"/>
          <p:cNvSpPr/>
          <p:nvPr/>
        </p:nvSpPr>
        <p:spPr>
          <a:xfrm>
            <a:off x="731520" y="3017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280160" y="2971800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copies files and folders (use -r for folders)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457200" y="3566160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7200" y="3566160"/>
            <a:ext cx="64008" cy="530352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27" name="Shape 24"/>
          <p:cNvSpPr/>
          <p:nvPr/>
        </p:nvSpPr>
        <p:spPr>
          <a:xfrm>
            <a:off x="731520" y="3657600"/>
            <a:ext cx="347472" cy="347472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28" name="Text 25"/>
          <p:cNvSpPr/>
          <p:nvPr/>
        </p:nvSpPr>
        <p:spPr>
          <a:xfrm>
            <a:off x="731520" y="3657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280160" y="3611880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 moves files to new locations OR renames them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457200" y="4206240"/>
            <a:ext cx="8229600" cy="5303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57200" y="4206240"/>
            <a:ext cx="64008" cy="530352"/>
          </a:xfrm>
          <a:prstGeom prst="rect">
            <a:avLst/>
          </a:prstGeom>
          <a:solidFill>
            <a:srgbClr val="0F969C"/>
          </a:solidFill>
          <a:ln/>
        </p:spPr>
      </p:sp>
      <p:sp>
        <p:nvSpPr>
          <p:cNvPr id="32" name="Shape 29"/>
          <p:cNvSpPr/>
          <p:nvPr/>
        </p:nvSpPr>
        <p:spPr>
          <a:xfrm>
            <a:off x="731520" y="4297680"/>
            <a:ext cx="347472" cy="347472"/>
          </a:xfrm>
          <a:prstGeom prst="ellipse">
            <a:avLst/>
          </a:prstGeom>
          <a:solidFill>
            <a:srgbClr val="0F969C"/>
          </a:solidFill>
          <a:ln/>
        </p:spPr>
      </p:sp>
      <p:sp>
        <p:nvSpPr>
          <p:cNvPr id="33" name="Text 30"/>
          <p:cNvSpPr/>
          <p:nvPr/>
        </p:nvSpPr>
        <p:spPr>
          <a:xfrm>
            <a:off x="731520" y="4297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1280160" y="4251960"/>
            <a:ext cx="7223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keeps the original, mv removes it from the old location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3200400" y="4892040"/>
            <a:ext cx="2743200" cy="36576"/>
          </a:xfrm>
          <a:prstGeom prst="rect">
            <a:avLst/>
          </a:prstGeom>
          <a:solidFill>
            <a:srgbClr val="F7DC6F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Week 2 - Working with File Content</dc:title>
  <dc:subject>PptxGenJS Presentation</dc:subject>
  <dc:creator>Sanskar</dc:creator>
  <cp:lastModifiedBy>Sanskar</cp:lastModifiedBy>
  <cp:revision>1</cp:revision>
  <dcterms:created xsi:type="dcterms:W3CDTF">2026-02-21T16:05:09Z</dcterms:created>
  <dcterms:modified xsi:type="dcterms:W3CDTF">2026-02-21T16:05:09Z</dcterms:modified>
</cp:coreProperties>
</file>