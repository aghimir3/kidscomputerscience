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597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424160" y="640080"/>
            <a:ext cx="822960" cy="822960"/>
          </a:xfrm>
          <a:prstGeom prst="rect">
            <a:avLst/>
          </a:prstGeom>
          <a:solidFill>
            <a:srgbClr val="9B7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2700000">
            <a:off x="11338560" y="1554480"/>
            <a:ext cx="457200" cy="457200"/>
          </a:xfrm>
          <a:prstGeom prst="rect">
            <a:avLst/>
          </a:prstGeom>
          <a:solidFill>
            <a:srgbClr val="4F8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2700000">
            <a:off x="640080" y="5120640"/>
            <a:ext cx="640080" cy="640080"/>
          </a:xfrm>
          <a:prstGeom prst="rect">
            <a:avLst/>
          </a:prstGeom>
          <a:solidFill>
            <a:srgbClr val="E06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2700000">
            <a:off x="1371600" y="5852160"/>
            <a:ext cx="365760" cy="365760"/>
          </a:xfrm>
          <a:prstGeom prst="rect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2700000">
            <a:off x="10881360" y="5486400"/>
            <a:ext cx="502920" cy="50292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164592" cy="164592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1560" y="1874520"/>
            <a:ext cx="164592" cy="164592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0160" y="1874520"/>
            <a:ext cx="164592" cy="164592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08760" y="1874520"/>
            <a:ext cx="164592" cy="164592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with AI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with Gemini Canvas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 in plain English. Watch the computer build it.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DD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 ·  Weekend Class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1C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064240" y="548640"/>
            <a:ext cx="548640" cy="548640"/>
          </a:xfrm>
          <a:prstGeom prst="rect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2700000">
            <a:off x="548640" y="5760720"/>
            <a:ext cx="457200" cy="457200"/>
          </a:xfrm>
          <a:prstGeom prst="rect">
            <a:avLst/>
          </a:prstGeom>
          <a:solidFill>
            <a:srgbClr val="4F8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you'll build a </a:t>
            </a:r>
            <a:r>
              <a:rPr lang="en-US" sz="4000" b="1" dirty="0">
                <a:solidFill>
                  <a:srgbClr val="FBBC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game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writing a single line of code.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103327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128016" cy="1737360"/>
          </a:xfrm>
          <a:prstGeom prst="rect">
            <a:avLst/>
          </a:prstGeom>
          <a:solidFill>
            <a:srgbClr val="9B7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38862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here's the secret: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43891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is still using code the whole time. You're just telling it what you want in words — and it writes the code for you. Today we find out how that works.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AI  ·  Vibe Coding with Gemini Canvas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09728" cy="10972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" y="493776"/>
            <a:ext cx="109728" cy="10972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" y="493776"/>
            <a:ext cx="109728" cy="10972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" y="493776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6187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Gemini Canvas?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is a feature inside the Gemini app. You describe what you want, and Gemini builds it right there — then shows you a live preview you can actually 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172968"/>
            <a:ext cx="457200" cy="45720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1546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Gemini  </a:t>
            </a:r>
            <a:r>
              <a:rPr lang="en-US" sz="14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app to install — it's a tool inside gemini.google.com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014216"/>
            <a:ext cx="457200" cy="45720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399592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working stuff  </a:t>
            </a:r>
            <a:r>
              <a:rPr lang="en-US" sz="14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Games, quizzes, web pages, simulations — not just text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4855464"/>
            <a:ext cx="457200" cy="45720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483717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  </a:t>
            </a:r>
            <a:r>
              <a:rPr lang="en-US" sz="14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Preview and use what you built instantly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5696712"/>
            <a:ext cx="457200" cy="45720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5696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43000" y="567842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  </a:t>
            </a:r>
            <a:r>
              <a:rPr lang="en-US" sz="14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the free Gemini account you already have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406640" y="1691640"/>
            <a:ext cx="4206240" cy="44805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06640" y="1691640"/>
            <a:ext cx="4206240" cy="502920"/>
          </a:xfrm>
          <a:prstGeom prst="rect">
            <a:avLst/>
          </a:prstGeom>
          <a:solidFill>
            <a:srgbClr val="171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89520" y="1865376"/>
            <a:ext cx="146304" cy="14630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790688" y="1865376"/>
            <a:ext cx="146304" cy="146304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91856" y="1865376"/>
            <a:ext cx="146304" cy="14630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2104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· Canvas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80960" y="251460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0" y="2514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8D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"Make a space dodger game"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80960" y="333756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0B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rot="2700000">
            <a:off x="9235440" y="4206240"/>
            <a:ext cx="502920" cy="502920"/>
          </a:xfrm>
          <a:prstGeom prst="rect">
            <a:avLst/>
          </a:prstGeom>
          <a:solidFill>
            <a:srgbClr val="9B7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229600" y="4937760"/>
            <a:ext cx="411480" cy="41148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332720" y="3657600"/>
            <a:ext cx="320040" cy="32004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80960" y="5623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9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AI  ·  Vibe Coding with Gemini Canvas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09728" cy="10972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" y="493776"/>
            <a:ext cx="109728" cy="10972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" y="493776"/>
            <a:ext cx="109728" cy="10972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" y="493776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6187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"Vibe Coding"?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7830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</a:t>
            </a:r>
            <a:r>
              <a:rPr lang="en-US" sz="2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building software by </a:t>
            </a:r>
            <a:r>
              <a:rPr lang="en-US" sz="2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it in plain language</a:t>
            </a:r>
            <a:r>
              <a:rPr lang="en-US" sz="2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typing out the code yourself.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53949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8680" y="3703320"/>
            <a:ext cx="731520" cy="73152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703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the Director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663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WHAT to build, describe it clearly, test it, and ask for changes until it's right.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383280"/>
            <a:ext cx="53949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37960" y="3703320"/>
            <a:ext cx="731520" cy="731520"/>
          </a:xfrm>
          <a:prstGeom prst="ellipse">
            <a:avLst/>
          </a:prstGeom>
          <a:solidFill>
            <a:srgbClr val="9B7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37960" y="3703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5236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is the Builder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46634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figures out HOW to build it, writes the actual code, and fixes things when you describe a problem.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AI  ·  Vibe Coding with Gemini Canvas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09728" cy="10972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" y="493776"/>
            <a:ext cx="109728" cy="10972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" y="493776"/>
            <a:ext cx="109728" cy="10972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" y="493776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6187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Code Canvas Writes For You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 app is built from three kinds of code. Canvas writes all three — peek and you'll recognize them!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3520440" cy="146304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8680" y="2788920"/>
            <a:ext cx="1097280" cy="109728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Skeleton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68680" y="46177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— buttons, text, boxes. What pieces exist on the page.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25112" y="242316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25112" y="2423160"/>
            <a:ext cx="3520440" cy="146304"/>
          </a:xfrm>
          <a:prstGeom prst="rect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45152" y="2788920"/>
            <a:ext cx="1097280" cy="109728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45152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45152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Style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645152" y="46177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looks — colors, fonts, sizes, spacing. How everything appears.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01584" y="242316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01584" y="2423160"/>
            <a:ext cx="3520440" cy="146304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421624" y="2788920"/>
            <a:ext cx="1097280" cy="109728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21624" y="2788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421624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Brain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421624" y="46177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= the behavior. What happens when you click, move, or score.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AI  ·  Vibe Coding with Gemini Canvas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09728" cy="10972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" y="493776"/>
            <a:ext cx="109728" cy="10972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" y="493776"/>
            <a:ext cx="109728" cy="10972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" y="493776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6187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Canvas Workflow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17320" y="2468880"/>
            <a:ext cx="868680" cy="86868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17320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Gemini, pick Canvas, and describe what you want to build.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90672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410712" y="21945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79392" y="2468880"/>
            <a:ext cx="868680" cy="86868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79392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593592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639312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writes the code. Switch to Preview to use it live.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52744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272784" y="21945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41464" y="2468880"/>
            <a:ext cx="868680" cy="86868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41464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55664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01384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perfect? Describe what to change — it updates instantly.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814816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9134856" y="21945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003536" y="2468880"/>
            <a:ext cx="868680" cy="86868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003536" y="2468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317736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363456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link so friends can open and copy your creation.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 repeat as many times as you like. That loop is the heart of building with AI.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AI  ·  Vibe Coding with Gemini Canvas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09728" cy="10972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" y="493776"/>
            <a:ext cx="109728" cy="10972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" y="493776"/>
            <a:ext cx="109728" cy="10972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" y="493776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6187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Can Build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4592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Dodge, click, guess, race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25112" y="19202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99432" y="2240280"/>
            <a:ext cx="640080" cy="64008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22392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Quizzes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45152" y="2971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friends on any topic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01584" y="19202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75904" y="2240280"/>
            <a:ext cx="640080" cy="64008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98864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21624" y="2971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system you can click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4592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Pages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5029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'About Me' or fan page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25112" y="3977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99432" y="4297680"/>
            <a:ext cx="640080" cy="640080"/>
          </a:xfrm>
          <a:prstGeom prst="ellipse">
            <a:avLst/>
          </a:prstGeom>
          <a:solidFill>
            <a:srgbClr val="9B7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22392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Tools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45152" y="5029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playable synth keyboard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101584" y="39776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375904" y="4297680"/>
            <a:ext cx="640080" cy="640080"/>
          </a:xfrm>
          <a:prstGeom prst="ellipse">
            <a:avLst/>
          </a:prstGeom>
          <a:solidFill>
            <a:srgbClr val="4F8D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98864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421624" y="5029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data into charts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AI  ·  Vibe Coding with Gemini Canvas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09728" cy="10972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" y="493776"/>
            <a:ext cx="109728" cy="10972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" y="493776"/>
            <a:ext cx="109728" cy="10972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" y="493776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6187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SKILL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Specific: Vague vs. Clear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clearer your words, the better what you get back. Same tool — totally different results.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CECEA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128016" cy="3566160"/>
          </a:xfrm>
          <a:prstGeom prst="rect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PROMPT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15468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1546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"make a game"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2976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B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has to guess everything — you'll probably get something random you didn't want.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E8F3EC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128016" cy="356616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PROMPT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0" y="3154680"/>
            <a:ext cx="4663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0" y="3200400"/>
            <a:ext cx="4297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"Make a space game where I dodge asteroids. Arrow keys move my ship, show a score at the top, and speed up over time."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4983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7E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knows exactly what to build — you get what you imagined.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AI  ·  Vibe Coding with Gemini Canvas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1155680" y="548640"/>
            <a:ext cx="457200" cy="457200"/>
          </a:xfrm>
          <a:prstGeom prst="rect">
            <a:avLst/>
          </a:prstGeom>
          <a:solidFill>
            <a:srgbClr val="9B7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2700000">
            <a:off x="548640" y="5852160"/>
            <a:ext cx="411480" cy="411480"/>
          </a:xfrm>
          <a:prstGeom prst="rect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640080"/>
            <a:ext cx="146304" cy="146304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33272" y="640080"/>
            <a:ext cx="146304" cy="146304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43584" y="640080"/>
            <a:ext cx="146304" cy="146304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53896" y="640080"/>
            <a:ext cx="146304" cy="146304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Build–Test–Refine Loop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programmers almost never get it right the first time. They build, test, find a problem, and fix it — over and over. You'll do the exact same thing.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211C57"/>
          </a:solidFill>
          <a:ln w="254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45920" y="3291840"/>
            <a:ext cx="731520" cy="73152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4592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526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 and let Gemini make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54680" y="3657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566160" y="301752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211C57"/>
          </a:solidFill>
          <a:ln w="254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89120" y="3291840"/>
            <a:ext cx="731520" cy="73152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5760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49040" y="4526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in Preview — does it work?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897880" y="3657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309360" y="301752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211C57"/>
          </a:solidFill>
          <a:ln w="254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32320" y="3291840"/>
            <a:ext cx="731520" cy="73152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080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92240" y="4526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what's wrong or missing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641080" y="36576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052560" y="301752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211C57"/>
          </a:solidFill>
          <a:ln w="254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875520" y="3291840"/>
            <a:ext cx="731520" cy="73152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875520" y="3291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14400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235440" y="4526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fix → build again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" y="5623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DD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programmers call DEBUGGING.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AI  ·  Vibe Coding with Gemini Canvas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09728" cy="10972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" y="493776"/>
            <a:ext cx="109728" cy="10972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" y="493776"/>
            <a:ext cx="109728" cy="10972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" y="493776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6187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LIKE A PRO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Ask for a Change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something's off, describe the problem AND what you want instead. Be specific — just like your first prompt.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4754880" cy="640080"/>
          </a:xfrm>
          <a:prstGeom prst="roundRect">
            <a:avLst>
              <a:gd name="adj" fmla="val 10000"/>
            </a:avLst>
          </a:prstGeom>
          <a:solidFill>
            <a:srgbClr val="FC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56946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 moves too fast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23560" y="256946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217920" y="2569464"/>
            <a:ext cx="5212080" cy="6400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256946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8D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 </a:t>
            </a: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the ball move about half as fast."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84448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3776472"/>
            <a:ext cx="4754880" cy="640080"/>
          </a:xfrm>
          <a:prstGeom prst="roundRect">
            <a:avLst>
              <a:gd name="adj" fmla="val 10000"/>
            </a:avLst>
          </a:prstGeom>
          <a:solidFill>
            <a:srgbClr val="FC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7764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hard to read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623560" y="377647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217920" y="3776472"/>
            <a:ext cx="5212080" cy="6400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55080" y="377647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8D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 </a:t>
            </a: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the text bigger and use dark blue."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791456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7240" y="4983480"/>
            <a:ext cx="4754880" cy="640080"/>
          </a:xfrm>
          <a:prstGeom prst="roundRect">
            <a:avLst>
              <a:gd name="adj" fmla="val 10000"/>
            </a:avLst>
          </a:prstGeom>
          <a:solidFill>
            <a:srgbClr val="FC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4983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way to restart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23560" y="49834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217920" y="4983480"/>
            <a:ext cx="5212080" cy="6400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55080" y="4983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8D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Say:  </a:t>
            </a:r>
            <a:r>
              <a:rPr lang="en-US" sz="14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 'Play Again' button after game over."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AI  ·  Vibe Coding with Gemini Canvas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09728" cy="10972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" y="493776"/>
            <a:ext cx="109728" cy="10972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" y="493776"/>
            <a:ext cx="109728" cy="10972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" y="493776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6187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GEMINI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Vibe-Coding Tools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Canvas isn't the only one. Developers use whole websites built just for vibe coding. Here are two we'll look at.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3949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2743200"/>
            <a:ext cx="777240" cy="777240"/>
          </a:xfrm>
          <a:prstGeom prst="ellipse">
            <a:avLst/>
          </a:prstGeom>
          <a:solidFill>
            <a:srgbClr val="E06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83080" y="2788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Lovable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3657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app-builder website. Type one prompt and it builds a whole web app.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05840" y="5257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423160"/>
            <a:ext cx="539496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537960" y="2743200"/>
            <a:ext cx="777240" cy="77724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52360" y="2788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AI Studio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37960" y="36576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playground developers use to build and test with Google's AI models.</a:t>
            </a:r>
          </a:p>
        </p:txBody>
      </p:sp>
      <p:sp>
        <p:nvSpPr>
          <p:cNvPr id="22" name="Text 20"/>
          <p:cNvSpPr/>
          <p:nvPr/>
        </p:nvSpPr>
        <p:spPr>
          <a:xfrm>
            <a:off x="6675120" y="5257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AI  ·  Vibe Coding with Gemini Canvas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09728" cy="10972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" y="493776"/>
            <a:ext cx="109728" cy="10972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" y="493776"/>
            <a:ext cx="109728" cy="10972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" y="493776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6187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RECIPE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Prompt an App-Builder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App-builder tools work best with a clear recipe. Fill in the blanks: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5394960" cy="3703320"/>
          </a:xfrm>
          <a:prstGeom prst="roundRect">
            <a:avLst>
              <a:gd name="adj" fmla="val 2469"/>
            </a:avLst>
          </a:prstGeom>
          <a:solidFill>
            <a:srgbClr val="EEF2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a…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0" y="2551176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52928" y="25511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 of app or game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3172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that…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0" y="3209544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52928" y="32095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/ the goal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38313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have…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0" y="3867912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52928" y="3867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2–3 features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44897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look…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43200" y="452628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852928" y="4526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colors, theme, style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" y="51480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for…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743200" y="5184648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52928" y="5184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use it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2240280"/>
            <a:ext cx="539496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3796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537960" y="297180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0B1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0" y="315468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D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"Build a flashcard app that helps me study science vocabulary. It should let me flip cards, shuffle them, and track my score. Make it look bright and space-themed. It's for 7th-grade students."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AI  ·  Vibe Coding with Gemini Canvas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09728" cy="109728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" y="493776"/>
            <a:ext cx="109728" cy="109728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" y="493776"/>
            <a:ext cx="109728" cy="109728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" y="493776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61872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 STAY SMART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It — and Build Smart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737360" y="2194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Sharing your creation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shareable link with one click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can open it instantly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make their own copy to remix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your work to keep it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37960" y="2148840"/>
            <a:ext cx="731520" cy="73152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37960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406640" y="2194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habits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315468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mistakes — always test 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often; free tools have daily limits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private info in a prompt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the director — keep it kind and safe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AI  ·  Vibe Coding with Gemini Canvas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0698480" y="640080"/>
            <a:ext cx="731520" cy="731520"/>
          </a:xfrm>
          <a:prstGeom prst="rect">
            <a:avLst/>
          </a:prstGeom>
          <a:solidFill>
            <a:srgbClr val="9B7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rot="2700000">
            <a:off x="11521440" y="1554480"/>
            <a:ext cx="411480" cy="41148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2700000">
            <a:off x="640080" y="5394960"/>
            <a:ext cx="548640" cy="548640"/>
          </a:xfrm>
          <a:prstGeom prst="rect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2700000">
            <a:off x="10972800" y="5669280"/>
            <a:ext cx="457200" cy="45720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182880" cy="182880"/>
          </a:xfrm>
          <a:prstGeom prst="ellipse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69848" y="1371600"/>
            <a:ext cx="182880" cy="182880"/>
          </a:xfrm>
          <a:prstGeom prst="ellipse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16736" y="1371600"/>
            <a:ext cx="182880" cy="182880"/>
          </a:xfrm>
          <a:prstGeom prst="ellipse">
            <a:avLst/>
          </a:prstGeom>
          <a:solidFill>
            <a:srgbClr val="FBBC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63624" y="1371600"/>
            <a:ext cx="182880" cy="182880"/>
          </a:xfrm>
          <a:prstGeom prst="ellipse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Mission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B7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Test · Refine · Share your very own app.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128016" cy="1554480"/>
          </a:xfrm>
          <a:prstGeom prst="rect">
            <a:avLst/>
          </a:prstGeom>
          <a:solidFill>
            <a:srgbClr val="FDD6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38404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</a:t>
            </a:r>
            <a:r>
              <a:rPr lang="en-US" sz="18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test as you go, and don't be afraid to ask Gemini to change things. 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DD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something awesome.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1175</Words>
  <Application>Microsoft Macintosh PowerPoint</Application>
  <PresentationFormat>Widescreen</PresentationFormat>
  <Paragraphs>194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with AI</dc:title>
  <dc:subject>PptxGenJS Presentation</dc:subject>
  <dc:creator>CS Class</dc:creator>
  <cp:lastModifiedBy>Sanskar Thapa</cp:lastModifiedBy>
  <cp:revision>5</cp:revision>
  <dcterms:created xsi:type="dcterms:W3CDTF">2026-05-30T02:59:23Z</dcterms:created>
  <dcterms:modified xsi:type="dcterms:W3CDTF">2026-05-30T03:10:39Z</dcterms:modified>
</cp:coreProperties>
</file>