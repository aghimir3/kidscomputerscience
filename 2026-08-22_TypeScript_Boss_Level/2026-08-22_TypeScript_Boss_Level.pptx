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FBBC0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194560" cy="219456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828800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1828800"/>
            <a:ext cx="182880" cy="18288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8" name="Shape 6"/>
          <p:cNvSpPr/>
          <p:nvPr/>
        </p:nvSpPr>
        <p:spPr>
          <a:xfrm>
            <a:off x="1536192" y="182880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Level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+ Loops + Everything You Know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stop learning pieces — and start building real programs.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·  TypeScript Playground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HOW FAR YOU'VE 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Know More Than You Think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added one piece. Today they all snap together.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3520440" cy="1188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· number · boolean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5112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2286000"/>
            <a:ext cx="3520440" cy="11887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· let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1584" y="22860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286000"/>
            <a:ext cx="3520440" cy="11887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75904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86200"/>
            <a:ext cx="3520440" cy="11887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 · comparisons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25112" y="3886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112" y="3886200"/>
            <a:ext cx="3520440" cy="1188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99432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· while · i++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01584" y="3886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3886200"/>
            <a:ext cx="3520440" cy="11887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75904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 · [i] · .length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5532120"/>
            <a:ext cx="128016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these together and you can write programs that actually do useful work.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DEBRIEF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A — One Index Too Far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games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string[]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[...]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games.length; i++)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console.log(games[i])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691640"/>
            <a:ext cx="4389120" cy="1828800"/>
          </a:xfrm>
          <a:prstGeom prst="roundRect">
            <a:avLst>
              <a:gd name="adj" fmla="val 450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0" y="1691640"/>
            <a:ext cx="128016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items, length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indexes are 0, 1, 2. But  &lt;=  lets i reach 3 — which doesn't exist!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411480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9476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Soccer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89720" y="411480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7260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5257800"/>
            <a:ext cx="10789920" cy="8229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5257800"/>
            <a:ext cx="128016" cy="8229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2578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games.length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always  &lt;  , never  &lt;=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DEBRIEF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B — The Resetting Total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128016" cy="35661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7744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5146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total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 = 0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points[i]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 born again every round — so it never adds 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91640"/>
            <a:ext cx="128016" cy="3566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237744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202124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5146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 = 0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points[i]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526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ONCE, before the loop. Now it survives every round.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anything that needs to REMEMBER across rounds must be born outside the loop.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Length is NOT the Last Index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scores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number[]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[85, 92, 78, 95, 88]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2834640"/>
            <a:ext cx="1417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834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14600" y="4069080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2834640"/>
            <a:ext cx="1417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2834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60520" y="4069080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94960" y="2834640"/>
            <a:ext cx="1417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2834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806440" y="4069080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40880" y="2834640"/>
            <a:ext cx="1417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2834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52360" y="4069080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86800" y="2834640"/>
            <a:ext cx="1417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0" y="2834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098280" y="4069080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29" name="Text 27"/>
          <p:cNvSpPr/>
          <p:nvPr/>
        </p:nvSpPr>
        <p:spPr>
          <a:xfrm>
            <a:off x="909828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8920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88720" y="4892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scores.length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 </a:t>
            </a:r>
            <a:pPr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0" y="48920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4892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index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 </a:t>
            </a:r>
            <a:pPr indent="0" marL="0">
              <a:buNone/>
            </a:pPr>
            <a:r>
              <a:rPr lang="en-US" sz="2000" b="1" dirty="0">
                <a:solidFill>
                  <a:srgbClr val="B0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(length - 1)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PATTERN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Array Program Has the Same Shape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this shape once and you can write hundreds of different programs.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6949440" cy="2651760"/>
          </a:xfrm>
          <a:prstGeom prst="roundRect">
            <a:avLst>
              <a:gd name="adj" fmla="val 2759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answer = &lt;a starting value&gt;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remember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list.length; i++) {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visit each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do something with list[i]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console.log(answer)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// 4. report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3474720" cy="566928"/>
          </a:xfrm>
          <a:prstGeom prst="roundRect">
            <a:avLst>
              <a:gd name="adj" fmla="val 1451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2194560"/>
            <a:ext cx="91440" cy="5669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94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Remember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outside the 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880360"/>
            <a:ext cx="3474720" cy="566928"/>
          </a:xfrm>
          <a:prstGeom prst="roundRect">
            <a:avLst>
              <a:gd name="adj" fmla="val 1451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880360"/>
            <a:ext cx="91440" cy="56692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Visit 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loop, every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566160"/>
            <a:ext cx="3474720" cy="566928"/>
          </a:xfrm>
          <a:prstGeom prst="roundRect">
            <a:avLst>
              <a:gd name="adj" fmla="val 1451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3566160"/>
            <a:ext cx="91440" cy="5669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566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 something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is what changes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4251960"/>
            <a:ext cx="3474720" cy="566928"/>
          </a:xfrm>
          <a:prstGeom prst="roundRect">
            <a:avLst>
              <a:gd name="adj" fmla="val 1451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4251960"/>
            <a:ext cx="91440" cy="5669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251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answer at the 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5074920"/>
            <a:ext cx="10789920" cy="914400"/>
          </a:xfrm>
          <a:prstGeom prst="roundRect">
            <a:avLst>
              <a:gd name="adj" fmla="val 9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5074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step 3 changes between programs. Everything else stays exactly the same!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SUPERPOWERS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Classic Moves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every programmer does with a list. No new syntax — just the shape above.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4688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all up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94960" y="2450592"/>
            <a:ext cx="6035040" cy="493776"/>
          </a:xfrm>
          <a:prstGeom prst="roundRect">
            <a:avLst>
              <a:gd name="adj" fmla="val 12963"/>
            </a:avLst>
          </a:prstGeom>
          <a:solidFill>
            <a:srgbClr val="202124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45059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total + list[i]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largest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3410712"/>
            <a:ext cx="6035040" cy="493776"/>
          </a:xfrm>
          <a:prstGeom prst="roundRect">
            <a:avLst>
              <a:gd name="adj" fmla="val 12963"/>
            </a:avLst>
          </a:prstGeom>
          <a:solidFill>
            <a:srgbClr val="202124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341071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(list[i] &gt; best) best = list[i]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3891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BBC0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match?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94960" y="4370832"/>
            <a:ext cx="6035040" cy="493776"/>
          </a:xfrm>
          <a:prstGeom prst="roundRect">
            <a:avLst>
              <a:gd name="adj" fmla="val 12963"/>
            </a:avLst>
          </a:prstGeom>
          <a:solidFill>
            <a:srgbClr val="202124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437083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(test) count = count + 1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3492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14600" y="5166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 there?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94960" y="5330952"/>
            <a:ext cx="6035040" cy="493776"/>
          </a:xfrm>
          <a:prstGeom prst="roundRect">
            <a:avLst>
              <a:gd name="adj" fmla="val 12963"/>
            </a:avLst>
          </a:prstGeom>
          <a:solidFill>
            <a:srgbClr val="202124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533095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(list[i] === target) found = true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— Add Them All Up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scores.length; i++) {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scores[i]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console.log(`Total: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${total}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657600" cy="2651760"/>
          </a:xfrm>
          <a:prstGeom prst="roundRect">
            <a:avLst>
              <a:gd name="adj" fmla="val 3103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grow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+85 → 85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+92 → 177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3054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+78 → 255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438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+95 → 350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822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+88 → 438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789920" cy="1280160"/>
          </a:xfrm>
          <a:prstGeom prst="roundRect">
            <a:avLst>
              <a:gd name="adj" fmla="val 6429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663440"/>
            <a:ext cx="128016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the average is one more line: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average: number = total / scores.length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 — Find the Champion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highest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scores[0]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start at item 0!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scores.length; i++)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(scores[i] &gt; highest)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highest = scores[i]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657600" cy="2651760"/>
          </a:xfrm>
          <a:prstGeom prst="roundRect">
            <a:avLst>
              <a:gd name="adj" fmla="val 310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so far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→ 85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→ 92 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3054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→ 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438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→ 95 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822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→ 95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789920" cy="1280160"/>
          </a:xfrm>
          <a:prstGeom prst="roundRect">
            <a:avLst>
              <a:gd name="adj" fmla="val 6429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663440"/>
            <a:ext cx="128016" cy="12801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230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highest at scores[0] instead of 0? What would break if the list were freezing temperatures?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— How Many Match?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Total — but instead of adding the value, you add 1 whenever something is true.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aboveNinety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scores.length; i++)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(scores[i] &gt; 90)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aboveNinety = aboveNinety + 1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657600" cy="3063240"/>
          </a:xfrm>
          <a:prstGeom prst="roundRect">
            <a:avLst>
              <a:gd name="adj" fmla="val 2687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743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 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 YES →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511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 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 YES →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279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 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440680"/>
            <a:ext cx="10789920" cy="731520"/>
          </a:xfrm>
          <a:prstGeom prst="roundRect">
            <a:avLst>
              <a:gd name="adj" fmla="val 11250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5440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adds the number. Count adds 1. That's the only difference!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— Is It In There?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a real job for a boolean! You've had them since week one — here's where they shine.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7223760" cy="3474720"/>
          </a:xfrm>
          <a:prstGeom prst="roundRect">
            <a:avLst>
              <a:gd name="adj" fmla="val 2105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target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78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found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boolean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false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scores.length; i++) {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(scores[i] === target) {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true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(found) { ... } else { ... 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12480" y="2194560"/>
            <a:ext cx="3200400" cy="3474720"/>
          </a:xfrm>
          <a:prstGeom prst="roundRect">
            <a:avLst>
              <a:gd name="adj" fmla="val 2571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2194560"/>
            <a:ext cx="128016" cy="3474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trick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28803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false.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ever find it, flip to true.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true, it stays true — so you know by the end.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Label Checker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AI labels from your homework? Let's actually CHECK the data with code.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7315200" cy="3566160"/>
          </a:xfrm>
          <a:prstGeom prst="roundRect">
            <a:avLst>
              <a:gd name="adj" fmla="val 2051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string[]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"tree"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"car"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...]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unknownCount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labels.length; i++) {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(labels[i] === "unknown") {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unknownCount = unknownCount + 1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percent = (unknownCount / labels.length) * 100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03920" y="2249424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2148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+ type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2798064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697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.length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3346704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3246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labels[i]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3895344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===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443984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4343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992624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4892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division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544068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at once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806440"/>
            <a:ext cx="7315200" cy="54864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5806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if the percent is too high, a human should check the data.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i = 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 &lt; list.length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answer variable BEFORE the loop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answer AFTER the 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i &lt;= list.length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 the total inside the loop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length is the last index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print inside the loop when you want ONE answer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 ·  Arrays &amp; Loops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291840" cy="3291840"/>
          </a:xfrm>
          <a:prstGeom prst="ellipse">
            <a:avLst/>
          </a:prstGeom>
          <a:solidFill>
            <a:srgbClr val="FBBC0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64592" cy="16459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82296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822960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82296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Missions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20824"/>
            <a:ext cx="310896" cy="310896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1965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 Each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the loop idiom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23744"/>
            <a:ext cx="310896" cy="31089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4688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026664"/>
            <a:ext cx="310896" cy="310896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29718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.length in the math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529584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3474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champion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032504"/>
            <a:ext cx="310896" cy="310896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39776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0" y="39776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above 90?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535424"/>
            <a:ext cx="310896" cy="31089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07008" y="4480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Each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0" y="44805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if/else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98348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" y="5038344"/>
            <a:ext cx="310896" cy="310896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07008" y="49834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029200" y="49834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boolean flag trick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" y="5541264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07008" y="5486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Label Checker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029200" y="548640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in one program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you'll have written a program that checks AI data. Let's go!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 Level: Arrays &amp; Loops</dc:title>
  <dc:subject>PptxGenJS Presentation</dc:subject>
  <dc:creator>CS Class</dc:creator>
  <cp:lastModifiedBy>CS Class</cp:lastModifiedBy>
  <cp:revision>1</cp:revision>
  <dcterms:created xsi:type="dcterms:W3CDTF">2026-08-22T03:39:08Z</dcterms:created>
  <dcterms:modified xsi:type="dcterms:W3CDTF">2026-08-22T03:39:08Z</dcterms:modified>
</cp:coreProperties>
</file>