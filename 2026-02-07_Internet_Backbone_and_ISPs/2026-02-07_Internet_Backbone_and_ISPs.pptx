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How the Internet Connects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ISPs, Backbones, and the Cables Under the Ocean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February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Quick Review: Cloud &amp; Data Centers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8483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762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is an ISP?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06624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980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Internet Backbones &amp; Fiber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28416"/>
            <a:ext cx="502920" cy="50292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198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Undersea Cables &amp; What If They Break?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416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Internet Exchange Points (IXPs)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502920" cy="5029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CDNs: Content Close to You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19379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852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Asking ChatGPT: A Real-World Trace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81558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070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Hands-on: Internet Map Explorer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From last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0058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1E3A5F"/>
                </a:solidFill>
                <a:latin typeface="Segoe UI"/>
              </a:defRPr>
            </a:pPr>
            <a:r>
              <a:t>The cloud is real buildings filled with servers (data centers)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4242"/>
                </a:solidFill>
                <a:latin typeface="Segoe UI"/>
              </a:defRPr>
            </a:pPr>
            <a:r>
              <a:t>Today we answer a new question: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9445752" cy="11887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do those data centers connect to the whole world?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67A6"/>
                </a:solidFill>
                <a:latin typeface="Segoe UI"/>
              </a:defRPr>
            </a:pPr>
            <a:r>
              <a:t>Answer: ISPs, backbones, and huge cables!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is an ISP?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ISP = Internet Service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The company that connects your home or school to the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Examples: Comcast, Spectrum, AT&amp;T, Verizon, Cox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They own local cables, towers, and neighborhood equipment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Your ISP is your first hop to the wider internet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852160"/>
            <a:ext cx="9994392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Think of an ISP like your neighborhood road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From Your Home to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128016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Your Device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2468880"/>
            <a:ext cx="914400" cy="4572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2377440" cy="1280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Home Router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0" y="2468880"/>
            <a:ext cx="914400" cy="4572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2011680"/>
            <a:ext cx="3291840" cy="12801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ISP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Your data leaves your house and enters your ISP's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From there, it travels to bigger and bigger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Internet Backbones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Backbones = Super-fast fiber highways that carry internet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360152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907792"/>
            <a:ext cx="109728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0152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639312"/>
            <a:ext cx="109728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10360152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4370832"/>
            <a:ext cx="109728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Fiber optic cables use light to send data super fast.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Undersea Cables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Most of the world's internet travels through cables under the ocean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360152" cy="237744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063240"/>
            <a:ext cx="98755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98755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069080"/>
            <a:ext cx="98755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98755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These cables connect continents so data can cross the globe.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If a Cable Breaks?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7772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It happens more often than you think!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303520" cy="11887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Shark Bites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Sharks sometimes bite</a:t>
            </a:r>
            <a:br/>
            <a:r>
              <a:t>underwater cables!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06040"/>
            <a:ext cx="5303520" cy="11887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15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Ship Anchors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Anchors can snag and</a:t>
            </a:r>
            <a:br/>
            <a:r>
              <a:t>cut cables on the seafloor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303520" cy="11887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33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Earthquakes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Undersea quakes can</a:t>
            </a:r>
            <a:br/>
            <a:r>
              <a:t>snap cables apart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23360"/>
            <a:ext cx="5303520" cy="118872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133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Wear &amp; Tear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Salt water and pressure</a:t>
            </a:r>
            <a:br/>
            <a:r>
              <a:t>damage cables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5912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Good news: There are 500+ undersea cables! If one breaks, traffic reroutes through others.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Internet Exchange Points (IXPs)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IXP = A meeting place where networks connect and swap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475488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ISP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475488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ISP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75488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Cloud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4754880" cy="1005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IXPs make the internet faster and cheaper by shortening routes.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CDNs: Content Close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7772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CDN = Content Delivery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120640" cy="2377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4336"/>
                </a:solidFill>
                <a:latin typeface="Segoe UI"/>
              </a:defRPr>
            </a:pPr>
            <a:r>
              <a:t>Without CDN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200400"/>
            <a:ext cx="1463040" cy="6400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3337560"/>
            <a:ext cx="1280160" cy="365760"/>
          </a:xfrm>
          <a:prstGeom prst="rightArrow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3200400"/>
            <a:ext cx="155448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4336"/>
                </a:solidFill>
                <a:latin typeface="Segoe UI"/>
              </a:defRPr>
            </a:pPr>
            <a:r>
              <a:t>3,000+ miles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Slow loading, buffering, 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2606040"/>
            <a:ext cx="5120640" cy="23774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With CDN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1112" y="3200400"/>
            <a:ext cx="1463040" cy="6400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1E3A5F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02168" y="3337560"/>
            <a:ext cx="731520" cy="36576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3200400"/>
            <a:ext cx="210312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Nearby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~50 miles 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Fast loading, no buffering!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25912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4242"/>
                </a:solidFill>
                <a:latin typeface="Segoe UI"/>
              </a:defRPr>
            </a:pPr>
            <a:r>
              <a:t>CDN examples: YouTube, Netflix, TikTok, Spotify, Fortnite updates, school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Result: Faster loading, less buffering, and smoother games.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Example: Loading a YouTube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0152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You tap a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0152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Your request goes to your ISP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60152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It hops across the backbone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10360152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A nearby CDN serves the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94960"/>
            <a:ext cx="10360152" cy="7315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The video streams to your 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Latency: Distance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Latency = the delay before data arrives.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834640"/>
            <a:ext cx="9445752" cy="10972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1E3A5F"/>
                </a:solidFill>
                <a:latin typeface="Segoe UI"/>
              </a:defRPr>
            </a:pPr>
            <a:r>
              <a:t>Closer servers = faster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That is why CDNs and local data centers are so important.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Can the Internet Feel Slow?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Busy Wi-Fi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Too many devices 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Long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Data travels farther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035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Backbone Congestion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Too much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53035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Server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Popular sites get crowded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Most slowdowns are about distance, traffic, or Wi-Fi.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Happens When You Ask ChatGPT a Question?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508760"/>
            <a:ext cx="9720072" cy="59436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You type a question on your phone or laptop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057400"/>
            <a:ext cx="365760" cy="18288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67711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221991"/>
            <a:ext cx="972007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Your router sends it to your ISP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770631"/>
            <a:ext cx="365760" cy="18288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935224"/>
            <a:ext cx="9720072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Your ISP passes it along the backbone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483864"/>
            <a:ext cx="365760" cy="18288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694176"/>
            <a:ext cx="502920" cy="50292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648456"/>
            <a:ext cx="9720072" cy="5943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It may cross undersea cables to reach a data center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4197096"/>
            <a:ext cx="365760" cy="18288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407408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4361688"/>
            <a:ext cx="9720072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Thousands of GPUs process your question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4910328"/>
            <a:ext cx="365760" cy="18288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5074920"/>
            <a:ext cx="9720072" cy="5943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answer travels all the way back to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Total time: ~1-2 seconds! All thanks to fast cables and backbones.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Hands-on: Internet Map Explorer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0152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We will explore real internet maps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Find where undersea cables land near North America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Look for big internet hubs (IXPs)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See how many cables connect different continents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- Notice: the internet is physical, not magic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67A6"/>
                </a:solidFill>
                <a:latin typeface="Segoe UI"/>
              </a:defRPr>
            </a:pPr>
            <a:r>
              <a:t>Get ready for the class activity!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43200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ISP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6916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Your first connection to the 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743200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5146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Fast fiber highways connecting 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2743200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UNDERSEA CABLES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375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Connect continents under the ocean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2743200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IXP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1605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Meeting point where networks swap traffic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2743200" cy="6858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CDN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9834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Brings content closer for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Great job today! Time for Kahoot!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before we start the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