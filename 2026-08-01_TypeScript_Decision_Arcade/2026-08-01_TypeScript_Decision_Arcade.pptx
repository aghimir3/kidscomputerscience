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f35c3adaaef048d6" /><Relationship Type="http://schemas.openxmlformats.org/officeDocument/2006/relationships/extended-properties" Target="/docProps/app.xml" Id="Refb655584f504288" /><Relationship Type="http://schemas.openxmlformats.org/officeDocument/2006/relationships/officeDocument" Target="/ppt/presentation.xml" Id="R84695511d92943bc" /></Relationships>
</file>

<file path=ppt/presentation.xml><?xml version="1.0" encoding="utf-8"?>
<p:presentation xmlns:p="http://schemas.openxmlformats.org/presentationml/2006/main">
  <p:sldMasterIdLst>
    <p:sldMasterId xmlns:r="http://schemas.openxmlformats.org/officeDocument/2006/relationships" id="2147483648" r:id="Rf6dab4eb28e54ef0"/>
  </p:sldMasterIdLst>
  <p:notesMasterIdLst>
    <p:notesMasterId xmlns:r="http://schemas.openxmlformats.org/officeDocument/2006/relationships" r:id="R62562424105e47db"/>
  </p:notesMasterIdLst>
  <p:sldIdLst>
    <p:sldId xmlns:r="http://schemas.openxmlformats.org/officeDocument/2006/relationships" id="256" r:id="R2afa4c9238cd44e2"/>
    <p:sldId xmlns:r="http://schemas.openxmlformats.org/officeDocument/2006/relationships" id="257" r:id="R5efe27879ed24fd5"/>
    <p:sldId xmlns:r="http://schemas.openxmlformats.org/officeDocument/2006/relationships" id="258" r:id="R50e7da53f9cf4cef"/>
    <p:sldId xmlns:r="http://schemas.openxmlformats.org/officeDocument/2006/relationships" id="259" r:id="R9a7731839cba4c88"/>
    <p:sldId xmlns:r="http://schemas.openxmlformats.org/officeDocument/2006/relationships" id="260" r:id="R8cccb91779424fc6"/>
    <p:sldId xmlns:r="http://schemas.openxmlformats.org/officeDocument/2006/relationships" id="261" r:id="R1c13b5e6949e4f4d"/>
    <p:sldId xmlns:r="http://schemas.openxmlformats.org/officeDocument/2006/relationships" id="262" r:id="Re07029e7ebec42ba"/>
    <p:sldId xmlns:r="http://schemas.openxmlformats.org/officeDocument/2006/relationships" id="263" r:id="Raff08199094446c4"/>
    <p:sldId xmlns:r="http://schemas.openxmlformats.org/officeDocument/2006/relationships" id="264" r:id="R9e8142f6273e4251"/>
    <p:sldId xmlns:r="http://schemas.openxmlformats.org/officeDocument/2006/relationships" id="265" r:id="Rbe336f8de9a34949"/>
    <p:sldId xmlns:r="http://schemas.openxmlformats.org/officeDocument/2006/relationships" id="266" r:id="Rdbe784894832484b"/>
    <p:sldId xmlns:r="http://schemas.openxmlformats.org/officeDocument/2006/relationships" id="267" r:id="R27c8736bba2946a0"/>
    <p:sldId xmlns:r="http://schemas.openxmlformats.org/officeDocument/2006/relationships" id="268" r:id="R8e9e9d6b86a04349"/>
    <p:sldId xmlns:r="http://schemas.openxmlformats.org/officeDocument/2006/relationships" id="269" r:id="R312b73c27467497a"/>
    <p:sldId xmlns:r="http://schemas.openxmlformats.org/officeDocument/2006/relationships" id="270" r:id="Rc9817e59e541433c"/>
    <p:sldId xmlns:r="http://schemas.openxmlformats.org/officeDocument/2006/relationships" id="271" r:id="Rd9db75461f08453c"/>
    <p:sldId xmlns:r="http://schemas.openxmlformats.org/officeDocument/2006/relationships" id="272" r:id="R46dcdaf64bee494f"/>
    <p:sldId xmlns:r="http://schemas.openxmlformats.org/officeDocument/2006/relationships" id="273" r:id="Re01e4fddcdd04d45"/>
  </p:sldIdLst>
  <p:sldSz cx="12188952"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snapToObjects="1">
      <p:cViewPr>
        <p:scale>
          <a:sx xmlns:a="http://schemas.openxmlformats.org/drawingml/2006/main" n="1" d="1"/>
          <a:sy xmlns:a="http://schemas.openxmlformats.org/drawingml/2006/main" n="1" d="1"/>
        </p:scale>
        <p:origin x="0" y="0"/>
      </p:cViewPr>
      <p:guideLst/>
    </p:cSldViewPr>
  </p:slideViewPr>
  <p:gridSpacing cx="76200" cy="76200"/>
</p:viewPr>
</file>

<file path=ppt/_rels/presentation.xml.rels>&#65279;<?xml version="1.0" encoding="utf-8"?><Relationships xmlns="http://schemas.openxmlformats.org/package/2006/relationships"><Relationship Type="http://schemas.openxmlformats.org/officeDocument/2006/relationships/theme" Target="/ppt/theme/theme1.xml" Id="Rda40e76a08824999" /><Relationship Type="http://schemas.openxmlformats.org/officeDocument/2006/relationships/slideMaster" Target="/ppt/slideMasters/slideMaster1.xml" Id="Rf6dab4eb28e54ef0" /><Relationship Type="http://schemas.openxmlformats.org/officeDocument/2006/relationships/notesMaster" Target="/ppt/notesMasters/notesMaster1.xml" Id="R62562424105e47db" /><Relationship Type="http://schemas.openxmlformats.org/officeDocument/2006/relationships/presProps" Target="/ppt/presProps.xml" Id="Red54615325c24be9" /><Relationship Type="http://schemas.openxmlformats.org/officeDocument/2006/relationships/viewProps" Target="/ppt/viewProps.xml" Id="R87404cc698aa4310" /><Relationship Type="http://schemas.openxmlformats.org/officeDocument/2006/relationships/tableStyles" Target="/ppt/tableStyles.xml" Id="R2ceff834d9dc4170" /><Relationship Type="http://schemas.openxmlformats.org/officeDocument/2006/relationships/slide" Target="/ppt/slides/slide1.xml" Id="R2afa4c9238cd44e2" /><Relationship Type="http://schemas.openxmlformats.org/officeDocument/2006/relationships/slide" Target="/ppt/slides/slide2.xml" Id="R5efe27879ed24fd5" /><Relationship Type="http://schemas.openxmlformats.org/officeDocument/2006/relationships/slide" Target="/ppt/slides/slide3.xml" Id="R50e7da53f9cf4cef" /><Relationship Type="http://schemas.openxmlformats.org/officeDocument/2006/relationships/slide" Target="/ppt/slides/slide4.xml" Id="R9a7731839cba4c88" /><Relationship Type="http://schemas.openxmlformats.org/officeDocument/2006/relationships/slide" Target="/ppt/slides/slide5.xml" Id="R8cccb91779424fc6" /><Relationship Type="http://schemas.openxmlformats.org/officeDocument/2006/relationships/slide" Target="/ppt/slides/slide6.xml" Id="R1c13b5e6949e4f4d" /><Relationship Type="http://schemas.openxmlformats.org/officeDocument/2006/relationships/slide" Target="/ppt/slides/slide7.xml" Id="Re07029e7ebec42ba" /><Relationship Type="http://schemas.openxmlformats.org/officeDocument/2006/relationships/slide" Target="/ppt/slides/slide8.xml" Id="Raff08199094446c4" /><Relationship Type="http://schemas.openxmlformats.org/officeDocument/2006/relationships/slide" Target="/ppt/slides/slide9.xml" Id="R9e8142f6273e4251" /><Relationship Type="http://schemas.openxmlformats.org/officeDocument/2006/relationships/slide" Target="/ppt/slides/slide10.xml" Id="Rbe336f8de9a34949" /><Relationship Type="http://schemas.openxmlformats.org/officeDocument/2006/relationships/slide" Target="/ppt/slides/slide11.xml" Id="Rdbe784894832484b" /><Relationship Type="http://schemas.openxmlformats.org/officeDocument/2006/relationships/slide" Target="/ppt/slides/slide12.xml" Id="R27c8736bba2946a0" /><Relationship Type="http://schemas.openxmlformats.org/officeDocument/2006/relationships/slide" Target="/ppt/slides/slide13.xml" Id="R8e9e9d6b86a04349" /><Relationship Type="http://schemas.openxmlformats.org/officeDocument/2006/relationships/slide" Target="/ppt/slides/slide14.xml" Id="R312b73c27467497a" /><Relationship Type="http://schemas.openxmlformats.org/officeDocument/2006/relationships/slide" Target="/ppt/slides/slide15.xml" Id="Rc9817e59e541433c" /><Relationship Type="http://schemas.openxmlformats.org/officeDocument/2006/relationships/slide" Target="/ppt/slides/slide16.xml" Id="Rd9db75461f08453c" /><Relationship Type="http://schemas.openxmlformats.org/officeDocument/2006/relationships/slide" Target="/ppt/slides/slide17.xml" Id="R46dcdaf64bee494f" /><Relationship Type="http://schemas.openxmlformats.org/officeDocument/2006/relationships/slide" Target="/ppt/slides/slide18.xml" Id="Re01e4fddcdd04d45"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eb0d9655ee894bf9"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1dfaf8eb8cf5404e" /><Relationship Type="http://schemas.openxmlformats.org/officeDocument/2006/relationships/notesMaster" Target="/ppt/notesMasters/notesMaster1.xml" Id="R7dbcbfdf83f2485f" /></Relationships>
</file>

<file path=ppt/notesSlides/_rels/notesSlide2.xml.rels>&#65279;<?xml version="1.0" encoding="utf-8"?><Relationships xmlns="http://schemas.openxmlformats.org/package/2006/relationships"><Relationship Type="http://schemas.openxmlformats.org/officeDocument/2006/relationships/slide" Target="/ppt/slides/slide2.xml" Id="Rce8a9d3b499c4a44" /><Relationship Type="http://schemas.openxmlformats.org/officeDocument/2006/relationships/notesMaster" Target="/ppt/notesMasters/notesMaster1.xml" Id="R50a853b280de42ae" /></Relationships>
</file>

<file path=ppt/notesSlides/_rels/notesSlide3.xml.rels>&#65279;<?xml version="1.0" encoding="utf-8"?><Relationships xmlns="http://schemas.openxmlformats.org/package/2006/relationships"><Relationship Type="http://schemas.openxmlformats.org/officeDocument/2006/relationships/slide" Target="/ppt/slides/slide3.xml" Id="Rd48d49baa86c4172" /><Relationship Type="http://schemas.openxmlformats.org/officeDocument/2006/relationships/notesMaster" Target="/ppt/notesMasters/notesMaster1.xml" Id="R1faa86f27e2d47fa" /></Relationships>
</file>

<file path=ppt/notesSlides/_rels/notesSlide4.xml.rels>&#65279;<?xml version="1.0" encoding="utf-8"?><Relationships xmlns="http://schemas.openxmlformats.org/package/2006/relationships"><Relationship Type="http://schemas.openxmlformats.org/officeDocument/2006/relationships/slide" Target="/ppt/slides/slide4.xml" Id="R35ab8cc8150a4567" /><Relationship Type="http://schemas.openxmlformats.org/officeDocument/2006/relationships/notesMaster" Target="/ppt/notesMasters/notesMaster1.xml" Id="R706e7f6617ad4d65" /></Relationships>
</file>

<file path=ppt/notesSlides/_rels/notesSlide5.xml.rels>&#65279;<?xml version="1.0" encoding="utf-8"?><Relationships xmlns="http://schemas.openxmlformats.org/package/2006/relationships"><Relationship Type="http://schemas.openxmlformats.org/officeDocument/2006/relationships/slide" Target="/ppt/slides/slide5.xml" Id="R529cf91374c3484c" /><Relationship Type="http://schemas.openxmlformats.org/officeDocument/2006/relationships/notesMaster" Target="/ppt/notesMasters/notesMaster1.xml" Id="R948461593dc4422b" /></Relationships>
</file>

<file path=ppt/notesSlides/_rels/notesSlide6.xml.rels>&#65279;<?xml version="1.0" encoding="utf-8"?><Relationships xmlns="http://schemas.openxmlformats.org/package/2006/relationships"><Relationship Type="http://schemas.openxmlformats.org/officeDocument/2006/relationships/slide" Target="/ppt/slides/slide6.xml" Id="Rea015d3a79fc4232" /><Relationship Type="http://schemas.openxmlformats.org/officeDocument/2006/relationships/notesMaster" Target="/ppt/notesMasters/notesMaster1.xml" Id="R105164d0acf144a0" /></Relationships>
</file>

<file path=ppt/notesSlides/_rels/notesSlide7.xml.rels>&#65279;<?xml version="1.0" encoding="utf-8"?><Relationships xmlns="http://schemas.openxmlformats.org/package/2006/relationships"><Relationship Type="http://schemas.openxmlformats.org/officeDocument/2006/relationships/slide" Target="/ppt/slides/slide7.xml" Id="R39c23040ca214c2e" /><Relationship Type="http://schemas.openxmlformats.org/officeDocument/2006/relationships/notesMaster" Target="/ppt/notesMasters/notesMaster1.xml" Id="Rdf7a96dac620407c" /></Relationships>
</file>

<file path=ppt/notesSlides/_rels/notesSlide8.xml.rels>&#65279;<?xml version="1.0" encoding="utf-8"?><Relationships xmlns="http://schemas.openxmlformats.org/package/2006/relationships"><Relationship Type="http://schemas.openxmlformats.org/officeDocument/2006/relationships/slide" Target="/ppt/slides/slide8.xml" Id="R277b254e66094a68" /><Relationship Type="http://schemas.openxmlformats.org/officeDocument/2006/relationships/notesMaster" Target="/ppt/notesMasters/notesMaster1.xml" Id="R8c47f95f2484419a" /></Relationships>
</file>

<file path=ppt/notesSlides/_rels/notesSlide9.xml.rels>&#65279;<?xml version="1.0" encoding="utf-8"?><Relationships xmlns="http://schemas.openxmlformats.org/package/2006/relationships"><Relationship Type="http://schemas.openxmlformats.org/officeDocument/2006/relationships/slide" Target="/ppt/slides/slide9.xml" Id="Re297ba03fb9645e4" /><Relationship Type="http://schemas.openxmlformats.org/officeDocument/2006/relationships/notesMaster" Target="/ppt/notesMasters/notesMaster1.xml" Id="R6390bb103c3f4753"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9a2c8d1dac7d4774" /><Relationship Type="http://schemas.openxmlformats.org/officeDocument/2006/relationships/notesMaster" Target="/ppt/notesMasters/notesMaster1.xml" Id="Rabbe4071e83c4bf6"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faab2ceb320b489e" /><Relationship Type="http://schemas.openxmlformats.org/officeDocument/2006/relationships/notesMaster" Target="/ppt/notesMasters/notesMaster1.xml" Id="R302f469ada3a416e"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7e1965e010f8489f" /><Relationship Type="http://schemas.openxmlformats.org/officeDocument/2006/relationships/notesMaster" Target="/ppt/notesMasters/notesMaster1.xml" Id="R7b1d9f26ab08475b"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07a7f4485f964533" /><Relationship Type="http://schemas.openxmlformats.org/officeDocument/2006/relationships/notesMaster" Target="/ppt/notesMasters/notesMaster1.xml" Id="Ra0d02783dc204b8f"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276041e5485d4252" /><Relationship Type="http://schemas.openxmlformats.org/officeDocument/2006/relationships/notesMaster" Target="/ppt/notesMasters/notesMaster1.xml" Id="R7ef5eece142642f6"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fd4ed98d66d3436d" /><Relationship Type="http://schemas.openxmlformats.org/officeDocument/2006/relationships/notesMaster" Target="/ppt/notesMasters/notesMaster1.xml" Id="Rc4731d8b658048fa"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56c5fef58b674a31" /><Relationship Type="http://schemas.openxmlformats.org/officeDocument/2006/relationships/notesMaster" Target="/ppt/notesMasters/notesMaster1.xml" Id="R825da49f1ffd4cfe"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102c286c866a401e" /><Relationship Type="http://schemas.openxmlformats.org/officeDocument/2006/relationships/notesMaster" Target="/ppt/notesMasters/notesMaster1.xml" Id="Rccdfdc5d0e224fb1"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a7152409d5e7488a" /><Relationship Type="http://schemas.openxmlformats.org/officeDocument/2006/relationships/notesMaster" Target="/ppt/notesMasters/notesMaster1.xml" Id="R638e383ca7974aed"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Welcome students to the Decision Arcade. Classroom coding stays in the browser today so time is spent practicing decisions. The only new syntax is else if.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Preview the six outcomes. Tell students that they already know most of the ingredients. Today connects familiar yes-or-no decisions into one multi-path ladder.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Ask for one example from each card. Keep the recap active: students should name the type, calculate the value, and predict a branch before the teacher reveals it.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Open the Playground with students. Type a tiny console.log example, ask for a prediction, click Run, and locate the output together.</a:t>
            </a:r>
          </a:p>
          <a:p xmlns:a="http://schemas.openxmlformats.org/drawingml/2006/main">
            <a:r>
              <a:t/>
            </a:r>
          </a:p>
          <a:p xmlns:a="http://schemas.openxmlformats.org/drawingml/2006/main">
            <a:r>
              <a:t>[Sources]</a:t>
            </a:r>
          </a:p>
          <a:p xmlns:a="http://schemas.openxmlformats.org/drawingml/2006/main">
            <a:r>
              <a:t>- https://www.typescriptlang.org/play/</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Model the prediction routine. Pause before every Run click and have students state both the output and the reason. This prevents the Playground from becoming a guessing button.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const hero = Pixel, energy 40 plus 15, energy &gt;= 50, and a fuel if/else example. Students should answer before the teacher runs the code.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the dedicated new-concept slide. Build the need first: if/else gives two paths, while a game rank needs several. Say else if as two words and emphasize that it remains one connected ladder.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Trace score 82 aloud. Use thumbs down for false and thumbs up for true. Once 82 reaches the 70 branch, cover the lower cards to show that checking stops.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Repeat the stopping rule with scores 95, 82, 55, and 20. Contrast the connected ladder with separate if statements without teaching a new pattern.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Live-code one step at a time. After every addition, ask what the new line means and what the current program would do. Students follow in the Playground.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Type the code slowly. Keep every bracket visible. Ask students to find the if, each else if, and the fallback. Avoid functions, arrays, loops, input, randomness, and compound conditions.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Students predict each output before Run. Ask why 90 and 89 form a useful pair, then repeat for 70/69 and 50/49.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Assign team roles. The Tester owns the six boundary values even though only three roles fit on the card. Ask why the thresholds are ordered from highest to lowest.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Teams rotate roles after one successful test. If a group is stuck, ask for the value variable, the highest outcome, the first condition, and the final fallback.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Offer themes such as superheroes, space badges, pet care, weather outfits, or robot battery. Keep the scope to today's syntax and previously learned types, values, comparisons, and output.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Frame this as an AI Bug Bounty. Students predict before running, find the mismatch between rules and output, and repair the order. Emphasize that the programmer remains responsible for testing AI suggestions.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Explain that setup is homework, not classroom time. Students choose the attached Windows or macOS guide, install VS Code, Node.js LTS, and TypeScript globally, then compile and run local-ready.ts. The assistant-teacher Hangout Session is 4:30–5:30 PM Pacific as scheduled in Teams.</a:t>
            </a:r>
          </a:p>
          <a:p xmlns:a="http://schemas.openxmlformats.org/drawingml/2006/main">
            <a:r>
              <a:t/>
            </a:r>
          </a:p>
          <a:p xmlns:a="http://schemas.openxmlformats.org/drawingml/2006/main">
            <a:r>
              <a:t>[Sources]</a:t>
            </a:r>
          </a:p>
          <a:p xmlns:a="http://schemas.openxmlformats.org/drawingml/2006/main">
            <a:r>
              <a:t>- https://code.visualstudio.com/docs/setup/windows</a:t>
            </a:r>
          </a:p>
          <a:p xmlns:a="http://schemas.openxmlformats.org/drawingml/2006/main">
            <a:r>
              <a:t>- https://code.visualstudio.com/docs/setup/mac</a:t>
            </a:r>
          </a:p>
          <a:p xmlns:a="http://schemas.openxmlformats.org/drawingml/2006/main">
            <a:r>
              <a:t>- https://nodejs.org/en/download/</a:t>
            </a:r>
          </a:p>
          <a:p xmlns:a="http://schemas.openxmlformats.org/drawingml/2006/main">
            <a:r>
              <a:t>- https://www.typescriptlang.org/download/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Celebrate students' decision games. Remind them to submit classwork to Microsoft Teams and Ishwari Raut ma'am, then complete the setup homework with the matching operating-system guide. Setup help is available in Hangout.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61b0a973018f4f4f"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f92b9db1505543bd"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763412d52cb44dfd"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78cb6823773d48aa"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6ba126ce03394873"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da6fd2ae87184570" /></Relationships>
</file>

<file path=ppt/slideLayouts/_rels/slideLayout7.xml.rels>&#65279;<?xml version="1.0" encoding="utf-8"?><Relationships xmlns="http://schemas.openxmlformats.org/package/2006/relationships"><Relationship Type="http://schemas.openxmlformats.org/officeDocument/2006/relationships/slideMaster" Target="/ppt/slideMasters/slideMaster1.xml" Id="Rb6011868bfd64172" /></Relationships>
</file>

<file path=ppt/slideLayouts/_rels/slideLayout8.xml.rels>&#65279;<?xml version="1.0" encoding="utf-8"?><Relationships xmlns="http://schemas.openxmlformats.org/package/2006/relationships"><Relationship Type="http://schemas.openxmlformats.org/officeDocument/2006/relationships/slideMaster" Target="/ppt/slideMasters/slideMaster1.xml" Id="R6f719e57750a4191" /></Relationships>
</file>

<file path=ppt/slideLayouts/_rels/slideLayout9.xml.rels>&#65279;<?xml version="1.0" encoding="utf-8"?><Relationships xmlns="http://schemas.openxmlformats.org/package/2006/relationships"><Relationship Type="http://schemas.openxmlformats.org/officeDocument/2006/relationships/slideMaster" Target="/ppt/slideMasters/slideMaster1.xml" Id="R17d423f7db4444d3" /></Relationships>
</file>

<file path=ppt/slideLayouts/_rels/slideLayout10.xml.rels>&#65279;<?xml version="1.0" encoding="utf-8"?><Relationships xmlns="http://schemas.openxmlformats.org/package/2006/relationships"><Relationship Type="http://schemas.openxmlformats.org/officeDocument/2006/relationships/slideMaster" Target="/ppt/slideMasters/slideMaster1.xml" Id="R922d035abdc14ce3" /></Relationships>
</file>

<file path=ppt/slideLayouts/_rels/slideLayout11.xml.rels>&#65279;<?xml version="1.0" encoding="utf-8"?><Relationships xmlns="http://schemas.openxmlformats.org/package/2006/relationships"><Relationship Type="http://schemas.openxmlformats.org/officeDocument/2006/relationships/slideMaster" Target="/ppt/slideMasters/slideMaster1.xml" Id="R1b056c18fd7d4acd" /></Relationships>
</file>

<file path=ppt/slideLayouts/slideLayout1.xml><?xml version="1.0" encoding="utf-8"?>
<p:sldLayout xmlns:p="http://schemas.openxmlformats.org/presentationml/2006/main" type="title" preserve="1">
  <p:cSld name="Title Slide">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A70871DD-00CF-4B09-AF0F-6408793CD4E2}"/>
              </a:ext>
            </a:extLst>
          </p:cNvPr>
          <p:cNvSpPr>
            <a:spLocks xmlns:a="http://schemas.openxmlformats.org/drawingml/2006/main" noGrp="1"/>
          </p:cNvSpPr>
          <p:nvPr>
            <p:ph type="ctrTitle" idx="0"/>
          </p:nvPr>
        </p:nvSpPr>
        <p:spPr>
          <a:xfrm xmlns:a="http://schemas.openxmlformats.org/drawingml/2006/main">
            <a:off x="685800" y="2130425"/>
            <a:ext cx="7772400" cy="1470025"/>
          </a:xfrm>
        </p:spPr>
        <p:txBody>
          <a:bodyPr xmlns:a="http://schemas.openxmlformats.org/drawingml/2006/main"/>
          <a:lstStyle xmlns:a="http://schemas.openxmlformats.org/drawingml/2006/main"/>
          <a:p xmlns:a="http://schemas.openxmlformats.org/drawingml/2006/main">
            <a:r>
              <a:t>Click to edit Master title style</a:t>
            </a:r>
          </a:p>
        </p:txBody>
      </p:sp>
      <p:sp>
        <p:nvSpPr>
          <p:cNvPr id="3" name="Subtitle 2">
            <a:extLst xmlns:a="http://schemas.openxmlformats.org/drawingml/2006/main">
              <a:ext uri="{FF2B5EF4-FFF2-40B4-BE49-F238E27FC236}">
                <a16:creationId xmlns:a16="http://schemas.microsoft.com/office/drawing/2014/main" id="{50229958-28C4-4984-9A74-098C977DDBD4}"/>
              </a:ext>
            </a:extLst>
          </p:cNvPr>
          <p:cNvSpPr>
            <a:spLocks xmlns:a="http://schemas.openxmlformats.org/drawingml/2006/main" noGrp="1"/>
          </p:cNvSpPr>
          <p:nvPr>
            <p:ph type="subTitle" idx="1"/>
          </p:nvPr>
        </p:nvSpPr>
        <p:spPr>
          <a:xfrm xmlns:a="http://schemas.openxmlformats.org/drawingml/2006/main">
            <a:off x="1371600" y="3886200"/>
            <a:ext cx="6400800" cy="1752600"/>
          </a:xfrm>
        </p:spPr>
        <p:txBody>
          <a:bodyPr xmlns:a="http://schemas.openxmlformats.org/drawingml/2006/main"/>
          <a:lstStyle xmlns:a="http://schemas.openxmlformats.org/drawingml/2006/main">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xmlns:a="http://schemas.openxmlformats.org/drawingml/2006/main">
            <a:r>
              <a:t>Click to edit Master subtitle style</a:t>
            </a:r>
          </a:p>
        </p:txBody>
      </p:sp>
      <p:sp>
        <p:nvSpPr>
          <p:cNvPr id="4" name="Date Placeholder 3">
            <a:extLst xmlns:a="http://schemas.openxmlformats.org/drawingml/2006/main">
              <a:ext uri="{FF2B5EF4-FFF2-40B4-BE49-F238E27FC236}">
                <a16:creationId xmlns:a16="http://schemas.microsoft.com/office/drawing/2014/main" id="{F6C32F6F-1256-498B-884B-9BEC6192ED3B}"/>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1/27/13</a:t>
            </a:fld>
          </a:p>
        </p:txBody>
      </p:sp>
      <p:sp>
        <p:nvSpPr>
          <p:cNvPr id="5" name="Footer Placeholder 4">
            <a:extLst xmlns:a="http://schemas.openxmlformats.org/drawingml/2006/main">
              <a:ext uri="{FF2B5EF4-FFF2-40B4-BE49-F238E27FC236}">
                <a16:creationId xmlns:a16="http://schemas.microsoft.com/office/drawing/2014/main" id="{EA6FF955-9B55-40C6-B788-DB9DA3EAB4D2}"/>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p:txBody>
      </p:sp>
      <p:sp>
        <p:nvSpPr>
          <p:cNvPr id="6" name="Slide Number Placeholder 5">
            <a:extLst xmlns:a="http://schemas.openxmlformats.org/drawingml/2006/main">
              <a:ext uri="{FF2B5EF4-FFF2-40B4-BE49-F238E27FC236}">
                <a16:creationId xmlns:a16="http://schemas.microsoft.com/office/drawing/2014/main" id="{0E0A26AE-8D14-4C67-8D99-0477DBE8E613}"/>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p>
        </p:txBody>
      </p:sp>
    </p:spTree>
  </p:cSld>
</p:sldLayout>
</file>

<file path=ppt/slideLayouts/slideLayout2.xml><?xml version="1.0" encoding="utf-8"?>
<p:sldLayout xmlns:p="http://schemas.openxmlformats.org/presentationml/2006/main" type="obj" preserve="1">
  <p:cSld name="Title and Conten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E31568D9-3436-4964-99B0-BD9070A3CEAE}"/>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p>
        </p:txBody>
      </p:sp>
      <p:sp>
        <p:nvSpPr>
          <p:cNvPr id="3" name="Content Placeholder 2">
            <a:extLst xmlns:a="http://schemas.openxmlformats.org/drawingml/2006/main">
              <a:ext uri="{FF2B5EF4-FFF2-40B4-BE49-F238E27FC236}">
                <a16:creationId xmlns:a16="http://schemas.microsoft.com/office/drawing/2014/main" id="{B8530C19-9078-4D55-AF1D-C061EE0DCCC2}"/>
              </a:ext>
            </a:extLst>
          </p:cNvPr>
          <p:cNvSpPr>
            <a:spLocks xmlns:a="http://schemas.openxmlformats.org/drawingml/2006/main" noGrp="1"/>
          </p:cNvSpPr>
          <p:nvPr>
            <p:ph idx="1"/>
          </p:nvPr>
        </p:nvSpPr>
        <p:spPr/>
        <p:txBody>
          <a:bodyPr xmlns:a="http://schemas.openxmlformats.org/drawingml/2006/main"/>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4" name="Date Placeholder 3">
            <a:extLst xmlns:a="http://schemas.openxmlformats.org/drawingml/2006/main">
              <a:ext uri="{FF2B5EF4-FFF2-40B4-BE49-F238E27FC236}">
                <a16:creationId xmlns:a16="http://schemas.microsoft.com/office/drawing/2014/main" id="{59DC91A4-FDFD-40BD-B12A-92A57FE3E51E}"/>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1/27/13</a:t>
            </a:fld>
          </a:p>
        </p:txBody>
      </p:sp>
      <p:sp>
        <p:nvSpPr>
          <p:cNvPr id="5" name="Footer Placeholder 4">
            <a:extLst xmlns:a="http://schemas.openxmlformats.org/drawingml/2006/main">
              <a:ext uri="{FF2B5EF4-FFF2-40B4-BE49-F238E27FC236}">
                <a16:creationId xmlns:a16="http://schemas.microsoft.com/office/drawing/2014/main" id="{79FCCE35-4586-4CC4-856A-77131DA04EE0}"/>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p:txBody>
      </p:sp>
      <p:sp>
        <p:nvSpPr>
          <p:cNvPr id="6" name="Slide Number Placeholder 5">
            <a:extLst xmlns:a="http://schemas.openxmlformats.org/drawingml/2006/main">
              <a:ext uri="{FF2B5EF4-FFF2-40B4-BE49-F238E27FC236}">
                <a16:creationId xmlns:a16="http://schemas.microsoft.com/office/drawing/2014/main" id="{3DC4D621-5B18-4593-870C-FD74FD5BA6AA}"/>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p>
        </p:txBody>
      </p:sp>
    </p:spTree>
  </p:cSld>
</p:sldLayout>
</file>

<file path=ppt/slideLayouts/slideLayout3.xml><?xml version="1.0" encoding="utf-8"?>
<p:sldLayout xmlns:p="http://schemas.openxmlformats.org/presentationml/2006/main" type="secHead" preserve="1">
  <p:cSld name="Section Header">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8A95BDE4-4E07-4824-A18F-F7246F7F0CB9}"/>
              </a:ext>
            </a:extLst>
          </p:cNvPr>
          <p:cNvSpPr>
            <a:spLocks xmlns:a="http://schemas.openxmlformats.org/drawingml/2006/main" noGrp="1"/>
          </p:cNvSpPr>
          <p:nvPr>
            <p:ph type="title" idx="0"/>
          </p:nvPr>
        </p:nvSpPr>
        <p:spPr>
          <a:xfrm xmlns:a="http://schemas.openxmlformats.org/drawingml/2006/main">
            <a:off x="722313" y="4406900"/>
            <a:ext cx="7772400" cy="1362075"/>
          </a:xfrm>
        </p:spPr>
        <p:txBody>
          <a:bodyPr xmlns:a="http://schemas.openxmlformats.org/drawingml/2006/main" anchor="t"/>
          <a:lstStyle xmlns:a="http://schemas.openxmlformats.org/drawingml/2006/main">
            <a:lvl1pPr algn="l">
              <a:buNone/>
              <a:defRPr sz="4000" b="1" cap="all"/>
            </a:lvl1pPr>
          </a:lstStyle>
          <a:p xmlns:a="http://schemas.openxmlformats.org/drawingml/2006/main">
            <a:r>
              <a:t>Click to edit Master title style</a:t>
            </a:r>
          </a:p>
        </p:txBody>
      </p:sp>
      <p:sp>
        <p:nvSpPr>
          <p:cNvPr id="3" name="Text Placeholder 2">
            <a:extLst xmlns:a="http://schemas.openxmlformats.org/drawingml/2006/main">
              <a:ext uri="{FF2B5EF4-FFF2-40B4-BE49-F238E27FC236}">
                <a16:creationId xmlns:a16="http://schemas.microsoft.com/office/drawing/2014/main" id="{F05F1C66-5FC6-4270-8360-EF4F52450511}"/>
              </a:ext>
            </a:extLst>
          </p:cNvPr>
          <p:cNvSpPr>
            <a:spLocks xmlns:a="http://schemas.openxmlformats.org/drawingml/2006/main" noGrp="1"/>
          </p:cNvSpPr>
          <p:nvPr>
            <p:ph type="body" idx="1"/>
          </p:nvPr>
        </p:nvSpPr>
        <p:spPr>
          <a:xfrm xmlns:a="http://schemas.openxmlformats.org/drawingml/2006/main">
            <a:off x="722313" y="2906713"/>
            <a:ext cx="7772400" cy="1500187"/>
          </a:xfrm>
        </p:spPr>
        <p:txBody>
          <a:bodyPr xmlns:a="http://schemas.openxmlformats.org/drawingml/2006/main" anchor="b"/>
          <a:lstStyle xmlns:a="http://schemas.openxmlformats.org/drawingml/2006/main">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xmlns:a="http://schemas.openxmlformats.org/drawingml/2006/main">
            <a:pPr lvl="0">
              <a:buNone/>
            </a:pPr>
            <a:r>
              <a:t>Click to edit Master text styles</a:t>
            </a:r>
          </a:p>
        </p:txBody>
      </p:sp>
      <p:sp>
        <p:nvSpPr>
          <p:cNvPr id="4" name="Date Placeholder 3">
            <a:extLst xmlns:a="http://schemas.openxmlformats.org/drawingml/2006/main">
              <a:ext uri="{FF2B5EF4-FFF2-40B4-BE49-F238E27FC236}">
                <a16:creationId xmlns:a16="http://schemas.microsoft.com/office/drawing/2014/main" id="{AF05F6EB-156D-4302-9A24-94DBEEB85A2F}"/>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1/27/13</a:t>
            </a:fld>
          </a:p>
        </p:txBody>
      </p:sp>
      <p:sp>
        <p:nvSpPr>
          <p:cNvPr id="5" name="Footer Placeholder 4">
            <a:extLst xmlns:a="http://schemas.openxmlformats.org/drawingml/2006/main">
              <a:ext uri="{FF2B5EF4-FFF2-40B4-BE49-F238E27FC236}">
                <a16:creationId xmlns:a16="http://schemas.microsoft.com/office/drawing/2014/main" id="{E61E7FA3-8978-42B3-A3FE-33CEAA26A650}"/>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p:txBody>
      </p:sp>
      <p:sp>
        <p:nvSpPr>
          <p:cNvPr id="6" name="Slide Number Placeholder 5">
            <a:extLst xmlns:a="http://schemas.openxmlformats.org/drawingml/2006/main">
              <a:ext uri="{FF2B5EF4-FFF2-40B4-BE49-F238E27FC236}">
                <a16:creationId xmlns:a16="http://schemas.microsoft.com/office/drawing/2014/main" id="{7C9CA77C-3B5C-4E03-A8FB-386F2B684528}"/>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p>
        </p:txBody>
      </p:sp>
    </p:spTree>
  </p:cSld>
</p:sldLayout>
</file>

<file path=ppt/slideLayouts/slideLayout4.xml><?xml version="1.0" encoding="utf-8"?>
<p:sldLayout xmlns:p="http://schemas.openxmlformats.org/presentationml/2006/main" type="twoObj" preserve="1">
  <p:cSld name="Two Conten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9E87E412-B6D2-4747-A360-3DB7904FA4ED}"/>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p>
        </p:txBody>
      </p:sp>
      <p:sp>
        <p:nvSpPr>
          <p:cNvPr id="3" name="Content Placeholder 2">
            <a:extLst xmlns:a="http://schemas.openxmlformats.org/drawingml/2006/main">
              <a:ext uri="{FF2B5EF4-FFF2-40B4-BE49-F238E27FC236}">
                <a16:creationId xmlns:a16="http://schemas.microsoft.com/office/drawing/2014/main" id="{51B465DA-610F-4673-B208-AD579FE857D8}"/>
              </a:ext>
            </a:extLst>
          </p:cNvPr>
          <p:cNvSpPr>
            <a:spLocks xmlns:a="http://schemas.openxmlformats.org/drawingml/2006/main" noGrp="1"/>
          </p:cNvSpPr>
          <p:nvPr>
            <p:ph idx="1"/>
          </p:nvPr>
        </p:nvSpPr>
        <p:spPr>
          <a:xfrm xmlns:a="http://schemas.openxmlformats.org/drawingml/2006/main">
            <a:off x="457200" y="1600200"/>
            <a:ext cx="4038600" cy="4525963"/>
          </a:xfrm>
        </p:spPr>
        <p:txBody>
          <a:bodyPr xmlns:a="http://schemas.openxmlformats.org/drawingml/2006/main"/>
          <a:lstStyle xmlns:a="http://schemas.openxmlformats.org/drawingml/2006/main">
            <a:lvl1pPr>
              <a:buNone/>
              <a:defRPr sz="2800"/>
            </a:lvl1pPr>
            <a:lvl2pPr>
              <a:buNone/>
              <a:defRPr sz="2400"/>
            </a:lvl2pPr>
            <a:lvl3pPr>
              <a:buNone/>
              <a:defRPr sz="2000"/>
            </a:lvl3pPr>
            <a:lvl4pPr>
              <a:buNone/>
              <a:defRPr sz="1800"/>
            </a:lvl4pPr>
            <a:lvl5pPr>
              <a:buNone/>
              <a:defRPr sz="1800"/>
            </a:lvl5pPr>
            <a:lvl6pPr>
              <a:buNone/>
              <a:defRPr sz="1800"/>
            </a:lvl6pPr>
            <a:lvl7pPr>
              <a:buNone/>
              <a:defRPr sz="1800"/>
            </a:lvl7pPr>
            <a:lvl8pPr>
              <a:buNone/>
              <a:defRPr sz="1800"/>
            </a:lvl8pPr>
            <a:lvl9pPr>
              <a:buNone/>
              <a:defRPr sz="18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4" name="Content Placeholder 3">
            <a:extLst xmlns:a="http://schemas.openxmlformats.org/drawingml/2006/main">
              <a:ext uri="{FF2B5EF4-FFF2-40B4-BE49-F238E27FC236}">
                <a16:creationId xmlns:a16="http://schemas.microsoft.com/office/drawing/2014/main" id="{467ADCFA-608A-4896-8554-A0D74C3C211E}"/>
              </a:ext>
            </a:extLst>
          </p:cNvPr>
          <p:cNvSpPr>
            <a:spLocks xmlns:a="http://schemas.openxmlformats.org/drawingml/2006/main" noGrp="1"/>
          </p:cNvSpPr>
          <p:nvPr>
            <p:ph idx="2"/>
          </p:nvPr>
        </p:nvSpPr>
        <p:spPr>
          <a:xfrm xmlns:a="http://schemas.openxmlformats.org/drawingml/2006/main">
            <a:off x="4648200" y="1600200"/>
            <a:ext cx="4038600" cy="4525963"/>
          </a:xfrm>
        </p:spPr>
        <p:txBody>
          <a:bodyPr xmlns:a="http://schemas.openxmlformats.org/drawingml/2006/main"/>
          <a:lstStyle xmlns:a="http://schemas.openxmlformats.org/drawingml/2006/main">
            <a:lvl1pPr>
              <a:buNone/>
              <a:defRPr sz="2800"/>
            </a:lvl1pPr>
            <a:lvl2pPr>
              <a:buNone/>
              <a:defRPr sz="2400"/>
            </a:lvl2pPr>
            <a:lvl3pPr>
              <a:buNone/>
              <a:defRPr sz="2000"/>
            </a:lvl3pPr>
            <a:lvl4pPr>
              <a:buNone/>
              <a:defRPr sz="1800"/>
            </a:lvl4pPr>
            <a:lvl5pPr>
              <a:buNone/>
              <a:defRPr sz="1800"/>
            </a:lvl5pPr>
            <a:lvl6pPr>
              <a:buNone/>
              <a:defRPr sz="1800"/>
            </a:lvl6pPr>
            <a:lvl7pPr>
              <a:buNone/>
              <a:defRPr sz="1800"/>
            </a:lvl7pPr>
            <a:lvl8pPr>
              <a:buNone/>
              <a:defRPr sz="1800"/>
            </a:lvl8pPr>
            <a:lvl9pPr>
              <a:buNone/>
              <a:defRPr sz="18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5" name="Date Placeholder 4">
            <a:extLst xmlns:a="http://schemas.openxmlformats.org/drawingml/2006/main">
              <a:ext uri="{FF2B5EF4-FFF2-40B4-BE49-F238E27FC236}">
                <a16:creationId xmlns:a16="http://schemas.microsoft.com/office/drawing/2014/main" id="{6BF50F9C-B6D0-4992-AD73-BDA066B76EEB}"/>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1/27/13</a:t>
            </a:fld>
          </a:p>
        </p:txBody>
      </p:sp>
      <p:sp>
        <p:nvSpPr>
          <p:cNvPr id="6" name="Footer Placeholder 5">
            <a:extLst xmlns:a="http://schemas.openxmlformats.org/drawingml/2006/main">
              <a:ext uri="{FF2B5EF4-FFF2-40B4-BE49-F238E27FC236}">
                <a16:creationId xmlns:a16="http://schemas.microsoft.com/office/drawing/2014/main" id="{92693EF0-84AE-4D2F-9B55-0C187AC6E0BC}"/>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p:txBody>
      </p:sp>
      <p:sp>
        <p:nvSpPr>
          <p:cNvPr id="7" name="Slide Number Placeholder 6">
            <a:extLst xmlns:a="http://schemas.openxmlformats.org/drawingml/2006/main">
              <a:ext uri="{FF2B5EF4-FFF2-40B4-BE49-F238E27FC236}">
                <a16:creationId xmlns:a16="http://schemas.microsoft.com/office/drawing/2014/main" id="{551E3548-BD55-4FFE-8F4A-747549712AEF}"/>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p>
        </p:txBody>
      </p:sp>
    </p:spTree>
  </p:cSld>
</p:sldLayout>
</file>

<file path=ppt/slideLayouts/slideLayout5.xml><?xml version="1.0" encoding="utf-8"?>
<p:sldLayout xmlns:p="http://schemas.openxmlformats.org/presentationml/2006/main" type="twoTxTwoObj" preserve="1">
  <p:cSld name="Comparison">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6186CE08-2675-43C6-A1AC-B0DD966CD097}"/>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lvl1pPr>
              <a:buNone/>
              <a:defRPr/>
            </a:lvl1pPr>
          </a:lstStyle>
          <a:p xmlns:a="http://schemas.openxmlformats.org/drawingml/2006/main">
            <a:r>
              <a:t>Click to edit Master title style</a:t>
            </a:r>
          </a:p>
        </p:txBody>
      </p:sp>
      <p:sp>
        <p:nvSpPr>
          <p:cNvPr id="3" name="Text Placeholder 2">
            <a:extLst xmlns:a="http://schemas.openxmlformats.org/drawingml/2006/main">
              <a:ext uri="{FF2B5EF4-FFF2-40B4-BE49-F238E27FC236}">
                <a16:creationId xmlns:a16="http://schemas.microsoft.com/office/drawing/2014/main" id="{C813FCF8-0CD2-4672-9459-F31434B349A6}"/>
              </a:ext>
            </a:extLst>
          </p:cNvPr>
          <p:cNvSpPr>
            <a:spLocks xmlns:a="http://schemas.openxmlformats.org/drawingml/2006/main" noGrp="1"/>
          </p:cNvSpPr>
          <p:nvPr>
            <p:ph type="body" idx="1"/>
          </p:nvPr>
        </p:nvSpPr>
        <p:spPr>
          <a:xfrm xmlns:a="http://schemas.openxmlformats.org/drawingml/2006/main">
            <a:off x="457200" y="1535113"/>
            <a:ext cx="4040188" cy="639762"/>
          </a:xfrm>
        </p:spPr>
        <p:txBody>
          <a:bodyPr xmlns:a="http://schemas.openxmlformats.org/drawingml/2006/main" anchor="b"/>
          <a:lstStyle xmlns:a="http://schemas.openxmlformats.org/drawingml/2006/main">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xmlns:a="http://schemas.openxmlformats.org/drawingml/2006/main">
            <a:pPr lvl="0">
              <a:buNone/>
            </a:pPr>
            <a:r>
              <a:t>Click to edit Master text styles</a:t>
            </a:r>
          </a:p>
        </p:txBody>
      </p:sp>
      <p:sp>
        <p:nvSpPr>
          <p:cNvPr id="4" name="Content Placeholder 3">
            <a:extLst xmlns:a="http://schemas.openxmlformats.org/drawingml/2006/main">
              <a:ext uri="{FF2B5EF4-FFF2-40B4-BE49-F238E27FC236}">
                <a16:creationId xmlns:a16="http://schemas.microsoft.com/office/drawing/2014/main" id="{DCED0168-D50E-48BC-9F56-B5EABBDF976C}"/>
              </a:ext>
            </a:extLst>
          </p:cNvPr>
          <p:cNvSpPr>
            <a:spLocks xmlns:a="http://schemas.openxmlformats.org/drawingml/2006/main" noGrp="1"/>
          </p:cNvSpPr>
          <p:nvPr>
            <p:ph idx="2"/>
          </p:nvPr>
        </p:nvSpPr>
        <p:spPr>
          <a:xfrm xmlns:a="http://schemas.openxmlformats.org/drawingml/2006/main">
            <a:off x="457200" y="2174875"/>
            <a:ext cx="4040188" cy="3951288"/>
          </a:xfrm>
        </p:spPr>
        <p:txBody>
          <a:bodyPr xmlns:a="http://schemas.openxmlformats.org/drawingml/2006/main"/>
          <a:lstStyle xmlns:a="http://schemas.openxmlformats.org/drawingml/2006/main">
            <a:lvl1pPr>
              <a:buNone/>
              <a:defRPr sz="2400"/>
            </a:lvl1pPr>
            <a:lvl2pPr>
              <a:buNone/>
              <a:defRPr sz="2000"/>
            </a:lvl2pPr>
            <a:lvl3pPr>
              <a:buNone/>
              <a:defRPr sz="1800"/>
            </a:lvl3pPr>
            <a:lvl4pPr>
              <a:buNone/>
              <a:defRPr sz="1600"/>
            </a:lvl4pPr>
            <a:lvl5pPr>
              <a:buNone/>
              <a:defRPr sz="1600"/>
            </a:lvl5pPr>
            <a:lvl6pPr>
              <a:buNone/>
              <a:defRPr sz="1600"/>
            </a:lvl6pPr>
            <a:lvl7pPr>
              <a:buNone/>
              <a:defRPr sz="1600"/>
            </a:lvl7pPr>
            <a:lvl8pPr>
              <a:buNone/>
              <a:defRPr sz="1600"/>
            </a:lvl8pPr>
            <a:lvl9pPr>
              <a:buNone/>
              <a:defRPr sz="16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5" name="Text Placeholder 4">
            <a:extLst xmlns:a="http://schemas.openxmlformats.org/drawingml/2006/main">
              <a:ext uri="{FF2B5EF4-FFF2-40B4-BE49-F238E27FC236}">
                <a16:creationId xmlns:a16="http://schemas.microsoft.com/office/drawing/2014/main" id="{313264C9-B199-49CD-BC11-A23EA81891B8}"/>
              </a:ext>
            </a:extLst>
          </p:cNvPr>
          <p:cNvSpPr>
            <a:spLocks xmlns:a="http://schemas.openxmlformats.org/drawingml/2006/main" noGrp="1"/>
          </p:cNvSpPr>
          <p:nvPr>
            <p:ph type="body" idx="3"/>
          </p:nvPr>
        </p:nvSpPr>
        <p:spPr>
          <a:xfrm xmlns:a="http://schemas.openxmlformats.org/drawingml/2006/main">
            <a:off x="4645025" y="1535113"/>
            <a:ext cx="4041775" cy="639762"/>
          </a:xfrm>
        </p:spPr>
        <p:txBody>
          <a:bodyPr xmlns:a="http://schemas.openxmlformats.org/drawingml/2006/main" anchor="b"/>
          <a:lstStyle xmlns:a="http://schemas.openxmlformats.org/drawingml/2006/main">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xmlns:a="http://schemas.openxmlformats.org/drawingml/2006/main">
            <a:pPr lvl="0">
              <a:buNone/>
            </a:pPr>
            <a:r>
              <a:t>Click to edit Master text styles</a:t>
            </a:r>
          </a:p>
        </p:txBody>
      </p:sp>
      <p:sp>
        <p:nvSpPr>
          <p:cNvPr id="6" name="Content Placeholder 5">
            <a:extLst xmlns:a="http://schemas.openxmlformats.org/drawingml/2006/main">
              <a:ext uri="{FF2B5EF4-FFF2-40B4-BE49-F238E27FC236}">
                <a16:creationId xmlns:a16="http://schemas.microsoft.com/office/drawing/2014/main" id="{0F0D63A8-DBBC-4927-9AA7-2EE532DA648A}"/>
              </a:ext>
            </a:extLst>
          </p:cNvPr>
          <p:cNvSpPr>
            <a:spLocks xmlns:a="http://schemas.openxmlformats.org/drawingml/2006/main" noGrp="1"/>
          </p:cNvSpPr>
          <p:nvPr>
            <p:ph idx="4"/>
          </p:nvPr>
        </p:nvSpPr>
        <p:spPr>
          <a:xfrm xmlns:a="http://schemas.openxmlformats.org/drawingml/2006/main">
            <a:off x="4645025" y="2174875"/>
            <a:ext cx="4041775" cy="3951288"/>
          </a:xfrm>
        </p:spPr>
        <p:txBody>
          <a:bodyPr xmlns:a="http://schemas.openxmlformats.org/drawingml/2006/main"/>
          <a:lstStyle xmlns:a="http://schemas.openxmlformats.org/drawingml/2006/main">
            <a:lvl1pPr>
              <a:buNone/>
              <a:defRPr sz="2400"/>
            </a:lvl1pPr>
            <a:lvl2pPr>
              <a:buNone/>
              <a:defRPr sz="2000"/>
            </a:lvl2pPr>
            <a:lvl3pPr>
              <a:buNone/>
              <a:defRPr sz="1800"/>
            </a:lvl3pPr>
            <a:lvl4pPr>
              <a:buNone/>
              <a:defRPr sz="1600"/>
            </a:lvl4pPr>
            <a:lvl5pPr>
              <a:buNone/>
              <a:defRPr sz="1600"/>
            </a:lvl5pPr>
            <a:lvl6pPr>
              <a:buNone/>
              <a:defRPr sz="1600"/>
            </a:lvl6pPr>
            <a:lvl7pPr>
              <a:buNone/>
              <a:defRPr sz="1600"/>
            </a:lvl7pPr>
            <a:lvl8pPr>
              <a:buNone/>
              <a:defRPr sz="1600"/>
            </a:lvl8pPr>
            <a:lvl9pPr>
              <a:buNone/>
              <a:defRPr sz="16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7" name="Date Placeholder 6">
            <a:extLst xmlns:a="http://schemas.openxmlformats.org/drawingml/2006/main">
              <a:ext uri="{FF2B5EF4-FFF2-40B4-BE49-F238E27FC236}">
                <a16:creationId xmlns:a16="http://schemas.microsoft.com/office/drawing/2014/main" id="{579D4C67-3574-4908-BF09-EE4DB165B6A2}"/>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1/27/13</a:t>
            </a:fld>
          </a:p>
        </p:txBody>
      </p:sp>
      <p:sp>
        <p:nvSpPr>
          <p:cNvPr id="8" name="Footer Placeholder 7">
            <a:extLst xmlns:a="http://schemas.openxmlformats.org/drawingml/2006/main">
              <a:ext uri="{FF2B5EF4-FFF2-40B4-BE49-F238E27FC236}">
                <a16:creationId xmlns:a16="http://schemas.microsoft.com/office/drawing/2014/main" id="{705385C1-FBD3-4EF4-8D55-95A9032925C8}"/>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p:txBody>
      </p:sp>
      <p:sp>
        <p:nvSpPr>
          <p:cNvPr id="9" name="Slide Number Placeholder 8">
            <a:extLst xmlns:a="http://schemas.openxmlformats.org/drawingml/2006/main">
              <a:ext uri="{FF2B5EF4-FFF2-40B4-BE49-F238E27FC236}">
                <a16:creationId xmlns:a16="http://schemas.microsoft.com/office/drawing/2014/main" id="{AF47E280-5275-40CB-B26D-6ED9FD571858}"/>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p>
        </p:txBody>
      </p:sp>
    </p:spTree>
  </p:cSld>
</p:sldLayout>
</file>

<file path=ppt/slideLayouts/slideLayout6.xml><?xml version="1.0" encoding="utf-8"?>
<p:sldLayout xmlns:p="http://schemas.openxmlformats.org/presentationml/2006/main" type="titleOnly" preserve="1">
  <p:cSld name="Title Only">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FB6970BC-1682-4242-9B6F-44BF40829D1F}"/>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p>
        </p:txBody>
      </p:sp>
      <p:sp>
        <p:nvSpPr>
          <p:cNvPr id="3" name="Date Placeholder 2">
            <a:extLst xmlns:a="http://schemas.openxmlformats.org/drawingml/2006/main">
              <a:ext uri="{FF2B5EF4-FFF2-40B4-BE49-F238E27FC236}">
                <a16:creationId xmlns:a16="http://schemas.microsoft.com/office/drawing/2014/main" id="{5702CDDF-62A0-4EC7-B07F-5EB784B8A2AA}"/>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1/27/13</a:t>
            </a:fld>
          </a:p>
        </p:txBody>
      </p:sp>
      <p:sp>
        <p:nvSpPr>
          <p:cNvPr id="4" name="Footer Placeholder 3">
            <a:extLst xmlns:a="http://schemas.openxmlformats.org/drawingml/2006/main">
              <a:ext uri="{FF2B5EF4-FFF2-40B4-BE49-F238E27FC236}">
                <a16:creationId xmlns:a16="http://schemas.microsoft.com/office/drawing/2014/main" id="{37F31B2E-48FC-4BB4-BDE4-96B84AE5E385}"/>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p:txBody>
      </p:sp>
      <p:sp>
        <p:nvSpPr>
          <p:cNvPr id="5" name="Slide Number Placeholder 4">
            <a:extLst xmlns:a="http://schemas.openxmlformats.org/drawingml/2006/main">
              <a:ext uri="{FF2B5EF4-FFF2-40B4-BE49-F238E27FC236}">
                <a16:creationId xmlns:a16="http://schemas.microsoft.com/office/drawing/2014/main" id="{2838F332-9C60-4D19-A758-0B1C12CDDB22}"/>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p>
        </p:txBody>
      </p:sp>
    </p:spTree>
  </p:cSld>
</p:sldLayout>
</file>

<file path=ppt/slideLayouts/slideLayout7.xml><?xml version="1.0" encoding="utf-8"?>
<p:sldLayout xmlns:p="http://schemas.openxmlformats.org/presentationml/2006/main" type="blank" preserve="1">
  <p:cSld name="Blank">
    <p:spTree>
      <p:nvGrpSpPr>
        <p:cNvPr id="1" name=""/>
        <p:cNvGrpSpPr/>
        <p:nvPr/>
      </p:nvGrpSpPr>
      <p:grpSpPr>
        <a:xfrm xmlns:a="http://schemas.openxmlformats.org/drawingml/2006/main"/>
      </p:grpSpPr>
      <p:sp>
        <p:nvSpPr>
          <p:cNvPr id="2" name="Date Placeholder 1">
            <a:extLst xmlns:a="http://schemas.openxmlformats.org/drawingml/2006/main">
              <a:ext uri="{FF2B5EF4-FFF2-40B4-BE49-F238E27FC236}">
                <a16:creationId xmlns:a16="http://schemas.microsoft.com/office/drawing/2014/main" id="{CD8FE4E8-0B93-466D-8CDE-941397BF368A}"/>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1/27/13</a:t>
            </a:fld>
          </a:p>
        </p:txBody>
      </p:sp>
      <p:sp>
        <p:nvSpPr>
          <p:cNvPr id="3" name="Footer Placeholder 2">
            <a:extLst xmlns:a="http://schemas.openxmlformats.org/drawingml/2006/main">
              <a:ext uri="{FF2B5EF4-FFF2-40B4-BE49-F238E27FC236}">
                <a16:creationId xmlns:a16="http://schemas.microsoft.com/office/drawing/2014/main" id="{9C3806D4-E0F7-4C8F-9EA6-91E9DF591B0F}"/>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p:txBody>
      </p:sp>
      <p:sp>
        <p:nvSpPr>
          <p:cNvPr id="4" name="Slide Number Placeholder 3">
            <a:extLst xmlns:a="http://schemas.openxmlformats.org/drawingml/2006/main">
              <a:ext uri="{FF2B5EF4-FFF2-40B4-BE49-F238E27FC236}">
                <a16:creationId xmlns:a16="http://schemas.microsoft.com/office/drawing/2014/main" id="{FB80312D-16A0-447B-BCF1-F376742A42C5}"/>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p>
        </p:txBody>
      </p:sp>
    </p:spTree>
  </p:cSld>
</p:sldLayout>
</file>

<file path=ppt/slideLayouts/slideLayout8.xml><?xml version="1.0" encoding="utf-8"?>
<p:sldLayout xmlns:p="http://schemas.openxmlformats.org/presentationml/2006/main" type="objTx" preserve="1">
  <p:cSld name="Content with Caption">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4D4773DA-8D94-496F-AF10-9FB5166FA05F}"/>
              </a:ext>
            </a:extLst>
          </p:cNvPr>
          <p:cNvSpPr>
            <a:spLocks xmlns:a="http://schemas.openxmlformats.org/drawingml/2006/main" noGrp="1"/>
          </p:cNvSpPr>
          <p:nvPr>
            <p:ph type="title" idx="0"/>
          </p:nvPr>
        </p:nvSpPr>
        <p:spPr>
          <a:xfrm xmlns:a="http://schemas.openxmlformats.org/drawingml/2006/main">
            <a:off x="457200" y="273050"/>
            <a:ext cx="3008313" cy="1162050"/>
          </a:xfrm>
        </p:spPr>
        <p:txBody>
          <a:bodyPr xmlns:a="http://schemas.openxmlformats.org/drawingml/2006/main" anchor="b"/>
          <a:lstStyle xmlns:a="http://schemas.openxmlformats.org/drawingml/2006/main">
            <a:lvl1pPr algn="l">
              <a:buNone/>
              <a:defRPr sz="2000" b="1"/>
            </a:lvl1pPr>
          </a:lstStyle>
          <a:p xmlns:a="http://schemas.openxmlformats.org/drawingml/2006/main">
            <a:r>
              <a:t>Click to edit Master title style</a:t>
            </a:r>
          </a:p>
        </p:txBody>
      </p:sp>
      <p:sp>
        <p:nvSpPr>
          <p:cNvPr id="3" name="Content Placeholder 2">
            <a:extLst xmlns:a="http://schemas.openxmlformats.org/drawingml/2006/main">
              <a:ext uri="{FF2B5EF4-FFF2-40B4-BE49-F238E27FC236}">
                <a16:creationId xmlns:a16="http://schemas.microsoft.com/office/drawing/2014/main" id="{22685637-0F98-40AB-8A5C-04FB3E7F6801}"/>
              </a:ext>
            </a:extLst>
          </p:cNvPr>
          <p:cNvSpPr>
            <a:spLocks xmlns:a="http://schemas.openxmlformats.org/drawingml/2006/main" noGrp="1"/>
          </p:cNvSpPr>
          <p:nvPr>
            <p:ph idx="1"/>
          </p:nvPr>
        </p:nvSpPr>
        <p:spPr>
          <a:xfrm xmlns:a="http://schemas.openxmlformats.org/drawingml/2006/main">
            <a:off x="3575050" y="273050"/>
            <a:ext cx="5111750" cy="5853113"/>
          </a:xfrm>
        </p:spPr>
        <p:txBody>
          <a:bodyPr xmlns:a="http://schemas.openxmlformats.org/drawingml/2006/main"/>
          <a:lstStyle xmlns:a="http://schemas.openxmlformats.org/drawingml/2006/main">
            <a:lvl1pPr>
              <a:buNone/>
              <a:defRPr sz="3200"/>
            </a:lvl1pPr>
            <a:lvl2pPr>
              <a:buNone/>
              <a:defRPr sz="2800"/>
            </a:lvl2pPr>
            <a:lvl3pPr>
              <a:buNone/>
              <a:defRPr sz="2400"/>
            </a:lvl3pPr>
            <a:lvl4pPr>
              <a:buNone/>
              <a:defRPr sz="2000"/>
            </a:lvl4pPr>
            <a:lvl5pPr>
              <a:buNone/>
              <a:defRPr sz="2000"/>
            </a:lvl5pPr>
            <a:lvl6pPr>
              <a:buNone/>
              <a:defRPr sz="2000"/>
            </a:lvl6pPr>
            <a:lvl7pPr>
              <a:buNone/>
              <a:defRPr sz="2000"/>
            </a:lvl7pPr>
            <a:lvl8pPr>
              <a:buNone/>
              <a:defRPr sz="2000"/>
            </a:lvl8pPr>
            <a:lvl9pPr>
              <a:buNone/>
              <a:defRPr sz="20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4" name="Text Placeholder 3">
            <a:extLst xmlns:a="http://schemas.openxmlformats.org/drawingml/2006/main">
              <a:ext uri="{FF2B5EF4-FFF2-40B4-BE49-F238E27FC236}">
                <a16:creationId xmlns:a16="http://schemas.microsoft.com/office/drawing/2014/main" id="{11D11548-D74E-4AFA-9702-348D645C59EF}"/>
              </a:ext>
            </a:extLst>
          </p:cNvPr>
          <p:cNvSpPr>
            <a:spLocks xmlns:a="http://schemas.openxmlformats.org/drawingml/2006/main" noGrp="1"/>
          </p:cNvSpPr>
          <p:nvPr>
            <p:ph type="body" idx="2"/>
          </p:nvPr>
        </p:nvSpPr>
        <p:spPr>
          <a:xfrm xmlns:a="http://schemas.openxmlformats.org/drawingml/2006/main">
            <a:off x="457200" y="1435100"/>
            <a:ext cx="3008313" cy="4691063"/>
          </a:xfrm>
        </p:spPr>
        <p:txBody>
          <a:bodyPr xmlns:a="http://schemas.openxmlformats.org/drawingml/2006/main"/>
          <a:lstStyle xmlns:a="http://schemas.openxmlformats.org/drawingml/2006/main">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xmlns:a="http://schemas.openxmlformats.org/drawingml/2006/main">
            <a:pPr lvl="0">
              <a:buNone/>
            </a:pPr>
            <a:r>
              <a:t>Click to edit Master text styles</a:t>
            </a:r>
          </a:p>
        </p:txBody>
      </p:sp>
      <p:sp>
        <p:nvSpPr>
          <p:cNvPr id="5" name="Date Placeholder 4">
            <a:extLst xmlns:a="http://schemas.openxmlformats.org/drawingml/2006/main">
              <a:ext uri="{FF2B5EF4-FFF2-40B4-BE49-F238E27FC236}">
                <a16:creationId xmlns:a16="http://schemas.microsoft.com/office/drawing/2014/main" id="{9A536A5B-BB6E-4F54-982B-461FDEFE763F}"/>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1/27/13</a:t>
            </a:fld>
          </a:p>
        </p:txBody>
      </p:sp>
      <p:sp>
        <p:nvSpPr>
          <p:cNvPr id="6" name="Footer Placeholder 5">
            <a:extLst xmlns:a="http://schemas.openxmlformats.org/drawingml/2006/main">
              <a:ext uri="{FF2B5EF4-FFF2-40B4-BE49-F238E27FC236}">
                <a16:creationId xmlns:a16="http://schemas.microsoft.com/office/drawing/2014/main" id="{A4282929-54D7-4EBB-B555-6639FCB1B255}"/>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p:txBody>
      </p:sp>
      <p:sp>
        <p:nvSpPr>
          <p:cNvPr id="7" name="Slide Number Placeholder 6">
            <a:extLst xmlns:a="http://schemas.openxmlformats.org/drawingml/2006/main">
              <a:ext uri="{FF2B5EF4-FFF2-40B4-BE49-F238E27FC236}">
                <a16:creationId xmlns:a16="http://schemas.microsoft.com/office/drawing/2014/main" id="{8A3523C7-66DD-40F7-9B1A-44100B34123E}"/>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p>
        </p:txBody>
      </p:sp>
    </p:spTree>
  </p:cSld>
</p:sldLayout>
</file>

<file path=ppt/slideLayouts/slideLayout9.xml><?xml version="1.0" encoding="utf-8"?>
<p:sldLayout xmlns:p="http://schemas.openxmlformats.org/presentationml/2006/main" type="picTx" preserve="1">
  <p:cSld name="Picture with Caption">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21637A8C-FEEE-43B4-A547-DDC2CB354F2F}"/>
              </a:ext>
            </a:extLst>
          </p:cNvPr>
          <p:cNvSpPr>
            <a:spLocks xmlns:a="http://schemas.openxmlformats.org/drawingml/2006/main" noGrp="1"/>
          </p:cNvSpPr>
          <p:nvPr>
            <p:ph type="title" idx="0"/>
          </p:nvPr>
        </p:nvSpPr>
        <p:spPr>
          <a:xfrm xmlns:a="http://schemas.openxmlformats.org/drawingml/2006/main">
            <a:off x="1792288" y="4800600"/>
            <a:ext cx="5486400" cy="566738"/>
          </a:xfrm>
        </p:spPr>
        <p:txBody>
          <a:bodyPr xmlns:a="http://schemas.openxmlformats.org/drawingml/2006/main" anchor="b"/>
          <a:lstStyle xmlns:a="http://schemas.openxmlformats.org/drawingml/2006/main">
            <a:lvl1pPr algn="l">
              <a:buNone/>
              <a:defRPr sz="2000" b="1"/>
            </a:lvl1pPr>
          </a:lstStyle>
          <a:p xmlns:a="http://schemas.openxmlformats.org/drawingml/2006/main">
            <a:r>
              <a:t>Click to edit Master title style</a:t>
            </a:r>
          </a:p>
        </p:txBody>
      </p:sp>
      <p:sp>
        <p:nvSpPr>
          <p:cNvPr id="3" name="Picture Placeholder 2">
            <a:extLst xmlns:a="http://schemas.openxmlformats.org/drawingml/2006/main">
              <a:ext uri="{FF2B5EF4-FFF2-40B4-BE49-F238E27FC236}">
                <a16:creationId xmlns:a16="http://schemas.microsoft.com/office/drawing/2014/main" id="{D274AE1B-6FC5-44CD-A3B2-3C305EA41ADC}"/>
              </a:ext>
            </a:extLst>
          </p:cNvPr>
          <p:cNvSpPr>
            <a:spLocks xmlns:a="http://schemas.openxmlformats.org/drawingml/2006/main" noGrp="1"/>
          </p:cNvSpPr>
          <p:nvPr>
            <p:ph type="pic" idx="1"/>
          </p:nvPr>
        </p:nvSpPr>
        <p:spPr>
          <a:xfrm xmlns:a="http://schemas.openxmlformats.org/drawingml/2006/main">
            <a:off x="1792288" y="612775"/>
            <a:ext cx="5486400" cy="4114800"/>
          </a:xfrm>
        </p:spPr>
        <p:txBody>
          <a:bodyPr xmlns:a="http://schemas.openxmlformats.org/drawingml/2006/main"/>
          <a:lstStyle xmlns:a="http://schemas.openxmlformats.org/drawingml/2006/main">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xmlns:a="http://schemas.openxmlformats.org/drawingml/2006/main"/>
        </p:txBody>
      </p:sp>
      <p:sp>
        <p:nvSpPr>
          <p:cNvPr id="4" name="Text Placeholder 3">
            <a:extLst xmlns:a="http://schemas.openxmlformats.org/drawingml/2006/main">
              <a:ext uri="{FF2B5EF4-FFF2-40B4-BE49-F238E27FC236}">
                <a16:creationId xmlns:a16="http://schemas.microsoft.com/office/drawing/2014/main" id="{11B6F646-DF2A-4428-9AFF-C617508EA57B}"/>
              </a:ext>
            </a:extLst>
          </p:cNvPr>
          <p:cNvSpPr>
            <a:spLocks xmlns:a="http://schemas.openxmlformats.org/drawingml/2006/main" noGrp="1"/>
          </p:cNvSpPr>
          <p:nvPr>
            <p:ph type="body" idx="2"/>
          </p:nvPr>
        </p:nvSpPr>
        <p:spPr>
          <a:xfrm xmlns:a="http://schemas.openxmlformats.org/drawingml/2006/main">
            <a:off x="1792288" y="5367338"/>
            <a:ext cx="5486400" cy="804862"/>
          </a:xfrm>
        </p:spPr>
        <p:txBody>
          <a:bodyPr xmlns:a="http://schemas.openxmlformats.org/drawingml/2006/main"/>
          <a:lstStyle xmlns:a="http://schemas.openxmlformats.org/drawingml/2006/main">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xmlns:a="http://schemas.openxmlformats.org/drawingml/2006/main">
            <a:pPr lvl="0">
              <a:buNone/>
            </a:pPr>
            <a:r>
              <a:t>Click to edit Master text styles</a:t>
            </a:r>
          </a:p>
        </p:txBody>
      </p:sp>
      <p:sp>
        <p:nvSpPr>
          <p:cNvPr id="5" name="Date Placeholder 4">
            <a:extLst xmlns:a="http://schemas.openxmlformats.org/drawingml/2006/main">
              <a:ext uri="{FF2B5EF4-FFF2-40B4-BE49-F238E27FC236}">
                <a16:creationId xmlns:a16="http://schemas.microsoft.com/office/drawing/2014/main" id="{DD37F1C2-6D8F-47A7-ABC5-FCEFFE0CB3AE}"/>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1/27/13</a:t>
            </a:fld>
          </a:p>
        </p:txBody>
      </p:sp>
      <p:sp>
        <p:nvSpPr>
          <p:cNvPr id="6" name="Footer Placeholder 5">
            <a:extLst xmlns:a="http://schemas.openxmlformats.org/drawingml/2006/main">
              <a:ext uri="{FF2B5EF4-FFF2-40B4-BE49-F238E27FC236}">
                <a16:creationId xmlns:a16="http://schemas.microsoft.com/office/drawing/2014/main" id="{10D737AD-D2E0-422D-970B-31975B13DCAF}"/>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p:txBody>
      </p:sp>
      <p:sp>
        <p:nvSpPr>
          <p:cNvPr id="7" name="Slide Number Placeholder 6">
            <a:extLst xmlns:a="http://schemas.openxmlformats.org/drawingml/2006/main">
              <a:ext uri="{FF2B5EF4-FFF2-40B4-BE49-F238E27FC236}">
                <a16:creationId xmlns:a16="http://schemas.microsoft.com/office/drawing/2014/main" id="{DE76CDFF-318B-4E8C-B75F-F3776B626210}"/>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p>
        </p:txBody>
      </p:sp>
    </p:spTree>
  </p:cSld>
</p:sldLayout>
</file>

<file path=ppt/slideLayouts/slideLayout10.xml><?xml version="1.0" encoding="utf-8"?>
<p:sldLayout xmlns:p="http://schemas.openxmlformats.org/presentationml/2006/main" type="vertTx" preserve="1">
  <p:cSld name="Title and Vertical Tex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E323D2EB-2345-49BF-8196-F272EB73B476}"/>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p>
        </p:txBody>
      </p:sp>
      <p:sp>
        <p:nvSpPr>
          <p:cNvPr id="3" name="Vertical Text Placeholder 2">
            <a:extLst xmlns:a="http://schemas.openxmlformats.org/drawingml/2006/main">
              <a:ext uri="{FF2B5EF4-FFF2-40B4-BE49-F238E27FC236}">
                <a16:creationId xmlns:a16="http://schemas.microsoft.com/office/drawing/2014/main" id="{2C7C55CC-0D93-4571-A9E6-D655F78612C7}"/>
              </a:ext>
            </a:extLst>
          </p:cNvPr>
          <p:cNvSpPr>
            <a:spLocks xmlns:a="http://schemas.openxmlformats.org/drawingml/2006/main" noGrp="1"/>
          </p:cNvSpPr>
          <p:nvPr>
            <p:ph type="body" idx="1"/>
          </p:nvPr>
        </p:nvSpPr>
        <p:spPr/>
        <p:txBody>
          <a:bodyPr xmlns:a="http://schemas.openxmlformats.org/drawingml/2006/main" vert="eaVert"/>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4" name="Date Placeholder 3">
            <a:extLst xmlns:a="http://schemas.openxmlformats.org/drawingml/2006/main">
              <a:ext uri="{FF2B5EF4-FFF2-40B4-BE49-F238E27FC236}">
                <a16:creationId xmlns:a16="http://schemas.microsoft.com/office/drawing/2014/main" id="{9B0F53AE-334F-4452-A51D-467E0A2B31C2}"/>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1/27/13</a:t>
            </a:fld>
          </a:p>
        </p:txBody>
      </p:sp>
      <p:sp>
        <p:nvSpPr>
          <p:cNvPr id="5" name="Footer Placeholder 4">
            <a:extLst xmlns:a="http://schemas.openxmlformats.org/drawingml/2006/main">
              <a:ext uri="{FF2B5EF4-FFF2-40B4-BE49-F238E27FC236}">
                <a16:creationId xmlns:a16="http://schemas.microsoft.com/office/drawing/2014/main" id="{01EF3C43-BE5F-4E6E-9CA7-41FD714D397F}"/>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p:txBody>
      </p:sp>
      <p:sp>
        <p:nvSpPr>
          <p:cNvPr id="6" name="Slide Number Placeholder 5">
            <a:extLst xmlns:a="http://schemas.openxmlformats.org/drawingml/2006/main">
              <a:ext uri="{FF2B5EF4-FFF2-40B4-BE49-F238E27FC236}">
                <a16:creationId xmlns:a16="http://schemas.microsoft.com/office/drawing/2014/main" id="{00FE82FF-D1D2-4ED4-9B80-9FC4E8B702DD}"/>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p>
        </p:txBody>
      </p:sp>
    </p:spTree>
  </p:cSld>
</p:sldLayout>
</file>

<file path=ppt/slideLayouts/slideLayout11.xml><?xml version="1.0" encoding="utf-8"?>
<p:sldLayout xmlns:p="http://schemas.openxmlformats.org/presentationml/2006/main" type="vertTitleAndTx" preserve="1">
  <p:cSld name="Vertical Title and Text">
    <p:spTree>
      <p:nvGrpSpPr>
        <p:cNvPr id="1" name=""/>
        <p:cNvGrpSpPr/>
        <p:nvPr/>
      </p:nvGrpSpPr>
      <p:grpSpPr>
        <a:xfrm xmlns:a="http://schemas.openxmlformats.org/drawingml/2006/main"/>
      </p:grpSpPr>
      <p:sp>
        <p:nvSpPr>
          <p:cNvPr id="2" name="Vertical Title 1">
            <a:extLst xmlns:a="http://schemas.openxmlformats.org/drawingml/2006/main">
              <a:ext uri="{FF2B5EF4-FFF2-40B4-BE49-F238E27FC236}">
                <a16:creationId xmlns:a16="http://schemas.microsoft.com/office/drawing/2014/main" id="{4D0318CA-D9F8-4E2F-A325-F38C06EC1E7B}"/>
              </a:ext>
            </a:extLst>
          </p:cNvPr>
          <p:cNvSpPr>
            <a:spLocks xmlns:a="http://schemas.openxmlformats.org/drawingml/2006/main" noGrp="1"/>
          </p:cNvSpPr>
          <p:nvPr>
            <p:ph type="title" idx="0"/>
          </p:nvPr>
        </p:nvSpPr>
        <p:spPr>
          <a:xfrm xmlns:a="http://schemas.openxmlformats.org/drawingml/2006/main">
            <a:off x="6629400" y="274638"/>
            <a:ext cx="2057400" cy="5851525"/>
          </a:xfrm>
        </p:spPr>
        <p:txBody>
          <a:bodyPr xmlns:a="http://schemas.openxmlformats.org/drawingml/2006/main" vert="eaVert"/>
          <a:lstStyle xmlns:a="http://schemas.openxmlformats.org/drawingml/2006/main"/>
          <a:p xmlns:a="http://schemas.openxmlformats.org/drawingml/2006/main">
            <a:r>
              <a:t>Click to edit Master title style</a:t>
            </a:r>
          </a:p>
        </p:txBody>
      </p:sp>
      <p:sp>
        <p:nvSpPr>
          <p:cNvPr id="3" name="Vertical Text Placeholder 2">
            <a:extLst xmlns:a="http://schemas.openxmlformats.org/drawingml/2006/main">
              <a:ext uri="{FF2B5EF4-FFF2-40B4-BE49-F238E27FC236}">
                <a16:creationId xmlns:a16="http://schemas.microsoft.com/office/drawing/2014/main" id="{16EF0B10-D0DD-4276-8EAD-A1AA2549E62F}"/>
              </a:ext>
            </a:extLst>
          </p:cNvPr>
          <p:cNvSpPr>
            <a:spLocks xmlns:a="http://schemas.openxmlformats.org/drawingml/2006/main" noGrp="1"/>
          </p:cNvSpPr>
          <p:nvPr>
            <p:ph type="body" idx="1"/>
          </p:nvPr>
        </p:nvSpPr>
        <p:spPr>
          <a:xfrm xmlns:a="http://schemas.openxmlformats.org/drawingml/2006/main">
            <a:off x="457200" y="274638"/>
            <a:ext cx="6019800" cy="5851525"/>
          </a:xfrm>
        </p:spPr>
        <p:txBody>
          <a:bodyPr xmlns:a="http://schemas.openxmlformats.org/drawingml/2006/main" vert="eaVert"/>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4" name="Date Placeholder 3">
            <a:extLst xmlns:a="http://schemas.openxmlformats.org/drawingml/2006/main">
              <a:ext uri="{FF2B5EF4-FFF2-40B4-BE49-F238E27FC236}">
                <a16:creationId xmlns:a16="http://schemas.microsoft.com/office/drawing/2014/main" id="{8C625E1A-9CBB-4A14-94F8-7D690C98AF8D}"/>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1/27/13</a:t>
            </a:fld>
          </a:p>
        </p:txBody>
      </p:sp>
      <p:sp>
        <p:nvSpPr>
          <p:cNvPr id="5" name="Footer Placeholder 4">
            <a:extLst xmlns:a="http://schemas.openxmlformats.org/drawingml/2006/main">
              <a:ext uri="{FF2B5EF4-FFF2-40B4-BE49-F238E27FC236}">
                <a16:creationId xmlns:a16="http://schemas.microsoft.com/office/drawing/2014/main" id="{1BF40295-9F17-404E-8224-95D96BD9D836}"/>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p:txBody>
      </p:sp>
      <p:sp>
        <p:nvSpPr>
          <p:cNvPr id="6" name="Slide Number Placeholder 5">
            <a:extLst xmlns:a="http://schemas.openxmlformats.org/drawingml/2006/main">
              <a:ext uri="{FF2B5EF4-FFF2-40B4-BE49-F238E27FC236}">
                <a16:creationId xmlns:a16="http://schemas.microsoft.com/office/drawing/2014/main" id="{D56007BD-B0FA-4FC7-9E3C-EC96721BB5C1}"/>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p>
        </p:txBody>
      </p:sp>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d0c8f5649265461b" /><Relationship Type="http://schemas.openxmlformats.org/officeDocument/2006/relationships/slideLayout" Target="/ppt/slideLayouts/slideLayout1.xml" Id="Rccd76495c1f54211" /><Relationship Type="http://schemas.openxmlformats.org/officeDocument/2006/relationships/slideLayout" Target="/ppt/slideLayouts/slideLayout2.xml" Id="Rdd702e408669436d" /><Relationship Type="http://schemas.openxmlformats.org/officeDocument/2006/relationships/slideLayout" Target="/ppt/slideLayouts/slideLayout3.xml" Id="R0be3b6462d494fe4" /><Relationship Type="http://schemas.openxmlformats.org/officeDocument/2006/relationships/slideLayout" Target="/ppt/slideLayouts/slideLayout4.xml" Id="R003c7539243346f9" /><Relationship Type="http://schemas.openxmlformats.org/officeDocument/2006/relationships/slideLayout" Target="/ppt/slideLayouts/slideLayout5.xml" Id="R8ad5d52dd4a44410" /><Relationship Type="http://schemas.openxmlformats.org/officeDocument/2006/relationships/slideLayout" Target="/ppt/slideLayouts/slideLayout6.xml" Id="Reeaf2f1932594716" /><Relationship Type="http://schemas.openxmlformats.org/officeDocument/2006/relationships/slideLayout" Target="/ppt/slideLayouts/slideLayout7.xml" Id="R39d8f467361a41ef" /><Relationship Type="http://schemas.openxmlformats.org/officeDocument/2006/relationships/slideLayout" Target="/ppt/slideLayouts/slideLayout8.xml" Id="R95529c2f368e41f7" /><Relationship Type="http://schemas.openxmlformats.org/officeDocument/2006/relationships/slideLayout" Target="/ppt/slideLayouts/slideLayout9.xml" Id="R0acff1fc287e4e7c" /><Relationship Type="http://schemas.openxmlformats.org/officeDocument/2006/relationships/slideLayout" Target="/ppt/slideLayouts/slideLayout10.xml" Id="Rf99acc2bbe424aa4" /><Relationship Type="http://schemas.openxmlformats.org/officeDocument/2006/relationships/slideLayout" Target="/ppt/slideLayouts/slideLayout11.xml" Id="R896806a3cb0244ce" /></Relationships>
</file>

<file path=ppt/slideMasters/slideMaster1.xml><?xml version="1.0" encoding="utf-8"?>
<p:sld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Title Placeholder 1">
            <a:extLst xmlns:a="http://schemas.openxmlformats.org/drawingml/2006/main">
              <a:ext uri="{FF2B5EF4-FFF2-40B4-BE49-F238E27FC236}">
                <a16:creationId xmlns:a16="http://schemas.microsoft.com/office/drawing/2014/main" id="{8262CC95-0BBF-4632-B193-3EC0A26FDF4B}"/>
              </a:ext>
            </a:extLst>
          </p:cNvPr>
          <p:cNvSpPr>
            <a:spLocks xmlns:a="http://schemas.openxmlformats.org/drawingml/2006/main" noGrp="1"/>
          </p:cNvSpPr>
          <p:nvPr>
            <p:ph type="title" idx="0"/>
          </p:nvPr>
        </p:nvSpPr>
        <p:spPr>
          <a:xfrm xmlns:a="http://schemas.openxmlformats.org/drawingml/2006/main">
            <a:off x="457200" y="274638"/>
            <a:ext cx="8229600" cy="1143000"/>
          </a:xfrm>
          <a:prstGeom xmlns:a="http://schemas.openxmlformats.org/drawingml/2006/main" prst="rect">
            <a:avLst/>
          </a:prstGeom>
        </p:spPr>
        <p:txBody>
          <a:bodyPr xmlns:a="http://schemas.openxmlformats.org/drawingml/2006/main" vert="horz" lIns="91440" tIns="45720" rIns="91440" bIns="45720" anchor="ctr">
            <a:normAutofit/>
          </a:bodyPr>
          <a:lstStyle xmlns:a="http://schemas.openxmlformats.org/drawingml/2006/main"/>
          <a:p xmlns:a="http://schemas.openxmlformats.org/drawingml/2006/main">
            <a:r>
              <a:t>Click to edit Master title style</a:t>
            </a:r>
          </a:p>
        </p:txBody>
      </p:sp>
      <p:sp>
        <p:nvSpPr>
          <p:cNvPr id="3" name="Text Placeholder 2">
            <a:extLst xmlns:a="http://schemas.openxmlformats.org/drawingml/2006/main">
              <a:ext uri="{FF2B5EF4-FFF2-40B4-BE49-F238E27FC236}">
                <a16:creationId xmlns:a16="http://schemas.microsoft.com/office/drawing/2014/main" id="{7B7E7C25-1F67-4627-9FA9-41841C51B2DF}"/>
              </a:ext>
            </a:extLst>
          </p:cNvPr>
          <p:cNvSpPr>
            <a:spLocks xmlns:a="http://schemas.openxmlformats.org/drawingml/2006/main" noGrp="1"/>
          </p:cNvSpPr>
          <p:nvPr>
            <p:ph type="body" idx="1"/>
          </p:nvPr>
        </p:nvSpPr>
        <p:spPr>
          <a:xfrm xmlns:a="http://schemas.openxmlformats.org/drawingml/2006/main">
            <a:off x="457200" y="1600200"/>
            <a:ext cx="8229600" cy="4525963"/>
          </a:xfrm>
          <a:prstGeom xmlns:a="http://schemas.openxmlformats.org/drawingml/2006/main" prst="rect">
            <a:avLst/>
          </a:prstGeom>
        </p:spPr>
        <p:txBody>
          <a:bodyPr xmlns:a="http://schemas.openxmlformats.org/drawingml/2006/main" vert="horz" lIns="91440" tIns="45720" rIns="91440" bIns="45720">
            <a:normAutofit/>
          </a:bodyPr>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4" name="Date Placeholder 3">
            <a:extLst xmlns:a="http://schemas.openxmlformats.org/drawingml/2006/main">
              <a:ext uri="{FF2B5EF4-FFF2-40B4-BE49-F238E27FC236}">
                <a16:creationId xmlns:a16="http://schemas.microsoft.com/office/drawing/2014/main" id="{601D032A-1E85-4B8A-A554-8AB517895DF8}"/>
              </a:ext>
            </a:extLst>
          </p:cNvPr>
          <p:cNvSpPr>
            <a:spLocks xmlns:a="http://schemas.openxmlformats.org/drawingml/2006/main" noGrp="1"/>
          </p:cNvSpPr>
          <p:nvPr>
            <p:ph type="dt" idx="2"/>
          </p:nvPr>
        </p:nvSpPr>
        <p:spPr>
          <a:xfrm xmlns:a="http://schemas.openxmlformats.org/drawingml/2006/main">
            <a:off x="457200" y="6356350"/>
            <a:ext cx="21336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l">
              <a:buNone/>
              <a:defRPr sz="1200">
                <a:solidFill>
                  <a:schemeClr val="tx1">
                    <a:tint val="75000"/>
                  </a:schemeClr>
                </a:solidFill>
              </a:defRPr>
            </a:lvl1pPr>
          </a:lstStyle>
          <a:p xmlns:a="http://schemas.openxmlformats.org/drawingml/2006/main">
            <a:fld id="{5BCAD085-E8A6-8845-BD4E-CB4CCA059FC4}" type="datetimeFigureOut">
              <a:t>1/27/13</a:t>
            </a:fld>
          </a:p>
        </p:txBody>
      </p:sp>
      <p:sp>
        <p:nvSpPr>
          <p:cNvPr id="5" name="Footer Placeholder 4">
            <a:extLst xmlns:a="http://schemas.openxmlformats.org/drawingml/2006/main">
              <a:ext uri="{FF2B5EF4-FFF2-40B4-BE49-F238E27FC236}">
                <a16:creationId xmlns:a16="http://schemas.microsoft.com/office/drawing/2014/main" id="{26E7D579-3775-4F53-8B6B-3FD8B8D71B14}"/>
              </a:ext>
            </a:extLst>
          </p:cNvPr>
          <p:cNvSpPr>
            <a:spLocks xmlns:a="http://schemas.openxmlformats.org/drawingml/2006/main" noGrp="1"/>
          </p:cNvSpPr>
          <p:nvPr>
            <p:ph type="ftr" idx="3"/>
          </p:nvPr>
        </p:nvSpPr>
        <p:spPr>
          <a:xfrm xmlns:a="http://schemas.openxmlformats.org/drawingml/2006/main">
            <a:off x="3124200" y="6356350"/>
            <a:ext cx="28956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ctr">
              <a:buNone/>
              <a:defRPr sz="1200">
                <a:solidFill>
                  <a:schemeClr val="tx1">
                    <a:tint val="75000"/>
                  </a:schemeClr>
                </a:solidFill>
              </a:defRPr>
            </a:lvl1pPr>
          </a:lstStyle>
          <a:p xmlns:a="http://schemas.openxmlformats.org/drawingml/2006/main"/>
        </p:txBody>
      </p:sp>
      <p:sp>
        <p:nvSpPr>
          <p:cNvPr id="6" name="Slide Number Placeholder 5">
            <a:extLst xmlns:a="http://schemas.openxmlformats.org/drawingml/2006/main">
              <a:ext uri="{FF2B5EF4-FFF2-40B4-BE49-F238E27FC236}">
                <a16:creationId xmlns:a16="http://schemas.microsoft.com/office/drawing/2014/main" id="{CA522654-11E7-45DD-9BA8-76F93DF87B63}"/>
              </a:ext>
            </a:extLst>
          </p:cNvPr>
          <p:cNvSpPr>
            <a:spLocks xmlns:a="http://schemas.openxmlformats.org/drawingml/2006/main" noGrp="1"/>
          </p:cNvSpPr>
          <p:nvPr>
            <p:ph type="sldNum" idx="4"/>
          </p:nvPr>
        </p:nvSpPr>
        <p:spPr>
          <a:xfrm xmlns:a="http://schemas.openxmlformats.org/drawingml/2006/main">
            <a:off x="6553200" y="6356350"/>
            <a:ext cx="21336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r">
              <a:buNone/>
              <a:defRPr sz="1200">
                <a:solidFill>
                  <a:schemeClr val="tx1">
                    <a:tint val="75000"/>
                  </a:schemeClr>
                </a:solidFill>
              </a:defRPr>
            </a:lvl1pPr>
          </a:lstStyle>
          <a:p xmlns:a="http://schemas.openxmlformats.org/drawingml/2006/main">
            <a:fld id="{C1FF6DA9-008F-8B48-92A6-B652298478BF}" type="slidenum">
              <a:t>‹#›</a:t>
            </a:fld>
          </a:p>
        </p:txBody>
      </p:sp>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ccd76495c1f54211"/>
    <p:sldLayoutId xmlns:r="http://schemas.openxmlformats.org/officeDocument/2006/relationships" id="2147483650" r:id="Rdd702e408669436d"/>
    <p:sldLayoutId xmlns:r="http://schemas.openxmlformats.org/officeDocument/2006/relationships" id="2147483651" r:id="R0be3b6462d494fe4"/>
    <p:sldLayoutId xmlns:r="http://schemas.openxmlformats.org/officeDocument/2006/relationships" id="2147483652" r:id="R003c7539243346f9"/>
    <p:sldLayoutId xmlns:r="http://schemas.openxmlformats.org/officeDocument/2006/relationships" id="2147483653" r:id="R8ad5d52dd4a44410"/>
    <p:sldLayoutId xmlns:r="http://schemas.openxmlformats.org/officeDocument/2006/relationships" id="2147483654" r:id="Reeaf2f1932594716"/>
    <p:sldLayoutId xmlns:r="http://schemas.openxmlformats.org/officeDocument/2006/relationships" id="2147483655" r:id="R39d8f467361a41ef"/>
    <p:sldLayoutId xmlns:r="http://schemas.openxmlformats.org/officeDocument/2006/relationships" id="2147483656" r:id="R95529c2f368e41f7"/>
    <p:sldLayoutId xmlns:r="http://schemas.openxmlformats.org/officeDocument/2006/relationships" id="2147483657" r:id="R0acff1fc287e4e7c"/>
    <p:sldLayoutId xmlns:r="http://schemas.openxmlformats.org/officeDocument/2006/relationships" id="2147483658" r:id="Rf99acc2bbe424aa4"/>
    <p:sldLayoutId xmlns:r="http://schemas.openxmlformats.org/officeDocument/2006/relationships" id="2147483659" r:id="R896806a3cb0244ce"/>
  </p:sldLayoutIdLst>
  <p:txStyles>
    <p:titleStyle>
      <a:lvl1pPr xmlns:a="http://schemas.openxmlformats.org/drawingml/2006/main" algn="ctr" defTabSz="457200">
        <a:spcBef>
          <a:spcPct val="0"/>
        </a:spcBef>
        <a:buNone/>
        <a:defRPr sz="4400" kern="1200">
          <a:solidFill>
            <a:schemeClr val="tx1"/>
          </a:solidFill>
          <a:latin typeface="+mj-lt"/>
          <a:ea typeface="+mj-lt"/>
          <a:cs typeface="+mj-lt"/>
        </a:defRPr>
      </a:lvl1pPr>
    </p:titleStyle>
    <p:bodyStyle>
      <a:lvl1pPr xmlns:a="http://schemas.openxmlformats.org/drawingml/2006/main" marL="342900" indent="-342900" algn="l" defTabSz="457200">
        <a:spcBef>
          <a:spcPct val="20000"/>
        </a:spcBef>
        <a:buFont typeface="Arial"/>
        <a:buChar char="•"/>
        <a:defRPr sz="3200" kern="1200">
          <a:solidFill>
            <a:schemeClr val="tx1"/>
          </a:solidFill>
          <a:latin typeface="+mn-lt"/>
          <a:ea typeface="+mn-lt"/>
          <a:cs typeface="+mn-lt"/>
        </a:defRPr>
      </a:lvl1pPr>
      <a:lvl2pPr xmlns:a="http://schemas.openxmlformats.org/drawingml/2006/main" marL="742950" indent="-285750" algn="l" defTabSz="457200">
        <a:spcBef>
          <a:spcPct val="20000"/>
        </a:spcBef>
        <a:buFont typeface="Arial"/>
        <a:buChar char="–"/>
        <a:defRPr sz="2800" kern="1200">
          <a:solidFill>
            <a:schemeClr val="tx1"/>
          </a:solidFill>
          <a:latin typeface="+mn-lt"/>
          <a:ea typeface="+mn-lt"/>
          <a:cs typeface="+mn-lt"/>
        </a:defRPr>
      </a:lvl2pPr>
      <a:lvl3pPr xmlns:a="http://schemas.openxmlformats.org/drawingml/2006/main" marL="1143000" indent="-228600" algn="l" defTabSz="457200">
        <a:spcBef>
          <a:spcPct val="20000"/>
        </a:spcBef>
        <a:buFont typeface="Arial"/>
        <a:buChar char="•"/>
        <a:defRPr sz="2400" kern="1200">
          <a:solidFill>
            <a:schemeClr val="tx1"/>
          </a:solidFill>
          <a:latin typeface="+mn-lt"/>
          <a:ea typeface="+mn-lt"/>
          <a:cs typeface="+mn-lt"/>
        </a:defRPr>
      </a:lvl3pPr>
      <a:lvl4pPr xmlns:a="http://schemas.openxmlformats.org/drawingml/2006/main" marL="1600200" indent="-228600" algn="l" defTabSz="457200">
        <a:spcBef>
          <a:spcPct val="20000"/>
        </a:spcBef>
        <a:buFont typeface="Arial"/>
        <a:buChar char="–"/>
        <a:defRPr sz="2000" kern="1200">
          <a:solidFill>
            <a:schemeClr val="tx1"/>
          </a:solidFill>
          <a:latin typeface="+mn-lt"/>
          <a:ea typeface="+mn-lt"/>
          <a:cs typeface="+mn-lt"/>
        </a:defRPr>
      </a:lvl4pPr>
      <a:lvl5pPr xmlns:a="http://schemas.openxmlformats.org/drawingml/2006/main" marL="2057400" indent="-228600" algn="l" defTabSz="457200">
        <a:spcBef>
          <a:spcPct val="20000"/>
        </a:spcBef>
        <a:buFont typeface="Arial"/>
        <a:buChar char="»"/>
        <a:defRPr sz="2000" kern="1200">
          <a:solidFill>
            <a:schemeClr val="tx1"/>
          </a:solidFill>
          <a:latin typeface="+mn-lt"/>
          <a:ea typeface="+mn-lt"/>
          <a:cs typeface="+mn-lt"/>
        </a:defRPr>
      </a:lvl5pPr>
      <a:lvl6pPr xmlns:a="http://schemas.openxmlformats.org/drawingml/2006/main" marL="2514600" indent="-228600" algn="l" defTabSz="457200">
        <a:spcBef>
          <a:spcPct val="20000"/>
        </a:spcBef>
        <a:buFont typeface="Arial"/>
        <a:buChar char="•"/>
        <a:defRPr sz="2000" kern="1200">
          <a:solidFill>
            <a:schemeClr val="tx1"/>
          </a:solidFill>
          <a:latin typeface="+mn-lt"/>
          <a:ea typeface="+mn-lt"/>
          <a:cs typeface="+mn-lt"/>
        </a:defRPr>
      </a:lvl6pPr>
      <a:lvl7pPr xmlns:a="http://schemas.openxmlformats.org/drawingml/2006/main" marL="2971800" indent="-228600" algn="l" defTabSz="457200">
        <a:spcBef>
          <a:spcPct val="20000"/>
        </a:spcBef>
        <a:buFont typeface="Arial"/>
        <a:buChar char="•"/>
        <a:defRPr sz="2000" kern="1200">
          <a:solidFill>
            <a:schemeClr val="tx1"/>
          </a:solidFill>
          <a:latin typeface="+mn-lt"/>
          <a:ea typeface="+mn-lt"/>
          <a:cs typeface="+mn-lt"/>
        </a:defRPr>
      </a:lvl7pPr>
      <a:lvl8pPr xmlns:a="http://schemas.openxmlformats.org/drawingml/2006/main" marL="3429000" indent="-228600" algn="l" defTabSz="457200">
        <a:spcBef>
          <a:spcPct val="20000"/>
        </a:spcBef>
        <a:buFont typeface="Arial"/>
        <a:buChar char="•"/>
        <a:defRPr sz="2000" kern="1200">
          <a:solidFill>
            <a:schemeClr val="tx1"/>
          </a:solidFill>
          <a:latin typeface="+mn-lt"/>
          <a:ea typeface="+mn-lt"/>
          <a:cs typeface="+mn-lt"/>
        </a:defRPr>
      </a:lvl8pPr>
      <a:lvl9pPr xmlns:a="http://schemas.openxmlformats.org/drawingml/2006/main" marL="3886200" indent="-228600" algn="l" defTabSz="457200">
        <a:spcBef>
          <a:spcPct val="20000"/>
        </a:spcBef>
        <a:buFont typeface="Arial"/>
        <a:buChar char="•"/>
        <a:defRPr sz="2000" kern="1200">
          <a:solidFill>
            <a:schemeClr val="tx1"/>
          </a:solidFill>
          <a:latin typeface="+mn-lt"/>
          <a:ea typeface="+mn-lt"/>
          <a:cs typeface="+mn-lt"/>
        </a:defRPr>
      </a:lvl9pPr>
    </p:bodyStyle>
    <p:otherStyle>
      <a:lvl1pPr xmlns:a="http://schemas.openxmlformats.org/drawingml/2006/main" marL="0" algn="l" defTabSz="457200">
        <a:buNone/>
        <a:defRPr sz="1800" kern="1200">
          <a:solidFill>
            <a:schemeClr val="tx1"/>
          </a:solidFill>
          <a:latin typeface="+mn-lt"/>
          <a:ea typeface="+mn-lt"/>
          <a:cs typeface="+mn-lt"/>
        </a:defRPr>
      </a:lvl1pPr>
      <a:lvl2pPr xmlns:a="http://schemas.openxmlformats.org/drawingml/2006/main" marL="457200" algn="l" defTabSz="457200">
        <a:buNone/>
        <a:defRPr sz="1800" kern="1200">
          <a:solidFill>
            <a:schemeClr val="tx1"/>
          </a:solidFill>
          <a:latin typeface="+mn-lt"/>
          <a:ea typeface="+mn-lt"/>
          <a:cs typeface="+mn-lt"/>
        </a:defRPr>
      </a:lvl2pPr>
      <a:lvl3pPr xmlns:a="http://schemas.openxmlformats.org/drawingml/2006/main" marL="914400" algn="l" defTabSz="457200">
        <a:buNone/>
        <a:defRPr sz="1800" kern="1200">
          <a:solidFill>
            <a:schemeClr val="tx1"/>
          </a:solidFill>
          <a:latin typeface="+mn-lt"/>
          <a:ea typeface="+mn-lt"/>
          <a:cs typeface="+mn-lt"/>
        </a:defRPr>
      </a:lvl3pPr>
      <a:lvl4pPr xmlns:a="http://schemas.openxmlformats.org/drawingml/2006/main" marL="1371600" algn="l" defTabSz="457200">
        <a:buNone/>
        <a:defRPr sz="1800" kern="1200">
          <a:solidFill>
            <a:schemeClr val="tx1"/>
          </a:solidFill>
          <a:latin typeface="+mn-lt"/>
          <a:ea typeface="+mn-lt"/>
          <a:cs typeface="+mn-lt"/>
        </a:defRPr>
      </a:lvl4pPr>
      <a:lvl5pPr xmlns:a="http://schemas.openxmlformats.org/drawingml/2006/main" marL="1828800" algn="l" defTabSz="457200">
        <a:buNone/>
        <a:defRPr sz="1800" kern="1200">
          <a:solidFill>
            <a:schemeClr val="tx1"/>
          </a:solidFill>
          <a:latin typeface="+mn-lt"/>
          <a:ea typeface="+mn-lt"/>
          <a:cs typeface="+mn-lt"/>
        </a:defRPr>
      </a:lvl5pPr>
      <a:lvl6pPr xmlns:a="http://schemas.openxmlformats.org/drawingml/2006/main" marL="2286000" algn="l" defTabSz="457200">
        <a:buNone/>
        <a:defRPr sz="1800" kern="1200">
          <a:solidFill>
            <a:schemeClr val="tx1"/>
          </a:solidFill>
          <a:latin typeface="+mn-lt"/>
          <a:ea typeface="+mn-lt"/>
          <a:cs typeface="+mn-lt"/>
        </a:defRPr>
      </a:lvl6pPr>
      <a:lvl7pPr xmlns:a="http://schemas.openxmlformats.org/drawingml/2006/main" marL="2743200" algn="l" defTabSz="457200">
        <a:buNone/>
        <a:defRPr sz="1800" kern="1200">
          <a:solidFill>
            <a:schemeClr val="tx1"/>
          </a:solidFill>
          <a:latin typeface="+mn-lt"/>
          <a:ea typeface="+mn-lt"/>
          <a:cs typeface="+mn-lt"/>
        </a:defRPr>
      </a:lvl7pPr>
      <a:lvl8pPr xmlns:a="http://schemas.openxmlformats.org/drawingml/2006/main" marL="3200400" algn="l" defTabSz="457200">
        <a:buNone/>
        <a:defRPr sz="1800" kern="1200">
          <a:solidFill>
            <a:schemeClr val="tx1"/>
          </a:solidFill>
          <a:latin typeface="+mn-lt"/>
          <a:ea typeface="+mn-lt"/>
          <a:cs typeface="+mn-lt"/>
        </a:defRPr>
      </a:lvl8pPr>
      <a:lvl9pPr xmlns:a="http://schemas.openxmlformats.org/drawingml/2006/main" marL="3657600" algn="l" defTabSz="457200">
        <a:buNone/>
        <a:defRPr sz="1800" kern="12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7.xml" Id="R8e87587e9aa14ad2" /><Relationship Type="http://schemas.openxmlformats.org/officeDocument/2006/relationships/notesSlide" Target="/ppt/notesSlides/notesSlide1.xml" Id="Ra59f4952b3ff4e01" /></Relationships>
</file>

<file path=ppt/slides/_rels/slide2.xml.rels>&#65279;<?xml version="1.0" encoding="utf-8"?><Relationships xmlns="http://schemas.openxmlformats.org/package/2006/relationships"><Relationship Type="http://schemas.openxmlformats.org/officeDocument/2006/relationships/slideLayout" Target="/ppt/slideLayouts/slideLayout7.xml" Id="R0fe70e6f75804567" /><Relationship Type="http://schemas.openxmlformats.org/officeDocument/2006/relationships/notesSlide" Target="/ppt/notesSlides/notesSlide2.xml" Id="R702319a8d23547b0" /></Relationships>
</file>

<file path=ppt/slides/_rels/slide3.xml.rels>&#65279;<?xml version="1.0" encoding="utf-8"?><Relationships xmlns="http://schemas.openxmlformats.org/package/2006/relationships"><Relationship Type="http://schemas.openxmlformats.org/officeDocument/2006/relationships/slideLayout" Target="/ppt/slideLayouts/slideLayout7.xml" Id="R776bbcade42246aa" /><Relationship Type="http://schemas.openxmlformats.org/officeDocument/2006/relationships/notesSlide" Target="/ppt/notesSlides/notesSlide3.xml" Id="R1672c57eebcd4c70" /></Relationships>
</file>

<file path=ppt/slides/_rels/slide4.xml.rels>&#65279;<?xml version="1.0" encoding="utf-8"?><Relationships xmlns="http://schemas.openxmlformats.org/package/2006/relationships"><Relationship Type="http://schemas.openxmlformats.org/officeDocument/2006/relationships/slideLayout" Target="/ppt/slideLayouts/slideLayout7.xml" Id="Rd339221e805e4d3f" /><Relationship Type="http://schemas.openxmlformats.org/officeDocument/2006/relationships/notesSlide" Target="/ppt/notesSlides/notesSlide4.xml" Id="R783991e7c2c94086" /></Relationships>
</file>

<file path=ppt/slides/_rels/slide5.xml.rels>&#65279;<?xml version="1.0" encoding="utf-8"?><Relationships xmlns="http://schemas.openxmlformats.org/package/2006/relationships"><Relationship Type="http://schemas.openxmlformats.org/officeDocument/2006/relationships/slideLayout" Target="/ppt/slideLayouts/slideLayout7.xml" Id="R8af7e51545824a59" /><Relationship Type="http://schemas.openxmlformats.org/officeDocument/2006/relationships/notesSlide" Target="/ppt/notesSlides/notesSlide5.xml" Id="Rb622801a1a7f436a" /></Relationships>
</file>

<file path=ppt/slides/_rels/slide6.xml.rels>&#65279;<?xml version="1.0" encoding="utf-8"?><Relationships xmlns="http://schemas.openxmlformats.org/package/2006/relationships"><Relationship Type="http://schemas.openxmlformats.org/officeDocument/2006/relationships/slideLayout" Target="/ppt/slideLayouts/slideLayout7.xml" Id="R11d2f9d120ce4b80" /><Relationship Type="http://schemas.openxmlformats.org/officeDocument/2006/relationships/notesSlide" Target="/ppt/notesSlides/notesSlide6.xml" Id="R79a67ddcf3c14b04" /></Relationships>
</file>

<file path=ppt/slides/_rels/slide7.xml.rels>&#65279;<?xml version="1.0" encoding="utf-8"?><Relationships xmlns="http://schemas.openxmlformats.org/package/2006/relationships"><Relationship Type="http://schemas.openxmlformats.org/officeDocument/2006/relationships/slideLayout" Target="/ppt/slideLayouts/slideLayout7.xml" Id="R436249a0c0684f18" /><Relationship Type="http://schemas.openxmlformats.org/officeDocument/2006/relationships/notesSlide" Target="/ppt/notesSlides/notesSlide7.xml" Id="Ree48628f89c14927" /></Relationships>
</file>

<file path=ppt/slides/_rels/slide8.xml.rels>&#65279;<?xml version="1.0" encoding="utf-8"?><Relationships xmlns="http://schemas.openxmlformats.org/package/2006/relationships"><Relationship Type="http://schemas.openxmlformats.org/officeDocument/2006/relationships/slideLayout" Target="/ppt/slideLayouts/slideLayout7.xml" Id="Rabc60dbbdf4c49ad" /><Relationship Type="http://schemas.openxmlformats.org/officeDocument/2006/relationships/notesSlide" Target="/ppt/notesSlides/notesSlide8.xml" Id="R535fb69b91994511" /></Relationships>
</file>

<file path=ppt/slides/_rels/slide9.xml.rels>&#65279;<?xml version="1.0" encoding="utf-8"?><Relationships xmlns="http://schemas.openxmlformats.org/package/2006/relationships"><Relationship Type="http://schemas.openxmlformats.org/officeDocument/2006/relationships/slideLayout" Target="/ppt/slideLayouts/slideLayout7.xml" Id="Rf401b493cb164efa" /><Relationship Type="http://schemas.openxmlformats.org/officeDocument/2006/relationships/notesSlide" Target="/ppt/notesSlides/notesSlide9.xml" Id="R988d4d536d0640e9" /></Relationships>
</file>

<file path=ppt/slides/_rels/slide10.xml.rels>&#65279;<?xml version="1.0" encoding="utf-8"?><Relationships xmlns="http://schemas.openxmlformats.org/package/2006/relationships"><Relationship Type="http://schemas.openxmlformats.org/officeDocument/2006/relationships/slideLayout" Target="/ppt/slideLayouts/slideLayout7.xml" Id="R9ecc280ec8604474" /><Relationship Type="http://schemas.openxmlformats.org/officeDocument/2006/relationships/notesSlide" Target="/ppt/notesSlides/notesSlide10.xml" Id="R51ab04b3b4924c96" /></Relationships>
</file>

<file path=ppt/slides/_rels/slide11.xml.rels>&#65279;<?xml version="1.0" encoding="utf-8"?><Relationships xmlns="http://schemas.openxmlformats.org/package/2006/relationships"><Relationship Type="http://schemas.openxmlformats.org/officeDocument/2006/relationships/slideLayout" Target="/ppt/slideLayouts/slideLayout7.xml" Id="R60b859c298864343" /><Relationship Type="http://schemas.openxmlformats.org/officeDocument/2006/relationships/notesSlide" Target="/ppt/notesSlides/notesSlide11.xml" Id="R91e07d03123b4d5d" /></Relationships>
</file>

<file path=ppt/slides/_rels/slide12.xml.rels>&#65279;<?xml version="1.0" encoding="utf-8"?><Relationships xmlns="http://schemas.openxmlformats.org/package/2006/relationships"><Relationship Type="http://schemas.openxmlformats.org/officeDocument/2006/relationships/slideLayout" Target="/ppt/slideLayouts/slideLayout7.xml" Id="R6dee41d1824b4e33" /><Relationship Type="http://schemas.openxmlformats.org/officeDocument/2006/relationships/notesSlide" Target="/ppt/notesSlides/notesSlide12.xml" Id="Rcaaab7844db441a5" /></Relationships>
</file>

<file path=ppt/slides/_rels/slide13.xml.rels>&#65279;<?xml version="1.0" encoding="utf-8"?><Relationships xmlns="http://schemas.openxmlformats.org/package/2006/relationships"><Relationship Type="http://schemas.openxmlformats.org/officeDocument/2006/relationships/slideLayout" Target="/ppt/slideLayouts/slideLayout7.xml" Id="Ra91860373f9a40d2" /><Relationship Type="http://schemas.openxmlformats.org/officeDocument/2006/relationships/notesSlide" Target="/ppt/notesSlides/notesSlide13.xml" Id="R8334981f3756477e" /></Relationships>
</file>

<file path=ppt/slides/_rels/slide14.xml.rels>&#65279;<?xml version="1.0" encoding="utf-8"?><Relationships xmlns="http://schemas.openxmlformats.org/package/2006/relationships"><Relationship Type="http://schemas.openxmlformats.org/officeDocument/2006/relationships/slideLayout" Target="/ppt/slideLayouts/slideLayout7.xml" Id="R1f1e08674ff44840" /><Relationship Type="http://schemas.openxmlformats.org/officeDocument/2006/relationships/notesSlide" Target="/ppt/notesSlides/notesSlide14.xml" Id="R0b89ac203a0d4bba" /></Relationships>
</file>

<file path=ppt/slides/_rels/slide15.xml.rels>&#65279;<?xml version="1.0" encoding="utf-8"?><Relationships xmlns="http://schemas.openxmlformats.org/package/2006/relationships"><Relationship Type="http://schemas.openxmlformats.org/officeDocument/2006/relationships/slideLayout" Target="/ppt/slideLayouts/slideLayout7.xml" Id="Rb8fa68b9dd044bfe" /><Relationship Type="http://schemas.openxmlformats.org/officeDocument/2006/relationships/notesSlide" Target="/ppt/notesSlides/notesSlide15.xml" Id="Rcf6b9c02470a44b0" /></Relationships>
</file>

<file path=ppt/slides/_rels/slide16.xml.rels>&#65279;<?xml version="1.0" encoding="utf-8"?><Relationships xmlns="http://schemas.openxmlformats.org/package/2006/relationships"><Relationship Type="http://schemas.openxmlformats.org/officeDocument/2006/relationships/slideLayout" Target="/ppt/slideLayouts/slideLayout7.xml" Id="Ra4777660f9414018" /><Relationship Type="http://schemas.openxmlformats.org/officeDocument/2006/relationships/notesSlide" Target="/ppt/notesSlides/notesSlide16.xml" Id="R469c4aab1f294429" /></Relationships>
</file>

<file path=ppt/slides/_rels/slide17.xml.rels>&#65279;<?xml version="1.0" encoding="utf-8"?><Relationships xmlns="http://schemas.openxmlformats.org/package/2006/relationships"><Relationship Type="http://schemas.openxmlformats.org/officeDocument/2006/relationships/slideLayout" Target="/ppt/slideLayouts/slideLayout7.xml" Id="Re6d9f8dd9aeb4f20" /><Relationship Type="http://schemas.openxmlformats.org/officeDocument/2006/relationships/notesSlide" Target="/ppt/notesSlides/notesSlide17.xml" Id="Rfc05b88f42f544ae" /></Relationships>
</file>

<file path=ppt/slides/_rels/slide18.xml.rels>&#65279;<?xml version="1.0" encoding="utf-8"?><Relationships xmlns="http://schemas.openxmlformats.org/package/2006/relationships"><Relationship Type="http://schemas.openxmlformats.org/officeDocument/2006/relationships/slideLayout" Target="/ppt/slideLayouts/slideLayout7.xml" Id="R849644bbdb4743ba" /><Relationship Type="http://schemas.openxmlformats.org/officeDocument/2006/relationships/notesSlide" Target="/ppt/notesSlides/notesSlide18.xml" Id="R9f69a887063f4247" /></Relationships>
</file>

<file path=ppt/slides/slide1.xml><?xml version="1.0" encoding="utf-8"?>
<p:sld xmlns:p="http://schemas.openxmlformats.org/presentationml/2006/main">
  <p:cSld>
    <p:spTree>
      <p:nvGrpSpPr>
        <p:cNvPr id="1" name=""/>
        <p:cNvGrpSpPr/>
        <p:nvPr/>
      </p:nvGrpSpPr>
      <p:grpSpPr>
        <a:xfrm xmlns:a="http://schemas.openxmlformats.org/drawingml/2006/main"/>
      </p:grpSpPr>
      <p:sp>
        <p:nvSpPr>
          <p:cNvPr id="2" name="Rectangle 1">
            <a:extLst xmlns:a="http://schemas.openxmlformats.org/drawingml/2006/main">
              <a:ext uri="{FF2B5EF4-FFF2-40B4-BE49-F238E27FC236}">
                <a16:creationId xmlns:a16="http://schemas.microsoft.com/office/drawing/2014/main" id="{F7C87973-8537-4447-AA06-CE6A005CAB01}"/>
              </a:ext>
            </a:extLst>
          </p:cNvPr>
          <p:cNvSpPr>
            <a:spLocks xmlns:a="http://schemas.openxmlformats.org/drawingml/2006/main" noGrp="1"/>
          </p:cNvSpPr>
          <p:nvPr/>
        </p:nvSpPr>
        <p:spPr>
          <a:xfrm xmlns:a="http://schemas.openxmlformats.org/drawingml/2006/main">
            <a:off x="0" y="0"/>
            <a:ext cx="12188952" cy="6858000"/>
          </a:xfrm>
          <a:prstGeom xmlns:a="http://schemas.openxmlformats.org/drawingml/2006/main" prst="rect">
            <a:avLst/>
          </a:prstGeom>
          <a:gradFill xmlns:a="http://schemas.openxmlformats.org/drawingml/2006/main" rotWithShape="1">
            <a:gsLst>
              <a:gs pos="0">
                <a:srgbClr val="080C18"/>
              </a:gs>
              <a:gs pos="50000">
                <a:srgbClr val="0A1228"/>
              </a:gs>
              <a:gs pos="100000">
                <a:srgbClr val="050A19"/>
              </a:gs>
            </a:gsLst>
            <a:lin ang="16200000" scaled="1"/>
          </a:gra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Hexagon 2">
            <a:extLst xmlns:a="http://schemas.openxmlformats.org/drawingml/2006/main">
              <a:ext uri="{FF2B5EF4-FFF2-40B4-BE49-F238E27FC236}">
                <a16:creationId xmlns:a16="http://schemas.microsoft.com/office/drawing/2014/main" id="{E42525D5-41C0-491E-B3B1-3AC1278488A6}"/>
              </a:ext>
            </a:extLst>
          </p:cNvPr>
          <p:cNvSpPr>
            <a:spLocks xmlns:a="http://schemas.openxmlformats.org/drawingml/2006/main" noGrp="1"/>
          </p:cNvSpPr>
          <p:nvPr/>
        </p:nvSpPr>
        <p:spPr>
          <a:xfrm xmlns:a="http://schemas.openxmlformats.org/drawingml/2006/main">
            <a:off x="-274320" y="-274320"/>
            <a:ext cx="1828800" cy="1828800"/>
          </a:xfrm>
          <a:prstGeom xmlns:a="http://schemas.openxmlformats.org/drawingml/2006/main" prst="hexagon">
            <a:avLst/>
          </a:prstGeom>
          <a:solidFill xmlns:a="http://schemas.openxmlformats.org/drawingml/2006/main">
            <a:srgbClr val="00F0FF">
              <a:alpha val="4000"/>
            </a:srgbClr>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 name="Hexagon 3">
            <a:extLst xmlns:a="http://schemas.openxmlformats.org/drawingml/2006/main">
              <a:ext uri="{FF2B5EF4-FFF2-40B4-BE49-F238E27FC236}">
                <a16:creationId xmlns:a16="http://schemas.microsoft.com/office/drawing/2014/main" id="{76FFFE5F-9660-4E05-9378-E180FDB6EC4B}"/>
              </a:ext>
            </a:extLst>
          </p:cNvPr>
          <p:cNvSpPr>
            <a:spLocks xmlns:a="http://schemas.openxmlformats.org/drawingml/2006/main" noGrp="1"/>
          </p:cNvSpPr>
          <p:nvPr/>
        </p:nvSpPr>
        <p:spPr>
          <a:xfrm xmlns:a="http://schemas.openxmlformats.org/drawingml/2006/main">
            <a:off x="10515600" y="5303520"/>
            <a:ext cx="2286000" cy="2286000"/>
          </a:xfrm>
          <a:prstGeom xmlns:a="http://schemas.openxmlformats.org/drawingml/2006/main" prst="hexagon">
            <a:avLst/>
          </a:prstGeom>
          <a:solidFill xmlns:a="http://schemas.openxmlformats.org/drawingml/2006/main">
            <a:srgbClr val="A050FF">
              <a:alpha val="3000"/>
            </a:srgbClr>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5" name="Hexagon 4">
            <a:extLst xmlns:a="http://schemas.openxmlformats.org/drawingml/2006/main">
              <a:ext uri="{FF2B5EF4-FFF2-40B4-BE49-F238E27FC236}">
                <a16:creationId xmlns:a16="http://schemas.microsoft.com/office/drawing/2014/main" id="{74CC10C9-3BE4-47EA-908B-2249F39B5871}"/>
              </a:ext>
            </a:extLst>
          </p:cNvPr>
          <p:cNvSpPr>
            <a:spLocks xmlns:a="http://schemas.openxmlformats.org/drawingml/2006/main" noGrp="1"/>
          </p:cNvSpPr>
          <p:nvPr/>
        </p:nvSpPr>
        <p:spPr>
          <a:xfrm xmlns:a="http://schemas.openxmlformats.org/drawingml/2006/main">
            <a:off x="10972800" y="-457200"/>
            <a:ext cx="1645920" cy="1645920"/>
          </a:xfrm>
          <a:prstGeom xmlns:a="http://schemas.openxmlformats.org/drawingml/2006/main" prst="hexagon">
            <a:avLst/>
          </a:prstGeom>
          <a:solidFill xmlns:a="http://schemas.openxmlformats.org/drawingml/2006/main">
            <a:srgbClr val="3C8CFF">
              <a:alpha val="3000"/>
            </a:srgbClr>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6" name="Hexagon 5">
            <a:extLst xmlns:a="http://schemas.openxmlformats.org/drawingml/2006/main">
              <a:ext uri="{FF2B5EF4-FFF2-40B4-BE49-F238E27FC236}">
                <a16:creationId xmlns:a16="http://schemas.microsoft.com/office/drawing/2014/main" id="{51FE833D-AA9F-4775-B42F-9AD515C09864}"/>
              </a:ext>
            </a:extLst>
          </p:cNvPr>
          <p:cNvSpPr>
            <a:spLocks xmlns:a="http://schemas.openxmlformats.org/drawingml/2006/main" noGrp="1"/>
          </p:cNvSpPr>
          <p:nvPr/>
        </p:nvSpPr>
        <p:spPr>
          <a:xfrm xmlns:a="http://schemas.openxmlformats.org/drawingml/2006/main">
            <a:off x="5029200" y="5943600"/>
            <a:ext cx="914400" cy="914400"/>
          </a:xfrm>
          <a:prstGeom xmlns:a="http://schemas.openxmlformats.org/drawingml/2006/main" prst="hexagon">
            <a:avLst/>
          </a:prstGeom>
          <a:solidFill xmlns:a="http://schemas.openxmlformats.org/drawingml/2006/main">
            <a:srgbClr val="00FF8C">
              <a:alpha val="2500"/>
            </a:srgbClr>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7" name="Rectangle 6">
            <a:extLst xmlns:a="http://schemas.openxmlformats.org/drawingml/2006/main">
              <a:ext uri="{FF2B5EF4-FFF2-40B4-BE49-F238E27FC236}">
                <a16:creationId xmlns:a16="http://schemas.microsoft.com/office/drawing/2014/main" id="{6D8FAE6B-F941-499F-BE7F-627AEDE80659}"/>
              </a:ext>
            </a:extLst>
          </p:cNvPr>
          <p:cNvSpPr>
            <a:spLocks xmlns:a="http://schemas.openxmlformats.org/drawingml/2006/main" noGrp="1"/>
          </p:cNvSpPr>
          <p:nvPr/>
        </p:nvSpPr>
        <p:spPr>
          <a:xfrm xmlns:a="http://schemas.openxmlformats.org/drawingml/2006/main">
            <a:off x="274320" y="274320"/>
            <a:ext cx="731520" cy="27432"/>
          </a:xfrm>
          <a:prstGeom xmlns:a="http://schemas.openxmlformats.org/drawingml/2006/main" prst="rect">
            <a:avLst/>
          </a:prstGeom>
          <a:solidFill xmlns:a="http://schemas.openxmlformats.org/drawingml/2006/main">
            <a:srgbClr val="00F0FF"/>
          </a:solidFill>
          <a:ln xmlns:a="http://schemas.openxmlformats.org/drawingml/2006/main">
            <a:noFill/>
          </a:ln>
          <a:effectLst xmlns:a="http://schemas.openxmlformats.org/drawingml/2006/main">
            <a:glow rad="50800">
              <a:srgbClr val="00F0FF">
                <a:alpha val="40000"/>
              </a:srgbClr>
            </a:glow>
          </a:effectLst>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8" name="Rectangle 7">
            <a:extLst xmlns:a="http://schemas.openxmlformats.org/drawingml/2006/main">
              <a:ext uri="{FF2B5EF4-FFF2-40B4-BE49-F238E27FC236}">
                <a16:creationId xmlns:a16="http://schemas.microsoft.com/office/drawing/2014/main" id="{9976ADA2-B5B1-4AC8-A92B-047ADF2B1357}"/>
              </a:ext>
            </a:extLst>
          </p:cNvPr>
          <p:cNvSpPr>
            <a:spLocks xmlns:a="http://schemas.openxmlformats.org/drawingml/2006/main" noGrp="1"/>
          </p:cNvSpPr>
          <p:nvPr/>
        </p:nvSpPr>
        <p:spPr>
          <a:xfrm xmlns:a="http://schemas.openxmlformats.org/drawingml/2006/main">
            <a:off x="274320" y="274320"/>
            <a:ext cx="27432" cy="731520"/>
          </a:xfrm>
          <a:prstGeom xmlns:a="http://schemas.openxmlformats.org/drawingml/2006/main" prst="rect">
            <a:avLst/>
          </a:prstGeom>
          <a:solidFill xmlns:a="http://schemas.openxmlformats.org/drawingml/2006/main">
            <a:srgbClr val="00F0FF"/>
          </a:solidFill>
          <a:ln xmlns:a="http://schemas.openxmlformats.org/drawingml/2006/main">
            <a:noFill/>
          </a:ln>
          <a:effectLst xmlns:a="http://schemas.openxmlformats.org/drawingml/2006/main">
            <a:glow rad="50800">
              <a:srgbClr val="00F0FF">
                <a:alpha val="40000"/>
              </a:srgbClr>
            </a:glow>
          </a:effectLst>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9" name="Rectangle 8">
            <a:extLst xmlns:a="http://schemas.openxmlformats.org/drawingml/2006/main">
              <a:ext uri="{FF2B5EF4-FFF2-40B4-BE49-F238E27FC236}">
                <a16:creationId xmlns:a16="http://schemas.microsoft.com/office/drawing/2014/main" id="{E849244A-516F-4521-A421-C8E6BC465B12}"/>
              </a:ext>
            </a:extLst>
          </p:cNvPr>
          <p:cNvSpPr>
            <a:spLocks xmlns:a="http://schemas.openxmlformats.org/drawingml/2006/main" noGrp="1"/>
          </p:cNvSpPr>
          <p:nvPr/>
        </p:nvSpPr>
        <p:spPr>
          <a:xfrm xmlns:a="http://schemas.openxmlformats.org/drawingml/2006/main">
            <a:off x="11183111" y="274320"/>
            <a:ext cx="731520" cy="27432"/>
          </a:xfrm>
          <a:prstGeom xmlns:a="http://schemas.openxmlformats.org/drawingml/2006/main" prst="rect">
            <a:avLst/>
          </a:prstGeom>
          <a:solidFill xmlns:a="http://schemas.openxmlformats.org/drawingml/2006/main">
            <a:srgbClr val="00F0FF"/>
          </a:solidFill>
          <a:ln xmlns:a="http://schemas.openxmlformats.org/drawingml/2006/main">
            <a:noFill/>
          </a:ln>
          <a:effectLst xmlns:a="http://schemas.openxmlformats.org/drawingml/2006/main">
            <a:glow rad="50800">
              <a:srgbClr val="00F0FF">
                <a:alpha val="40000"/>
              </a:srgbClr>
            </a:glow>
          </a:effectLst>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0" name="Rectangle 9">
            <a:extLst xmlns:a="http://schemas.openxmlformats.org/drawingml/2006/main">
              <a:ext uri="{FF2B5EF4-FFF2-40B4-BE49-F238E27FC236}">
                <a16:creationId xmlns:a16="http://schemas.microsoft.com/office/drawing/2014/main" id="{4EB67730-D975-438E-9B57-5870142772D0}"/>
              </a:ext>
            </a:extLst>
          </p:cNvPr>
          <p:cNvSpPr>
            <a:spLocks xmlns:a="http://schemas.openxmlformats.org/drawingml/2006/main" noGrp="1"/>
          </p:cNvSpPr>
          <p:nvPr/>
        </p:nvSpPr>
        <p:spPr>
          <a:xfrm xmlns:a="http://schemas.openxmlformats.org/drawingml/2006/main">
            <a:off x="11887200" y="274320"/>
            <a:ext cx="27432" cy="731520"/>
          </a:xfrm>
          <a:prstGeom xmlns:a="http://schemas.openxmlformats.org/drawingml/2006/main" prst="rect">
            <a:avLst/>
          </a:prstGeom>
          <a:solidFill xmlns:a="http://schemas.openxmlformats.org/drawingml/2006/main">
            <a:srgbClr val="00F0FF"/>
          </a:solidFill>
          <a:ln xmlns:a="http://schemas.openxmlformats.org/drawingml/2006/main">
            <a:noFill/>
          </a:ln>
          <a:effectLst xmlns:a="http://schemas.openxmlformats.org/drawingml/2006/main">
            <a:glow rad="50800">
              <a:srgbClr val="00F0FF">
                <a:alpha val="40000"/>
              </a:srgbClr>
            </a:glow>
          </a:effectLst>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1" name="Rectangle 10">
            <a:extLst xmlns:a="http://schemas.openxmlformats.org/drawingml/2006/main">
              <a:ext uri="{FF2B5EF4-FFF2-40B4-BE49-F238E27FC236}">
                <a16:creationId xmlns:a16="http://schemas.microsoft.com/office/drawing/2014/main" id="{35D0C9EF-6C4E-41F7-BE6A-E2F5B92AF713}"/>
              </a:ext>
            </a:extLst>
          </p:cNvPr>
          <p:cNvSpPr>
            <a:spLocks xmlns:a="http://schemas.openxmlformats.org/drawingml/2006/main" noGrp="1"/>
          </p:cNvSpPr>
          <p:nvPr/>
        </p:nvSpPr>
        <p:spPr>
          <a:xfrm xmlns:a="http://schemas.openxmlformats.org/drawingml/2006/main">
            <a:off x="274320" y="6556248"/>
            <a:ext cx="731520" cy="27432"/>
          </a:xfrm>
          <a:prstGeom xmlns:a="http://schemas.openxmlformats.org/drawingml/2006/main" prst="rect">
            <a:avLst/>
          </a:prstGeom>
          <a:solidFill xmlns:a="http://schemas.openxmlformats.org/drawingml/2006/main">
            <a:srgbClr val="00F0FF"/>
          </a:solidFill>
          <a:ln xmlns:a="http://schemas.openxmlformats.org/drawingml/2006/main">
            <a:noFill/>
          </a:ln>
          <a:effectLst xmlns:a="http://schemas.openxmlformats.org/drawingml/2006/main">
            <a:glow rad="50800">
              <a:srgbClr val="00F0FF">
                <a:alpha val="40000"/>
              </a:srgbClr>
            </a:glow>
          </a:effectLst>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2" name="Rectangle 11">
            <a:extLst xmlns:a="http://schemas.openxmlformats.org/drawingml/2006/main">
              <a:ext uri="{FF2B5EF4-FFF2-40B4-BE49-F238E27FC236}">
                <a16:creationId xmlns:a16="http://schemas.microsoft.com/office/drawing/2014/main" id="{E447C661-6733-468A-B395-15D26B20684F}"/>
              </a:ext>
            </a:extLst>
          </p:cNvPr>
          <p:cNvSpPr>
            <a:spLocks xmlns:a="http://schemas.openxmlformats.org/drawingml/2006/main" noGrp="1"/>
          </p:cNvSpPr>
          <p:nvPr/>
        </p:nvSpPr>
        <p:spPr>
          <a:xfrm xmlns:a="http://schemas.openxmlformats.org/drawingml/2006/main">
            <a:off x="274320" y="5852160"/>
            <a:ext cx="27432" cy="731520"/>
          </a:xfrm>
          <a:prstGeom xmlns:a="http://schemas.openxmlformats.org/drawingml/2006/main" prst="rect">
            <a:avLst/>
          </a:prstGeom>
          <a:solidFill xmlns:a="http://schemas.openxmlformats.org/drawingml/2006/main">
            <a:srgbClr val="00F0FF"/>
          </a:solidFill>
          <a:ln xmlns:a="http://schemas.openxmlformats.org/drawingml/2006/main">
            <a:noFill/>
          </a:ln>
          <a:effectLst xmlns:a="http://schemas.openxmlformats.org/drawingml/2006/main">
            <a:glow rad="50800">
              <a:srgbClr val="00F0FF">
                <a:alpha val="40000"/>
              </a:srgbClr>
            </a:glow>
          </a:effectLst>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3" name="Rectangle 12">
            <a:extLst xmlns:a="http://schemas.openxmlformats.org/drawingml/2006/main">
              <a:ext uri="{FF2B5EF4-FFF2-40B4-BE49-F238E27FC236}">
                <a16:creationId xmlns:a16="http://schemas.microsoft.com/office/drawing/2014/main" id="{ED9D6573-8709-4959-89AB-52AF3612290E}"/>
              </a:ext>
            </a:extLst>
          </p:cNvPr>
          <p:cNvSpPr>
            <a:spLocks xmlns:a="http://schemas.openxmlformats.org/drawingml/2006/main" noGrp="1"/>
          </p:cNvSpPr>
          <p:nvPr/>
        </p:nvSpPr>
        <p:spPr>
          <a:xfrm xmlns:a="http://schemas.openxmlformats.org/drawingml/2006/main">
            <a:off x="11183111" y="6556248"/>
            <a:ext cx="731520" cy="27432"/>
          </a:xfrm>
          <a:prstGeom xmlns:a="http://schemas.openxmlformats.org/drawingml/2006/main" prst="rect">
            <a:avLst/>
          </a:prstGeom>
          <a:solidFill xmlns:a="http://schemas.openxmlformats.org/drawingml/2006/main">
            <a:srgbClr val="00F0FF"/>
          </a:solidFill>
          <a:ln xmlns:a="http://schemas.openxmlformats.org/drawingml/2006/main">
            <a:noFill/>
          </a:ln>
          <a:effectLst xmlns:a="http://schemas.openxmlformats.org/drawingml/2006/main">
            <a:glow rad="50800">
              <a:srgbClr val="00F0FF">
                <a:alpha val="40000"/>
              </a:srgbClr>
            </a:glow>
          </a:effectLst>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4" name="Rectangle 13">
            <a:extLst xmlns:a="http://schemas.openxmlformats.org/drawingml/2006/main">
              <a:ext uri="{FF2B5EF4-FFF2-40B4-BE49-F238E27FC236}">
                <a16:creationId xmlns:a16="http://schemas.microsoft.com/office/drawing/2014/main" id="{FE5208E8-4862-467D-993B-F260BDAA9BA6}"/>
              </a:ext>
            </a:extLst>
          </p:cNvPr>
          <p:cNvSpPr>
            <a:spLocks xmlns:a="http://schemas.openxmlformats.org/drawingml/2006/main" noGrp="1"/>
          </p:cNvSpPr>
          <p:nvPr/>
        </p:nvSpPr>
        <p:spPr>
          <a:xfrm xmlns:a="http://schemas.openxmlformats.org/drawingml/2006/main">
            <a:off x="11887200" y="5852160"/>
            <a:ext cx="27432" cy="731520"/>
          </a:xfrm>
          <a:prstGeom xmlns:a="http://schemas.openxmlformats.org/drawingml/2006/main" prst="rect">
            <a:avLst/>
          </a:prstGeom>
          <a:solidFill xmlns:a="http://schemas.openxmlformats.org/drawingml/2006/main">
            <a:srgbClr val="00F0FF"/>
          </a:solidFill>
          <a:ln xmlns:a="http://schemas.openxmlformats.org/drawingml/2006/main">
            <a:noFill/>
          </a:ln>
          <a:effectLst xmlns:a="http://schemas.openxmlformats.org/drawingml/2006/main">
            <a:glow rad="50800">
              <a:srgbClr val="00F0FF">
                <a:alpha val="40000"/>
              </a:srgbClr>
            </a:glow>
          </a:effectLst>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5" name="Rounded Rectangle 14">
            <a:extLst xmlns:a="http://schemas.openxmlformats.org/drawingml/2006/main">
              <a:ext uri="{FF2B5EF4-FFF2-40B4-BE49-F238E27FC236}">
                <a16:creationId xmlns:a16="http://schemas.microsoft.com/office/drawing/2014/main" id="{E72C00D2-9F07-40CA-BDD0-A3B02529D0E4}"/>
              </a:ext>
            </a:extLst>
          </p:cNvPr>
          <p:cNvSpPr>
            <a:spLocks xmlns:a="http://schemas.openxmlformats.org/drawingml/2006/main" noGrp="1"/>
          </p:cNvSpPr>
          <p:nvPr/>
        </p:nvSpPr>
        <p:spPr>
          <a:xfrm xmlns:a="http://schemas.openxmlformats.org/drawingml/2006/main">
            <a:off x="1645920" y="2011680"/>
            <a:ext cx="8897112" cy="2377440"/>
          </a:xfrm>
          <a:prstGeom xmlns:a="http://schemas.openxmlformats.org/drawingml/2006/main" prst="roundRect">
            <a:avLst/>
          </a:prstGeom>
          <a:solidFill xmlns:a="http://schemas.openxmlformats.org/drawingml/2006/main">
            <a:srgbClr val="00F0FF">
              <a:alpha val="6000"/>
            </a:srgbClr>
          </a:solidFill>
          <a:ln xmlns:a="http://schemas.openxmlformats.org/drawingml/2006/main" w="19050">
            <a:solidFill>
              <a:srgbClr val="00F0FF"/>
            </a:solidFill>
          </a:ln>
          <a:effectLst xmlns:a="http://schemas.openxmlformats.org/drawingml/2006/main">
            <a:glow rad="76200">
              <a:srgbClr val="00F0FF">
                <a:alpha val="35000"/>
              </a:srgbClr>
            </a:glow>
          </a:effectLst>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6" name="TextBox 15">
            <a:extLst xmlns:a="http://schemas.openxmlformats.org/drawingml/2006/main">
              <a:ext uri="{FF2B5EF4-FFF2-40B4-BE49-F238E27FC236}">
                <a16:creationId xmlns:a16="http://schemas.microsoft.com/office/drawing/2014/main" id="{A76E690A-33AE-48FD-B588-9BB582DBF86F}"/>
              </a:ext>
            </a:extLst>
          </p:cNvPr>
          <p:cNvSpPr>
            <a:spLocks xmlns:a="http://schemas.openxmlformats.org/drawingml/2006/main" noGrp="1"/>
          </p:cNvSpPr>
          <p:nvPr/>
        </p:nvSpPr>
        <p:spPr>
          <a:xfrm xmlns:a="http://schemas.openxmlformats.org/drawingml/2006/main">
            <a:off x="1645920" y="2286000"/>
            <a:ext cx="8897112" cy="91440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ctr">
              <a:buNone/>
              <a:defRPr sz="4800" b="1">
                <a:solidFill>
                  <a:srgbClr val="FFFFFF"/>
                </a:solidFill>
                <a:latin typeface="Segoe UI Semibold"/>
                <a:ea typeface="Segoe UI Semibold"/>
                <a:cs typeface="Segoe UI Semibold"/>
              </a:defRPr>
            </a:pPr>
            <a:r>
              <a:t>TypeScript Decision Arcade</a:t>
            </a:r>
          </a:p>
        </p:txBody>
      </p:sp>
      <p:sp>
        <p:nvSpPr>
          <p:cNvPr id="17" name="TextBox 16">
            <a:extLst xmlns:a="http://schemas.openxmlformats.org/drawingml/2006/main">
              <a:ext uri="{FF2B5EF4-FFF2-40B4-BE49-F238E27FC236}">
                <a16:creationId xmlns:a16="http://schemas.microsoft.com/office/drawing/2014/main" id="{C9E0863B-B266-439C-A0C5-35A04CAE7A76}"/>
              </a:ext>
            </a:extLst>
          </p:cNvPr>
          <p:cNvSpPr>
            <a:spLocks xmlns:a="http://schemas.openxmlformats.org/drawingml/2006/main" noGrp="1"/>
          </p:cNvSpPr>
          <p:nvPr/>
        </p:nvSpPr>
        <p:spPr>
          <a:xfrm xmlns:a="http://schemas.openxmlformats.org/drawingml/2006/main">
            <a:off x="1645920" y="3291840"/>
            <a:ext cx="8897112" cy="45720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ctr">
              <a:buNone/>
              <a:defRPr sz="2400" b="0">
                <a:solidFill>
                  <a:srgbClr val="00F0FF"/>
                </a:solidFill>
                <a:latin typeface="Segoe UI"/>
                <a:ea typeface="Segoe UI"/>
                <a:cs typeface="Segoe UI"/>
              </a:defRPr>
            </a:pPr>
            <a:r>
              <a:t>Playground missions + else if</a:t>
            </a:r>
          </a:p>
        </p:txBody>
      </p:sp>
      <p:sp>
        <p:nvSpPr>
          <p:cNvPr id="18" name="Rectangle 17">
            <a:extLst xmlns:a="http://schemas.openxmlformats.org/drawingml/2006/main">
              <a:ext uri="{FF2B5EF4-FFF2-40B4-BE49-F238E27FC236}">
                <a16:creationId xmlns:a16="http://schemas.microsoft.com/office/drawing/2014/main" id="{19784D0B-6519-4F4D-B248-C665EB232726}"/>
              </a:ext>
            </a:extLst>
          </p:cNvPr>
          <p:cNvSpPr>
            <a:spLocks xmlns:a="http://schemas.openxmlformats.org/drawingml/2006/main" noGrp="1"/>
          </p:cNvSpPr>
          <p:nvPr/>
        </p:nvSpPr>
        <p:spPr>
          <a:xfrm xmlns:a="http://schemas.openxmlformats.org/drawingml/2006/main">
            <a:off x="0" y="4754880"/>
            <a:ext cx="12188952" cy="27432"/>
          </a:xfrm>
          <a:prstGeom xmlns:a="http://schemas.openxmlformats.org/drawingml/2006/main" prst="rect">
            <a:avLst/>
          </a:prstGeom>
          <a:solidFill xmlns:a="http://schemas.openxmlformats.org/drawingml/2006/main">
            <a:srgbClr val="00F0FF"/>
          </a:solidFill>
          <a:ln xmlns:a="http://schemas.openxmlformats.org/drawingml/2006/main">
            <a:noFill/>
          </a:ln>
          <a:effectLst xmlns:a="http://schemas.openxmlformats.org/drawingml/2006/main">
            <a:glow rad="76200">
              <a:srgbClr val="00F0FF">
                <a:alpha val="30000"/>
              </a:srgbClr>
            </a:glow>
          </a:effectLst>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9" name="TextBox 18">
            <a:extLst xmlns:a="http://schemas.openxmlformats.org/drawingml/2006/main">
              <a:ext uri="{FF2B5EF4-FFF2-40B4-BE49-F238E27FC236}">
                <a16:creationId xmlns:a16="http://schemas.microsoft.com/office/drawing/2014/main" id="{B413BB50-77BD-4A46-9598-4F179B66B01B}"/>
              </a:ext>
            </a:extLst>
          </p:cNvPr>
          <p:cNvSpPr>
            <a:spLocks xmlns:a="http://schemas.openxmlformats.org/drawingml/2006/main" noGrp="1"/>
          </p:cNvSpPr>
          <p:nvPr/>
        </p:nvSpPr>
        <p:spPr>
          <a:xfrm xmlns:a="http://schemas.openxmlformats.org/drawingml/2006/main">
            <a:off x="1645920" y="5120640"/>
            <a:ext cx="8897112" cy="36576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ctr">
              <a:buNone/>
              <a:defRPr sz="1500" b="0">
                <a:solidFill>
                  <a:srgbClr val="788296"/>
                </a:solidFill>
                <a:latin typeface="Segoe UI"/>
                <a:ea typeface="Segoe UI"/>
                <a:cs typeface="Segoe UI"/>
              </a:defRPr>
            </a:pPr>
            <a:r>
              <a:t>August 1, 2026  |  Kids Computer Science</a:t>
            </a:r>
          </a:p>
        </p:txBody>
      </p:sp>
    </p:spTree>
    <p:extLst>
      <p:ext uri="{BB962C8B-B14F-4D97-AF65-F5344CB8AC3E}">
        <p14:creationId xmlns:p14="http://schemas.microsoft.com/office/powerpoint/2010/main" val="941553694"/>
      </p:ext>
    </p:extLst>
  </p:cSld>
</p:sld>
</file>

<file path=ppt/slides/slide2.xml><?xml version="1.0" encoding="utf-8"?>
<p:sld xmlns:p="http://schemas.openxmlformats.org/presentationml/2006/main">
  <p:cSld>
    <p:spTree>
      <p:nvGrpSpPr>
        <p:cNvPr id="1" name=""/>
        <p:cNvGrpSpPr/>
        <p:nvPr/>
      </p:nvGrpSpPr>
      <p:grpSpPr>
        <a:xfrm xmlns:a="http://schemas.openxmlformats.org/drawingml/2006/main"/>
      </p:grpSpPr>
      <p:sp>
        <p:nvSpPr>
          <p:cNvPr id="2" name="Rectangle 1">
            <a:extLst xmlns:a="http://schemas.openxmlformats.org/drawingml/2006/main">
              <a:ext uri="{FF2B5EF4-FFF2-40B4-BE49-F238E27FC236}">
                <a16:creationId xmlns:a16="http://schemas.microsoft.com/office/drawing/2014/main" id="{0FB4FB54-2AC3-4C6F-AD95-EEBDA66BCFAD}"/>
              </a:ext>
            </a:extLst>
          </p:cNvPr>
          <p:cNvSpPr>
            <a:spLocks xmlns:a="http://schemas.openxmlformats.org/drawingml/2006/main" noGrp="1"/>
          </p:cNvSpPr>
          <p:nvPr/>
        </p:nvSpPr>
        <p:spPr>
          <a:xfrm xmlns:a="http://schemas.openxmlformats.org/drawingml/2006/main">
            <a:off x="0" y="0"/>
            <a:ext cx="12188952" cy="6858000"/>
          </a:xfrm>
          <a:prstGeom xmlns:a="http://schemas.openxmlformats.org/drawingml/2006/main" prst="rect">
            <a:avLst/>
          </a:prstGeom>
          <a:gradFill xmlns:a="http://schemas.openxmlformats.org/drawingml/2006/main" rotWithShape="1">
            <a:gsLst>
              <a:gs pos="0">
                <a:srgbClr val="080C18"/>
              </a:gs>
              <a:gs pos="100000">
                <a:srgbClr val="0C1224"/>
              </a:gs>
            </a:gsLst>
            <a:lin ang="16200000" scaled="1"/>
          </a:gra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Rectangle 2">
            <a:extLst xmlns:a="http://schemas.openxmlformats.org/drawingml/2006/main">
              <a:ext uri="{FF2B5EF4-FFF2-40B4-BE49-F238E27FC236}">
                <a16:creationId xmlns:a16="http://schemas.microsoft.com/office/drawing/2014/main" id="{78F2113C-C63F-41B0-ABA6-28F7C6E771F3}"/>
              </a:ext>
            </a:extLst>
          </p:cNvPr>
          <p:cNvSpPr>
            <a:spLocks xmlns:a="http://schemas.openxmlformats.org/drawingml/2006/main" noGrp="1"/>
          </p:cNvSpPr>
          <p:nvPr/>
        </p:nvSpPr>
        <p:spPr>
          <a:xfrm xmlns:a="http://schemas.openxmlformats.org/drawingml/2006/main">
            <a:off x="0" y="0"/>
            <a:ext cx="12188952" cy="1188720"/>
          </a:xfrm>
          <a:prstGeom xmlns:a="http://schemas.openxmlformats.org/drawingml/2006/main" prst="rect">
            <a:avLst/>
          </a:prstGeom>
          <a:gradFill xmlns:a="http://schemas.openxmlformats.org/drawingml/2006/main" rotWithShape="1">
            <a:gsLst>
              <a:gs pos="0">
                <a:srgbClr val="080C18"/>
              </a:gs>
              <a:gs pos="100000">
                <a:srgbClr val="0F1932"/>
              </a:gs>
            </a:gsLst>
            <a:lin ang="0" scaled="1"/>
          </a:gra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 name="Rectangle 3">
            <a:extLst xmlns:a="http://schemas.openxmlformats.org/drawingml/2006/main">
              <a:ext uri="{FF2B5EF4-FFF2-40B4-BE49-F238E27FC236}">
                <a16:creationId xmlns:a16="http://schemas.microsoft.com/office/drawing/2014/main" id="{8DBB1A7A-5ED5-4ED6-8FCB-A600908F06D8}"/>
              </a:ext>
            </a:extLst>
          </p:cNvPr>
          <p:cNvSpPr>
            <a:spLocks xmlns:a="http://schemas.openxmlformats.org/drawingml/2006/main" noGrp="1"/>
          </p:cNvSpPr>
          <p:nvPr/>
        </p:nvSpPr>
        <p:spPr>
          <a:xfrm xmlns:a="http://schemas.openxmlformats.org/drawingml/2006/main">
            <a:off x="0" y="1188720"/>
            <a:ext cx="12188952" cy="36576"/>
          </a:xfrm>
          <a:prstGeom xmlns:a="http://schemas.openxmlformats.org/drawingml/2006/main" prst="rect">
            <a:avLst/>
          </a:prstGeom>
          <a:solidFill xmlns:a="http://schemas.openxmlformats.org/drawingml/2006/main">
            <a:srgbClr val="00F0FF"/>
          </a:solidFill>
          <a:ln xmlns:a="http://schemas.openxmlformats.org/drawingml/2006/main">
            <a:noFill/>
          </a:ln>
          <a:effectLst xmlns:a="http://schemas.openxmlformats.org/drawingml/2006/main">
            <a:glow rad="76200">
              <a:srgbClr val="00F0FF">
                <a:alpha val="30000"/>
              </a:srgbClr>
            </a:glow>
          </a:effectLst>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5" name="TextBox 4">
            <a:extLst xmlns:a="http://schemas.openxmlformats.org/drawingml/2006/main">
              <a:ext uri="{FF2B5EF4-FFF2-40B4-BE49-F238E27FC236}">
                <a16:creationId xmlns:a16="http://schemas.microsoft.com/office/drawing/2014/main" id="{F8813B59-7084-4B21-BE64-0A97B7D9502A}"/>
              </a:ext>
            </a:extLst>
          </p:cNvPr>
          <p:cNvSpPr>
            <a:spLocks xmlns:a="http://schemas.openxmlformats.org/drawingml/2006/main" noGrp="1"/>
          </p:cNvSpPr>
          <p:nvPr/>
        </p:nvSpPr>
        <p:spPr>
          <a:xfrm xmlns:a="http://schemas.openxmlformats.org/drawingml/2006/main">
            <a:off x="548640" y="256032"/>
            <a:ext cx="11091672" cy="64008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defRPr sz="3400" b="1">
                <a:solidFill>
                  <a:srgbClr val="FFFFFF"/>
                </a:solidFill>
                <a:latin typeface="Segoe UI Semibold"/>
                <a:ea typeface="Segoe UI Semibold"/>
                <a:cs typeface="Segoe UI Semibold"/>
              </a:defRPr>
            </a:pPr>
            <a:r>
              <a:t>Today you become a decision-game designer</a:t>
            </a:r>
          </a:p>
        </p:txBody>
      </p:sp>
      <p:sp>
        <p:nvSpPr>
          <p:cNvPr id="6" name="Oval 5">
            <a:extLst xmlns:a="http://schemas.openxmlformats.org/drawingml/2006/main">
              <a:ext uri="{FF2B5EF4-FFF2-40B4-BE49-F238E27FC236}">
                <a16:creationId xmlns:a16="http://schemas.microsoft.com/office/drawing/2014/main" id="{A9F2841E-136A-442F-B62D-23B9E2814076}"/>
              </a:ext>
            </a:extLst>
          </p:cNvPr>
          <p:cNvSpPr>
            <a:spLocks xmlns:a="http://schemas.openxmlformats.org/drawingml/2006/main" noGrp="1"/>
          </p:cNvSpPr>
          <p:nvPr/>
        </p:nvSpPr>
        <p:spPr>
          <a:xfrm xmlns:a="http://schemas.openxmlformats.org/drawingml/2006/main">
            <a:off x="731520" y="1572768"/>
            <a:ext cx="438912" cy="438912"/>
          </a:xfrm>
          <a:prstGeom xmlns:a="http://schemas.openxmlformats.org/drawingml/2006/main" prst="ellipse">
            <a:avLst/>
          </a:prstGeom>
          <a:solidFill xmlns:a="http://schemas.openxmlformats.org/drawingml/2006/main">
            <a:srgbClr val="00F0FF">
              <a:alpha val="20000"/>
            </a:srgbClr>
          </a:solidFill>
          <a:ln xmlns:a="http://schemas.openxmlformats.org/drawingml/2006/main" w="19050">
            <a:solidFill>
              <a:srgbClr val="00F0FF"/>
            </a:solidFill>
          </a:ln>
          <a:effectLst xmlns:a="http://schemas.openxmlformats.org/drawingml/2006/main">
            <a:glow rad="63500">
              <a:srgbClr val="00F0FF">
                <a:alpha val="35000"/>
              </a:srgbClr>
            </a:glow>
          </a:effectLst>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defRPr sz="1700" b="1">
                <a:solidFill>
                  <a:srgbClr val="00F0FF"/>
                </a:solidFill>
              </a:defRPr>
            </a:pPr>
            <a:r>
              <a:t>1</a:t>
            </a:r>
          </a:p>
        </p:txBody>
      </p:sp>
      <p:sp>
        <p:nvSpPr>
          <p:cNvPr id="7" name="TextBox 6">
            <a:extLst xmlns:a="http://schemas.openxmlformats.org/drawingml/2006/main">
              <a:ext uri="{FF2B5EF4-FFF2-40B4-BE49-F238E27FC236}">
                <a16:creationId xmlns:a16="http://schemas.microsoft.com/office/drawing/2014/main" id="{9AC911AD-30BB-4595-8502-663806DDF034}"/>
              </a:ext>
            </a:extLst>
          </p:cNvPr>
          <p:cNvSpPr>
            <a:spLocks xmlns:a="http://schemas.openxmlformats.org/drawingml/2006/main" noGrp="1"/>
          </p:cNvSpPr>
          <p:nvPr/>
        </p:nvSpPr>
        <p:spPr>
          <a:xfrm xmlns:a="http://schemas.openxmlformats.org/drawingml/2006/main">
            <a:off x="1417320" y="1600200"/>
            <a:ext cx="9601200" cy="41148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defRPr sz="1900" b="0">
                <a:solidFill>
                  <a:srgbClr val="E6EBF5"/>
                </a:solidFill>
                <a:latin typeface="Segoe UI"/>
                <a:ea typeface="Segoe UI"/>
                <a:cs typeface="Segoe UI"/>
              </a:defRPr>
            </a:pPr>
            <a:r>
              <a:t>Open the Playground</a:t>
            </a:r>
          </a:p>
        </p:txBody>
      </p:sp>
      <p:sp>
        <p:nvSpPr>
          <p:cNvPr id="8" name="Oval 7">
            <a:extLst xmlns:a="http://schemas.openxmlformats.org/drawingml/2006/main">
              <a:ext uri="{FF2B5EF4-FFF2-40B4-BE49-F238E27FC236}">
                <a16:creationId xmlns:a16="http://schemas.microsoft.com/office/drawing/2014/main" id="{A0B64122-068C-4AAF-B2B1-B17739BD82A1}"/>
              </a:ext>
            </a:extLst>
          </p:cNvPr>
          <p:cNvSpPr>
            <a:spLocks xmlns:a="http://schemas.openxmlformats.org/drawingml/2006/main" noGrp="1"/>
          </p:cNvSpPr>
          <p:nvPr/>
        </p:nvSpPr>
        <p:spPr>
          <a:xfrm xmlns:a="http://schemas.openxmlformats.org/drawingml/2006/main">
            <a:off x="731520" y="2286000"/>
            <a:ext cx="438912" cy="438912"/>
          </a:xfrm>
          <a:prstGeom xmlns:a="http://schemas.openxmlformats.org/drawingml/2006/main" prst="ellipse">
            <a:avLst/>
          </a:prstGeom>
          <a:solidFill xmlns:a="http://schemas.openxmlformats.org/drawingml/2006/main">
            <a:srgbClr val="A050FF">
              <a:alpha val="20000"/>
            </a:srgbClr>
          </a:solidFill>
          <a:ln xmlns:a="http://schemas.openxmlformats.org/drawingml/2006/main" w="19050">
            <a:solidFill>
              <a:srgbClr val="A050FF"/>
            </a:solidFill>
          </a:ln>
          <a:effectLst xmlns:a="http://schemas.openxmlformats.org/drawingml/2006/main">
            <a:glow rad="63500">
              <a:srgbClr val="A050FF">
                <a:alpha val="35000"/>
              </a:srgbClr>
            </a:glow>
          </a:effectLst>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defRPr sz="1700" b="1">
                <a:solidFill>
                  <a:srgbClr val="A050FF"/>
                </a:solidFill>
              </a:defRPr>
            </a:pPr>
            <a:r>
              <a:t>2</a:t>
            </a:r>
          </a:p>
        </p:txBody>
      </p:sp>
      <p:sp>
        <p:nvSpPr>
          <p:cNvPr id="9" name="TextBox 8">
            <a:extLst xmlns:a="http://schemas.openxmlformats.org/drawingml/2006/main">
              <a:ext uri="{FF2B5EF4-FFF2-40B4-BE49-F238E27FC236}">
                <a16:creationId xmlns:a16="http://schemas.microsoft.com/office/drawing/2014/main" id="{E4F5DCB3-03FE-4469-9F26-5D60982CF51D}"/>
              </a:ext>
            </a:extLst>
          </p:cNvPr>
          <p:cNvSpPr>
            <a:spLocks xmlns:a="http://schemas.openxmlformats.org/drawingml/2006/main" noGrp="1"/>
          </p:cNvSpPr>
          <p:nvPr/>
        </p:nvSpPr>
        <p:spPr>
          <a:xfrm xmlns:a="http://schemas.openxmlformats.org/drawingml/2006/main">
            <a:off x="1417320" y="2313432"/>
            <a:ext cx="9601200" cy="41148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defRPr sz="1900" b="0">
                <a:solidFill>
                  <a:srgbClr val="E6EBF5"/>
                </a:solidFill>
                <a:latin typeface="Segoe UI"/>
                <a:ea typeface="Segoe UI"/>
                <a:cs typeface="Segoe UI"/>
              </a:defRPr>
            </a:pPr>
            <a:r>
              <a:t>Recharge July skills</a:t>
            </a:r>
          </a:p>
        </p:txBody>
      </p:sp>
      <p:sp>
        <p:nvSpPr>
          <p:cNvPr id="10" name="Oval 9">
            <a:extLst xmlns:a="http://schemas.openxmlformats.org/drawingml/2006/main">
              <a:ext uri="{FF2B5EF4-FFF2-40B4-BE49-F238E27FC236}">
                <a16:creationId xmlns:a16="http://schemas.microsoft.com/office/drawing/2014/main" id="{71A1B4D0-B8A6-49F9-9F9D-06FD9B4DF4BD}"/>
              </a:ext>
            </a:extLst>
          </p:cNvPr>
          <p:cNvSpPr>
            <a:spLocks xmlns:a="http://schemas.openxmlformats.org/drawingml/2006/main" noGrp="1"/>
          </p:cNvSpPr>
          <p:nvPr/>
        </p:nvSpPr>
        <p:spPr>
          <a:xfrm xmlns:a="http://schemas.openxmlformats.org/drawingml/2006/main">
            <a:off x="731520" y="2999232"/>
            <a:ext cx="438912" cy="438912"/>
          </a:xfrm>
          <a:prstGeom xmlns:a="http://schemas.openxmlformats.org/drawingml/2006/main" prst="ellipse">
            <a:avLst/>
          </a:prstGeom>
          <a:solidFill xmlns:a="http://schemas.openxmlformats.org/drawingml/2006/main">
            <a:srgbClr val="00FF8C">
              <a:alpha val="20000"/>
            </a:srgbClr>
          </a:solidFill>
          <a:ln xmlns:a="http://schemas.openxmlformats.org/drawingml/2006/main" w="19050">
            <a:solidFill>
              <a:srgbClr val="00FF8C"/>
            </a:solidFill>
          </a:ln>
          <a:effectLst xmlns:a="http://schemas.openxmlformats.org/drawingml/2006/main">
            <a:glow rad="63500">
              <a:srgbClr val="00FF8C">
                <a:alpha val="35000"/>
              </a:srgbClr>
            </a:glow>
          </a:effectLst>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defRPr sz="1700" b="1">
                <a:solidFill>
                  <a:srgbClr val="00FF8C"/>
                </a:solidFill>
              </a:defRPr>
            </a:pPr>
            <a:r>
              <a:t>3</a:t>
            </a:r>
          </a:p>
        </p:txBody>
      </p:sp>
      <p:sp>
        <p:nvSpPr>
          <p:cNvPr id="11" name="TextBox 10">
            <a:extLst xmlns:a="http://schemas.openxmlformats.org/drawingml/2006/main">
              <a:ext uri="{FF2B5EF4-FFF2-40B4-BE49-F238E27FC236}">
                <a16:creationId xmlns:a16="http://schemas.microsoft.com/office/drawing/2014/main" id="{B7F74192-81D2-4569-8CE7-EA6FA98A9A27}"/>
              </a:ext>
            </a:extLst>
          </p:cNvPr>
          <p:cNvSpPr>
            <a:spLocks xmlns:a="http://schemas.openxmlformats.org/drawingml/2006/main" noGrp="1"/>
          </p:cNvSpPr>
          <p:nvPr/>
        </p:nvSpPr>
        <p:spPr>
          <a:xfrm xmlns:a="http://schemas.openxmlformats.org/drawingml/2006/main">
            <a:off x="1417320" y="3026664"/>
            <a:ext cx="9601200" cy="41148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defRPr sz="1900" b="0">
                <a:solidFill>
                  <a:srgbClr val="E6EBF5"/>
                </a:solidFill>
                <a:latin typeface="Segoe UI"/>
                <a:ea typeface="Segoe UI"/>
                <a:cs typeface="Segoe UI"/>
              </a:defRPr>
            </a:pPr>
            <a:r>
              <a:t>Learn else if</a:t>
            </a:r>
          </a:p>
        </p:txBody>
      </p:sp>
      <p:sp>
        <p:nvSpPr>
          <p:cNvPr id="12" name="Oval 11">
            <a:extLst xmlns:a="http://schemas.openxmlformats.org/drawingml/2006/main">
              <a:ext uri="{FF2B5EF4-FFF2-40B4-BE49-F238E27FC236}">
                <a16:creationId xmlns:a16="http://schemas.microsoft.com/office/drawing/2014/main" id="{9141AF2B-2704-460E-9C39-9B4753B94E1A}"/>
              </a:ext>
            </a:extLst>
          </p:cNvPr>
          <p:cNvSpPr>
            <a:spLocks xmlns:a="http://schemas.openxmlformats.org/drawingml/2006/main" noGrp="1"/>
          </p:cNvSpPr>
          <p:nvPr/>
        </p:nvSpPr>
        <p:spPr>
          <a:xfrm xmlns:a="http://schemas.openxmlformats.org/drawingml/2006/main">
            <a:off x="731520" y="3712464"/>
            <a:ext cx="438912" cy="438912"/>
          </a:xfrm>
          <a:prstGeom xmlns:a="http://schemas.openxmlformats.org/drawingml/2006/main" prst="ellipse">
            <a:avLst/>
          </a:prstGeom>
          <a:solidFill xmlns:a="http://schemas.openxmlformats.org/drawingml/2006/main">
            <a:srgbClr val="FFA014">
              <a:alpha val="20000"/>
            </a:srgbClr>
          </a:solidFill>
          <a:ln xmlns:a="http://schemas.openxmlformats.org/drawingml/2006/main" w="19050">
            <a:solidFill>
              <a:srgbClr val="FFA014"/>
            </a:solidFill>
          </a:ln>
          <a:effectLst xmlns:a="http://schemas.openxmlformats.org/drawingml/2006/main">
            <a:glow rad="63500">
              <a:srgbClr val="FFA014">
                <a:alpha val="35000"/>
              </a:srgbClr>
            </a:glow>
          </a:effectLst>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defRPr sz="1700" b="1">
                <a:solidFill>
                  <a:srgbClr val="FFA014"/>
                </a:solidFill>
              </a:defRPr>
            </a:pPr>
            <a:r>
              <a:t>4</a:t>
            </a:r>
          </a:p>
        </p:txBody>
      </p:sp>
      <p:sp>
        <p:nvSpPr>
          <p:cNvPr id="13" name="TextBox 12">
            <a:extLst xmlns:a="http://schemas.openxmlformats.org/drawingml/2006/main">
              <a:ext uri="{FF2B5EF4-FFF2-40B4-BE49-F238E27FC236}">
                <a16:creationId xmlns:a16="http://schemas.microsoft.com/office/drawing/2014/main" id="{0739E5D7-380C-4F85-9288-A286EBFEB06F}"/>
              </a:ext>
            </a:extLst>
          </p:cNvPr>
          <p:cNvSpPr>
            <a:spLocks xmlns:a="http://schemas.openxmlformats.org/drawingml/2006/main" noGrp="1"/>
          </p:cNvSpPr>
          <p:nvPr/>
        </p:nvSpPr>
        <p:spPr>
          <a:xfrm xmlns:a="http://schemas.openxmlformats.org/drawingml/2006/main">
            <a:off x="1417320" y="3739896"/>
            <a:ext cx="9601200" cy="41148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defRPr sz="1900" b="0">
                <a:solidFill>
                  <a:srgbClr val="E6EBF5"/>
                </a:solidFill>
                <a:latin typeface="Segoe UI"/>
                <a:ea typeface="Segoe UI"/>
                <a:cs typeface="Segoe UI"/>
              </a:defRPr>
            </a:pPr>
            <a:r>
              <a:t>Trace top to bottom</a:t>
            </a:r>
          </a:p>
        </p:txBody>
      </p:sp>
      <p:sp>
        <p:nvSpPr>
          <p:cNvPr id="14" name="Oval 13">
            <a:extLst xmlns:a="http://schemas.openxmlformats.org/drawingml/2006/main">
              <a:ext uri="{FF2B5EF4-FFF2-40B4-BE49-F238E27FC236}">
                <a16:creationId xmlns:a16="http://schemas.microsoft.com/office/drawing/2014/main" id="{B3F27987-DBF7-420E-B1E2-1BDC2350E246}"/>
              </a:ext>
            </a:extLst>
          </p:cNvPr>
          <p:cNvSpPr>
            <a:spLocks xmlns:a="http://schemas.openxmlformats.org/drawingml/2006/main" noGrp="1"/>
          </p:cNvSpPr>
          <p:nvPr/>
        </p:nvSpPr>
        <p:spPr>
          <a:xfrm xmlns:a="http://schemas.openxmlformats.org/drawingml/2006/main">
            <a:off x="731520" y="4425696"/>
            <a:ext cx="438912" cy="438912"/>
          </a:xfrm>
          <a:prstGeom xmlns:a="http://schemas.openxmlformats.org/drawingml/2006/main" prst="ellipse">
            <a:avLst/>
          </a:prstGeom>
          <a:solidFill xmlns:a="http://schemas.openxmlformats.org/drawingml/2006/main">
            <a:srgbClr val="FF32B4">
              <a:alpha val="20000"/>
            </a:srgbClr>
          </a:solidFill>
          <a:ln xmlns:a="http://schemas.openxmlformats.org/drawingml/2006/main" w="19050">
            <a:solidFill>
              <a:srgbClr val="FF32B4"/>
            </a:solidFill>
          </a:ln>
          <a:effectLst xmlns:a="http://schemas.openxmlformats.org/drawingml/2006/main">
            <a:glow rad="63500">
              <a:srgbClr val="FF32B4">
                <a:alpha val="35000"/>
              </a:srgbClr>
            </a:glow>
          </a:effectLst>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defRPr sz="1700" b="1">
                <a:solidFill>
                  <a:srgbClr val="FF32B4"/>
                </a:solidFill>
              </a:defRPr>
            </a:pPr>
            <a:r>
              <a:t>5</a:t>
            </a:r>
          </a:p>
        </p:txBody>
      </p:sp>
      <p:sp>
        <p:nvSpPr>
          <p:cNvPr id="15" name="TextBox 14">
            <a:extLst xmlns:a="http://schemas.openxmlformats.org/drawingml/2006/main">
              <a:ext uri="{FF2B5EF4-FFF2-40B4-BE49-F238E27FC236}">
                <a16:creationId xmlns:a16="http://schemas.microsoft.com/office/drawing/2014/main" id="{BF4FF5A5-E6EB-462B-A8A2-A2703C6DE29C}"/>
              </a:ext>
            </a:extLst>
          </p:cNvPr>
          <p:cNvSpPr>
            <a:spLocks xmlns:a="http://schemas.openxmlformats.org/drawingml/2006/main" noGrp="1"/>
          </p:cNvSpPr>
          <p:nvPr/>
        </p:nvSpPr>
        <p:spPr>
          <a:xfrm xmlns:a="http://schemas.openxmlformats.org/drawingml/2006/main">
            <a:off x="1417320" y="4453128"/>
            <a:ext cx="9601200" cy="41148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defRPr sz="1900" b="0">
                <a:solidFill>
                  <a:srgbClr val="E6EBF5"/>
                </a:solidFill>
                <a:latin typeface="Segoe UI"/>
                <a:ea typeface="Segoe UI"/>
                <a:cs typeface="Segoe UI"/>
              </a:defRPr>
            </a:pPr>
            <a:r>
              <a:t>Beat boundary bosses</a:t>
            </a:r>
          </a:p>
        </p:txBody>
      </p:sp>
      <p:sp>
        <p:nvSpPr>
          <p:cNvPr id="16" name="Oval 15">
            <a:extLst xmlns:a="http://schemas.openxmlformats.org/drawingml/2006/main">
              <a:ext uri="{FF2B5EF4-FFF2-40B4-BE49-F238E27FC236}">
                <a16:creationId xmlns:a16="http://schemas.microsoft.com/office/drawing/2014/main" id="{DD3047D6-0C8D-41C8-A963-2958761586C4}"/>
              </a:ext>
            </a:extLst>
          </p:cNvPr>
          <p:cNvSpPr>
            <a:spLocks xmlns:a="http://schemas.openxmlformats.org/drawingml/2006/main" noGrp="1"/>
          </p:cNvSpPr>
          <p:nvPr/>
        </p:nvSpPr>
        <p:spPr>
          <a:xfrm xmlns:a="http://schemas.openxmlformats.org/drawingml/2006/main">
            <a:off x="731520" y="5138928"/>
            <a:ext cx="438912" cy="438912"/>
          </a:xfrm>
          <a:prstGeom xmlns:a="http://schemas.openxmlformats.org/drawingml/2006/main" prst="ellipse">
            <a:avLst/>
          </a:prstGeom>
          <a:solidFill xmlns:a="http://schemas.openxmlformats.org/drawingml/2006/main">
            <a:srgbClr val="3C8CFF">
              <a:alpha val="20000"/>
            </a:srgbClr>
          </a:solidFill>
          <a:ln xmlns:a="http://schemas.openxmlformats.org/drawingml/2006/main" w="19050">
            <a:solidFill>
              <a:srgbClr val="3C8CFF"/>
            </a:solidFill>
          </a:ln>
          <a:effectLst xmlns:a="http://schemas.openxmlformats.org/drawingml/2006/main">
            <a:glow rad="63500">
              <a:srgbClr val="3C8CFF">
                <a:alpha val="35000"/>
              </a:srgbClr>
            </a:glow>
          </a:effectLst>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defRPr sz="1700" b="1">
                <a:solidFill>
                  <a:srgbClr val="3C8CFF"/>
                </a:solidFill>
              </a:defRPr>
            </a:pPr>
            <a:r>
              <a:t>6</a:t>
            </a:r>
          </a:p>
        </p:txBody>
      </p:sp>
      <p:sp>
        <p:nvSpPr>
          <p:cNvPr id="17" name="TextBox 16">
            <a:extLst xmlns:a="http://schemas.openxmlformats.org/drawingml/2006/main">
              <a:ext uri="{FF2B5EF4-FFF2-40B4-BE49-F238E27FC236}">
                <a16:creationId xmlns:a16="http://schemas.microsoft.com/office/drawing/2014/main" id="{5037F228-4454-47B7-BAEA-549E054DE22B}"/>
              </a:ext>
            </a:extLst>
          </p:cNvPr>
          <p:cNvSpPr>
            <a:spLocks xmlns:a="http://schemas.openxmlformats.org/drawingml/2006/main" noGrp="1"/>
          </p:cNvSpPr>
          <p:nvPr/>
        </p:nvSpPr>
        <p:spPr>
          <a:xfrm xmlns:a="http://schemas.openxmlformats.org/drawingml/2006/main">
            <a:off x="1417320" y="5166360"/>
            <a:ext cx="9601200" cy="41148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defRPr sz="1900" b="0">
                <a:solidFill>
                  <a:srgbClr val="E6EBF5"/>
                </a:solidFill>
                <a:latin typeface="Segoe UI"/>
                <a:ea typeface="Segoe UI"/>
                <a:cs typeface="Segoe UI"/>
              </a:defRPr>
            </a:pPr>
            <a:r>
              <a:t>Debug an AI draft</a:t>
            </a:r>
          </a:p>
        </p:txBody>
      </p:sp>
    </p:spTree>
    <p:extLst>
      <p:ext uri="{BB962C8B-B14F-4D97-AF65-F5344CB8AC3E}">
        <p14:creationId xmlns:p14="http://schemas.microsoft.com/office/powerpoint/2010/main" val="1013220158"/>
      </p:ext>
    </p:extLst>
  </p:cSld>
</p:sld>
</file>

<file path=ppt/slides/slide3.xml><?xml version="1.0" encoding="utf-8"?>
<p:sld xmlns:p="http://schemas.openxmlformats.org/presentationml/2006/main">
  <p:cSld>
    <p:spTree>
      <p:nvGrpSpPr>
        <p:cNvPr id="1" name=""/>
        <p:cNvGrpSpPr/>
        <p:nvPr/>
      </p:nvGrpSpPr>
      <p:grpSpPr>
        <a:xfrm xmlns:a="http://schemas.openxmlformats.org/drawingml/2006/main"/>
      </p:grpSpPr>
      <p:sp>
        <p:nvSpPr>
          <p:cNvPr id="2" name="Rectangle 1">
            <a:extLst xmlns:a="http://schemas.openxmlformats.org/drawingml/2006/main">
              <a:ext uri="{FF2B5EF4-FFF2-40B4-BE49-F238E27FC236}">
                <a16:creationId xmlns:a16="http://schemas.microsoft.com/office/drawing/2014/main" id="{8C5A3730-9128-4156-AD55-2E742CA1BB21}"/>
              </a:ext>
            </a:extLst>
          </p:cNvPr>
          <p:cNvSpPr>
            <a:spLocks xmlns:a="http://schemas.openxmlformats.org/drawingml/2006/main" noGrp="1"/>
          </p:cNvSpPr>
          <p:nvPr/>
        </p:nvSpPr>
        <p:spPr>
          <a:xfrm xmlns:a="http://schemas.openxmlformats.org/drawingml/2006/main">
            <a:off x="0" y="0"/>
            <a:ext cx="12188952" cy="6858000"/>
          </a:xfrm>
          <a:prstGeom xmlns:a="http://schemas.openxmlformats.org/drawingml/2006/main" prst="rect">
            <a:avLst/>
          </a:prstGeom>
          <a:gradFill xmlns:a="http://schemas.openxmlformats.org/drawingml/2006/main" rotWithShape="1">
            <a:gsLst>
              <a:gs pos="0">
                <a:srgbClr val="080C18"/>
              </a:gs>
              <a:gs pos="100000">
                <a:srgbClr val="0C1224"/>
              </a:gs>
            </a:gsLst>
            <a:lin ang="16200000" scaled="1"/>
          </a:gra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Rectangle 2">
            <a:extLst xmlns:a="http://schemas.openxmlformats.org/drawingml/2006/main">
              <a:ext uri="{FF2B5EF4-FFF2-40B4-BE49-F238E27FC236}">
                <a16:creationId xmlns:a16="http://schemas.microsoft.com/office/drawing/2014/main" id="{4F8297AF-BC8D-41FC-8584-766AA467A89C}"/>
              </a:ext>
            </a:extLst>
          </p:cNvPr>
          <p:cNvSpPr>
            <a:spLocks xmlns:a="http://schemas.openxmlformats.org/drawingml/2006/main" noGrp="1"/>
          </p:cNvSpPr>
          <p:nvPr/>
        </p:nvSpPr>
        <p:spPr>
          <a:xfrm xmlns:a="http://schemas.openxmlformats.org/drawingml/2006/main">
            <a:off x="0" y="0"/>
            <a:ext cx="12188952" cy="1188720"/>
          </a:xfrm>
          <a:prstGeom xmlns:a="http://schemas.openxmlformats.org/drawingml/2006/main" prst="rect">
            <a:avLst/>
          </a:prstGeom>
          <a:gradFill xmlns:a="http://schemas.openxmlformats.org/drawingml/2006/main" rotWithShape="1">
            <a:gsLst>
              <a:gs pos="0">
                <a:srgbClr val="080C18"/>
              </a:gs>
              <a:gs pos="100000">
                <a:srgbClr val="0F1932"/>
              </a:gs>
            </a:gsLst>
            <a:lin ang="0" scaled="1"/>
          </a:gra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 name="Rectangle 3">
            <a:extLst xmlns:a="http://schemas.openxmlformats.org/drawingml/2006/main">
              <a:ext uri="{FF2B5EF4-FFF2-40B4-BE49-F238E27FC236}">
                <a16:creationId xmlns:a16="http://schemas.microsoft.com/office/drawing/2014/main" id="{1605E291-2F7A-4319-A1C7-F25E5D140C8D}"/>
              </a:ext>
            </a:extLst>
          </p:cNvPr>
          <p:cNvSpPr>
            <a:spLocks xmlns:a="http://schemas.openxmlformats.org/drawingml/2006/main" noGrp="1"/>
          </p:cNvSpPr>
          <p:nvPr/>
        </p:nvSpPr>
        <p:spPr>
          <a:xfrm xmlns:a="http://schemas.openxmlformats.org/drawingml/2006/main">
            <a:off x="0" y="1188720"/>
            <a:ext cx="12188952" cy="36576"/>
          </a:xfrm>
          <a:prstGeom xmlns:a="http://schemas.openxmlformats.org/drawingml/2006/main" prst="rect">
            <a:avLst/>
          </a:prstGeom>
          <a:solidFill xmlns:a="http://schemas.openxmlformats.org/drawingml/2006/main">
            <a:srgbClr val="00F0FF"/>
          </a:solidFill>
          <a:ln xmlns:a="http://schemas.openxmlformats.org/drawingml/2006/main">
            <a:noFill/>
          </a:ln>
          <a:effectLst xmlns:a="http://schemas.openxmlformats.org/drawingml/2006/main">
            <a:glow rad="76200">
              <a:srgbClr val="00F0FF">
                <a:alpha val="30000"/>
              </a:srgbClr>
            </a:glow>
          </a:effectLst>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5" name="TextBox 4">
            <a:extLst xmlns:a="http://schemas.openxmlformats.org/drawingml/2006/main">
              <a:ext uri="{FF2B5EF4-FFF2-40B4-BE49-F238E27FC236}">
                <a16:creationId xmlns:a16="http://schemas.microsoft.com/office/drawing/2014/main" id="{C65439A8-2883-41F0-9FD0-CF5E3D688206}"/>
              </a:ext>
            </a:extLst>
          </p:cNvPr>
          <p:cNvSpPr>
            <a:spLocks xmlns:a="http://schemas.openxmlformats.org/drawingml/2006/main" noGrp="1"/>
          </p:cNvSpPr>
          <p:nvPr/>
        </p:nvSpPr>
        <p:spPr>
          <a:xfrm xmlns:a="http://schemas.openxmlformats.org/drawingml/2006/main">
            <a:off x="548640" y="256032"/>
            <a:ext cx="11091672" cy="64008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defRPr sz="3400" b="1">
                <a:solidFill>
                  <a:srgbClr val="FFFFFF"/>
                </a:solidFill>
                <a:latin typeface="Segoe UI Semibold"/>
                <a:ea typeface="Segoe UI Semibold"/>
                <a:cs typeface="Segoe UI Semibold"/>
              </a:defRPr>
            </a:pPr>
            <a:r>
              <a:t>Your July toolkit is ready</a:t>
            </a:r>
          </a:p>
        </p:txBody>
      </p:sp>
      <p:sp>
        <p:nvSpPr>
          <p:cNvPr id="6" name="TextBox 5">
            <a:extLst xmlns:a="http://schemas.openxmlformats.org/drawingml/2006/main">
              <a:ext uri="{FF2B5EF4-FFF2-40B4-BE49-F238E27FC236}">
                <a16:creationId xmlns:a16="http://schemas.microsoft.com/office/drawing/2014/main" id="{44BBA9E3-C937-4F4D-8380-F33350362FC5}"/>
              </a:ext>
            </a:extLst>
          </p:cNvPr>
          <p:cNvSpPr>
            <a:spLocks xmlns:a="http://schemas.openxmlformats.org/drawingml/2006/main" noGrp="1"/>
          </p:cNvSpPr>
          <p:nvPr/>
        </p:nvSpPr>
        <p:spPr>
          <a:xfrm xmlns:a="http://schemas.openxmlformats.org/drawingml/2006/main">
            <a:off x="548640" y="804672"/>
            <a:ext cx="11091672" cy="36576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defRPr sz="1500" b="0">
                <a:solidFill>
                  <a:srgbClr val="00F0FF"/>
                </a:solidFill>
                <a:latin typeface="Segoe UI"/>
                <a:ea typeface="Segoe UI"/>
                <a:cs typeface="Segoe UI"/>
              </a:defRPr>
            </a:pPr>
            <a:r>
              <a:t>Everything here has already been practiced</a:t>
            </a:r>
          </a:p>
        </p:txBody>
      </p:sp>
      <p:sp>
        <p:nvSpPr>
          <p:cNvPr id="7" name="Rounded Rectangle 6">
            <a:extLst xmlns:a="http://schemas.openxmlformats.org/drawingml/2006/main">
              <a:ext uri="{FF2B5EF4-FFF2-40B4-BE49-F238E27FC236}">
                <a16:creationId xmlns:a16="http://schemas.microsoft.com/office/drawing/2014/main" id="{3118AEC6-B5B6-4336-8C65-DB6E3AA66501}"/>
              </a:ext>
            </a:extLst>
          </p:cNvPr>
          <p:cNvSpPr>
            <a:spLocks xmlns:a="http://schemas.openxmlformats.org/drawingml/2006/main" noGrp="1"/>
          </p:cNvSpPr>
          <p:nvPr/>
        </p:nvSpPr>
        <p:spPr>
          <a:xfrm xmlns:a="http://schemas.openxmlformats.org/drawingml/2006/main">
            <a:off x="365760" y="1508760"/>
            <a:ext cx="5577840" cy="2103120"/>
          </a:xfrm>
          <a:prstGeom xmlns:a="http://schemas.openxmlformats.org/drawingml/2006/main" prst="roundRect">
            <a:avLst/>
          </a:prstGeom>
          <a:solidFill xmlns:a="http://schemas.openxmlformats.org/drawingml/2006/main">
            <a:srgbClr val="121A32">
              <a:alpha val="70000"/>
            </a:srgbClr>
          </a:solidFill>
          <a:ln xmlns:a="http://schemas.openxmlformats.org/drawingml/2006/main" w="12700">
            <a:noFill/>
          </a:ln>
          <a:effectLst xmlns:a="http://schemas.openxmlformats.org/drawingml/2006/main">
            <a:outerShdw blurRad="127000" dist="50800" dir="8100000" rotWithShape="0">
              <a:srgbClr val="000000">
                <a:alpha val="40000"/>
              </a:srgbClr>
            </a:outerShdw>
          </a:effectLst>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8" name="Rectangle 7">
            <a:extLst xmlns:a="http://schemas.openxmlformats.org/drawingml/2006/main">
              <a:ext uri="{FF2B5EF4-FFF2-40B4-BE49-F238E27FC236}">
                <a16:creationId xmlns:a16="http://schemas.microsoft.com/office/drawing/2014/main" id="{8EC162AB-2051-4A04-9117-66CD75AC9613}"/>
              </a:ext>
            </a:extLst>
          </p:cNvPr>
          <p:cNvSpPr>
            <a:spLocks xmlns:a="http://schemas.openxmlformats.org/drawingml/2006/main" noGrp="1"/>
          </p:cNvSpPr>
          <p:nvPr/>
        </p:nvSpPr>
        <p:spPr>
          <a:xfrm xmlns:a="http://schemas.openxmlformats.org/drawingml/2006/main">
            <a:off x="384048" y="1527048"/>
            <a:ext cx="5541264" cy="54864"/>
          </a:xfrm>
          <a:prstGeom xmlns:a="http://schemas.openxmlformats.org/drawingml/2006/main" prst="rect">
            <a:avLst/>
          </a:prstGeom>
          <a:solidFill xmlns:a="http://schemas.openxmlformats.org/drawingml/2006/main">
            <a:srgbClr val="00F0FF"/>
          </a:solidFill>
          <a:ln xmlns:a="http://schemas.openxmlformats.org/drawingml/2006/main">
            <a:noFill/>
          </a:ln>
          <a:effectLst xmlns:a="http://schemas.openxmlformats.org/drawingml/2006/main">
            <a:glow rad="50800">
              <a:srgbClr val="00F0FF">
                <a:alpha val="40000"/>
              </a:srgbClr>
            </a:glow>
          </a:effectLst>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9" name="TextBox 8">
            <a:extLst xmlns:a="http://schemas.openxmlformats.org/drawingml/2006/main">
              <a:ext uri="{FF2B5EF4-FFF2-40B4-BE49-F238E27FC236}">
                <a16:creationId xmlns:a16="http://schemas.microsoft.com/office/drawing/2014/main" id="{DE576467-E6E6-4423-881E-BC79F724B6DF}"/>
              </a:ext>
            </a:extLst>
          </p:cNvPr>
          <p:cNvSpPr>
            <a:spLocks xmlns:a="http://schemas.openxmlformats.org/drawingml/2006/main" noGrp="1"/>
          </p:cNvSpPr>
          <p:nvPr/>
        </p:nvSpPr>
        <p:spPr>
          <a:xfrm xmlns:a="http://schemas.openxmlformats.org/drawingml/2006/main">
            <a:off x="548640" y="1673352"/>
            <a:ext cx="5212080" cy="36576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defRPr sz="1600" b="1">
                <a:solidFill>
                  <a:srgbClr val="00F0FF"/>
                </a:solidFill>
                <a:latin typeface="Segoe UI"/>
                <a:ea typeface="Segoe UI"/>
                <a:cs typeface="Segoe UI"/>
              </a:defRPr>
            </a:pPr>
            <a:r>
              <a:t>STORE</a:t>
            </a:r>
          </a:p>
        </p:txBody>
      </p:sp>
      <p:sp>
        <p:nvSpPr>
          <p:cNvPr id="10" name="TextBox 9">
            <a:extLst xmlns:a="http://schemas.openxmlformats.org/drawingml/2006/main">
              <a:ext uri="{FF2B5EF4-FFF2-40B4-BE49-F238E27FC236}">
                <a16:creationId xmlns:a16="http://schemas.microsoft.com/office/drawing/2014/main" id="{A76E4C09-6D88-4C3F-B943-1EC7560B1A51}"/>
              </a:ext>
            </a:extLst>
          </p:cNvPr>
          <p:cNvSpPr>
            <a:spLocks xmlns:a="http://schemas.openxmlformats.org/drawingml/2006/main" noGrp="1"/>
          </p:cNvSpPr>
          <p:nvPr/>
        </p:nvSpPr>
        <p:spPr>
          <a:xfrm xmlns:a="http://schemas.openxmlformats.org/drawingml/2006/main">
            <a:off x="548640" y="2057400"/>
            <a:ext cx="5212080" cy="27432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defRPr sz="1200" b="0">
                <a:solidFill>
                  <a:srgbClr val="E6EBF5"/>
                </a:solidFill>
                <a:latin typeface="Segoe UI"/>
                <a:ea typeface="Segoe UI"/>
                <a:cs typeface="Segoe UI"/>
              </a:defRPr>
            </a:pPr>
            <a:r>
              <a:t>let and const</a:t>
            </a:r>
          </a:p>
        </p:txBody>
      </p:sp>
      <p:sp>
        <p:nvSpPr>
          <p:cNvPr id="11" name="TextBox 10">
            <a:extLst xmlns:a="http://schemas.openxmlformats.org/drawingml/2006/main">
              <a:ext uri="{FF2B5EF4-FFF2-40B4-BE49-F238E27FC236}">
                <a16:creationId xmlns:a16="http://schemas.microsoft.com/office/drawing/2014/main" id="{6EA13D38-78B0-46D4-BF7E-862ADB7C90BA}"/>
              </a:ext>
            </a:extLst>
          </p:cNvPr>
          <p:cNvSpPr>
            <a:spLocks xmlns:a="http://schemas.openxmlformats.org/drawingml/2006/main" noGrp="1"/>
          </p:cNvSpPr>
          <p:nvPr/>
        </p:nvSpPr>
        <p:spPr>
          <a:xfrm xmlns:a="http://schemas.openxmlformats.org/drawingml/2006/main">
            <a:off x="548640" y="2313432"/>
            <a:ext cx="5212080" cy="27432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defRPr sz="1200" b="0">
                <a:solidFill>
                  <a:srgbClr val="E6EBF5"/>
                </a:solidFill>
                <a:latin typeface="Segoe UI"/>
                <a:ea typeface="Segoe UI"/>
                <a:cs typeface="Segoe UI"/>
              </a:defRPr>
            </a:pPr>
            <a:r>
              <a:t>Give values clear names</a:t>
            </a:r>
          </a:p>
        </p:txBody>
      </p:sp>
      <p:sp>
        <p:nvSpPr>
          <p:cNvPr id="12" name="TextBox 11">
            <a:extLst xmlns:a="http://schemas.openxmlformats.org/drawingml/2006/main">
              <a:ext uri="{FF2B5EF4-FFF2-40B4-BE49-F238E27FC236}">
                <a16:creationId xmlns:a16="http://schemas.microsoft.com/office/drawing/2014/main" id="{E9013996-892C-4DE8-A47F-E3FFE5C300C3}"/>
              </a:ext>
            </a:extLst>
          </p:cNvPr>
          <p:cNvSpPr>
            <a:spLocks xmlns:a="http://schemas.openxmlformats.org/drawingml/2006/main" noGrp="1"/>
          </p:cNvSpPr>
          <p:nvPr/>
        </p:nvSpPr>
        <p:spPr>
          <a:xfrm xmlns:a="http://schemas.openxmlformats.org/drawingml/2006/main">
            <a:off x="548640" y="2569464"/>
            <a:ext cx="5212080" cy="27432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defRPr sz="1200" b="0">
                <a:solidFill>
                  <a:srgbClr val="E6EBF5"/>
                </a:solidFill>
                <a:latin typeface="Segoe UI"/>
                <a:ea typeface="Segoe UI"/>
                <a:cs typeface="Segoe UI"/>
              </a:defRPr>
            </a:pPr>
            <a:r>
              <a:t>Some values can change</a:t>
            </a:r>
          </a:p>
        </p:txBody>
      </p:sp>
      <p:sp>
        <p:nvSpPr>
          <p:cNvPr id="13" name="Rounded Rectangle 12">
            <a:extLst xmlns:a="http://schemas.openxmlformats.org/drawingml/2006/main">
              <a:ext uri="{FF2B5EF4-FFF2-40B4-BE49-F238E27FC236}">
                <a16:creationId xmlns:a16="http://schemas.microsoft.com/office/drawing/2014/main" id="{F0362A3A-4667-4029-AD23-E698126B98B0}"/>
              </a:ext>
            </a:extLst>
          </p:cNvPr>
          <p:cNvSpPr>
            <a:spLocks xmlns:a="http://schemas.openxmlformats.org/drawingml/2006/main" noGrp="1"/>
          </p:cNvSpPr>
          <p:nvPr/>
        </p:nvSpPr>
        <p:spPr>
          <a:xfrm xmlns:a="http://schemas.openxmlformats.org/drawingml/2006/main">
            <a:off x="6309360" y="1508760"/>
            <a:ext cx="5577840" cy="2103120"/>
          </a:xfrm>
          <a:prstGeom xmlns:a="http://schemas.openxmlformats.org/drawingml/2006/main" prst="roundRect">
            <a:avLst/>
          </a:prstGeom>
          <a:solidFill xmlns:a="http://schemas.openxmlformats.org/drawingml/2006/main">
            <a:srgbClr val="121A32">
              <a:alpha val="70000"/>
            </a:srgbClr>
          </a:solidFill>
          <a:ln xmlns:a="http://schemas.openxmlformats.org/drawingml/2006/main" w="12700">
            <a:noFill/>
          </a:ln>
          <a:effectLst xmlns:a="http://schemas.openxmlformats.org/drawingml/2006/main">
            <a:outerShdw blurRad="127000" dist="50800" dir="8100000" rotWithShape="0">
              <a:srgbClr val="000000">
                <a:alpha val="40000"/>
              </a:srgbClr>
            </a:outerShdw>
          </a:effectLst>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4" name="Rectangle 13">
            <a:extLst xmlns:a="http://schemas.openxmlformats.org/drawingml/2006/main">
              <a:ext uri="{FF2B5EF4-FFF2-40B4-BE49-F238E27FC236}">
                <a16:creationId xmlns:a16="http://schemas.microsoft.com/office/drawing/2014/main" id="{4640A243-0FC5-427E-96F8-103C41B217AB}"/>
              </a:ext>
            </a:extLst>
          </p:cNvPr>
          <p:cNvSpPr>
            <a:spLocks xmlns:a="http://schemas.openxmlformats.org/drawingml/2006/main" noGrp="1"/>
          </p:cNvSpPr>
          <p:nvPr/>
        </p:nvSpPr>
        <p:spPr>
          <a:xfrm xmlns:a="http://schemas.openxmlformats.org/drawingml/2006/main">
            <a:off x="6327648" y="1527048"/>
            <a:ext cx="5541264" cy="54864"/>
          </a:xfrm>
          <a:prstGeom xmlns:a="http://schemas.openxmlformats.org/drawingml/2006/main" prst="rect">
            <a:avLst/>
          </a:prstGeom>
          <a:solidFill xmlns:a="http://schemas.openxmlformats.org/drawingml/2006/main">
            <a:srgbClr val="00FF8C"/>
          </a:solidFill>
          <a:ln xmlns:a="http://schemas.openxmlformats.org/drawingml/2006/main">
            <a:noFill/>
          </a:ln>
          <a:effectLst xmlns:a="http://schemas.openxmlformats.org/drawingml/2006/main">
            <a:glow rad="50800">
              <a:srgbClr val="00FF8C">
                <a:alpha val="40000"/>
              </a:srgbClr>
            </a:glow>
          </a:effectLst>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5" name="TextBox 14">
            <a:extLst xmlns:a="http://schemas.openxmlformats.org/drawingml/2006/main">
              <a:ext uri="{FF2B5EF4-FFF2-40B4-BE49-F238E27FC236}">
                <a16:creationId xmlns:a16="http://schemas.microsoft.com/office/drawing/2014/main" id="{897D1B14-FD98-4146-ABB8-46010C32F573}"/>
              </a:ext>
            </a:extLst>
          </p:cNvPr>
          <p:cNvSpPr>
            <a:spLocks xmlns:a="http://schemas.openxmlformats.org/drawingml/2006/main" noGrp="1"/>
          </p:cNvSpPr>
          <p:nvPr/>
        </p:nvSpPr>
        <p:spPr>
          <a:xfrm xmlns:a="http://schemas.openxmlformats.org/drawingml/2006/main">
            <a:off x="6492240" y="1673352"/>
            <a:ext cx="5212080" cy="36576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defRPr sz="1600" b="1">
                <a:solidFill>
                  <a:srgbClr val="00FF8C"/>
                </a:solidFill>
                <a:latin typeface="Segoe UI"/>
                <a:ea typeface="Segoe UI"/>
                <a:cs typeface="Segoe UI"/>
              </a:defRPr>
            </a:pPr>
            <a:r>
              <a:t>LABEL</a:t>
            </a:r>
          </a:p>
        </p:txBody>
      </p:sp>
      <p:sp>
        <p:nvSpPr>
          <p:cNvPr id="16" name="TextBox 15">
            <a:extLst xmlns:a="http://schemas.openxmlformats.org/drawingml/2006/main">
              <a:ext uri="{FF2B5EF4-FFF2-40B4-BE49-F238E27FC236}">
                <a16:creationId xmlns:a16="http://schemas.microsoft.com/office/drawing/2014/main" id="{2E975D0D-A7B5-4E91-8139-9B926E5047A0}"/>
              </a:ext>
            </a:extLst>
          </p:cNvPr>
          <p:cNvSpPr>
            <a:spLocks xmlns:a="http://schemas.openxmlformats.org/drawingml/2006/main" noGrp="1"/>
          </p:cNvSpPr>
          <p:nvPr/>
        </p:nvSpPr>
        <p:spPr>
          <a:xfrm xmlns:a="http://schemas.openxmlformats.org/drawingml/2006/main">
            <a:off x="6492240" y="2057400"/>
            <a:ext cx="5212080" cy="27432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defRPr sz="1200" b="0">
                <a:solidFill>
                  <a:srgbClr val="E6EBF5"/>
                </a:solidFill>
                <a:latin typeface="Segoe UI"/>
                <a:ea typeface="Segoe UI"/>
                <a:cs typeface="Segoe UI"/>
              </a:defRPr>
            </a:pPr>
            <a:r>
              <a:t>string, number, boolean</a:t>
            </a:r>
          </a:p>
        </p:txBody>
      </p:sp>
      <p:sp>
        <p:nvSpPr>
          <p:cNvPr id="17" name="TextBox 16">
            <a:extLst xmlns:a="http://schemas.openxmlformats.org/drawingml/2006/main">
              <a:ext uri="{FF2B5EF4-FFF2-40B4-BE49-F238E27FC236}">
                <a16:creationId xmlns:a16="http://schemas.microsoft.com/office/drawing/2014/main" id="{B009920E-FBBA-43A3-902A-C425D22C4D40}"/>
              </a:ext>
            </a:extLst>
          </p:cNvPr>
          <p:cNvSpPr>
            <a:spLocks xmlns:a="http://schemas.openxmlformats.org/drawingml/2006/main" noGrp="1"/>
          </p:cNvSpPr>
          <p:nvPr/>
        </p:nvSpPr>
        <p:spPr>
          <a:xfrm xmlns:a="http://schemas.openxmlformats.org/drawingml/2006/main">
            <a:off x="6492240" y="2313432"/>
            <a:ext cx="5212080" cy="27432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defRPr sz="1200" b="0">
                <a:solidFill>
                  <a:srgbClr val="E6EBF5"/>
                </a:solidFill>
                <a:latin typeface="Segoe UI"/>
                <a:ea typeface="Segoe UI"/>
                <a:cs typeface="Segoe UI"/>
              </a:defRPr>
            </a:pPr>
            <a:r>
              <a:t>Types describe values</a:t>
            </a:r>
          </a:p>
        </p:txBody>
      </p:sp>
      <p:sp>
        <p:nvSpPr>
          <p:cNvPr id="18" name="TextBox 17">
            <a:extLst xmlns:a="http://schemas.openxmlformats.org/drawingml/2006/main">
              <a:ext uri="{FF2B5EF4-FFF2-40B4-BE49-F238E27FC236}">
                <a16:creationId xmlns:a16="http://schemas.microsoft.com/office/drawing/2014/main" id="{988389EC-0F46-460B-879E-122152B5B69B}"/>
              </a:ext>
            </a:extLst>
          </p:cNvPr>
          <p:cNvSpPr>
            <a:spLocks xmlns:a="http://schemas.openxmlformats.org/drawingml/2006/main" noGrp="1"/>
          </p:cNvSpPr>
          <p:nvPr/>
        </p:nvSpPr>
        <p:spPr>
          <a:xfrm xmlns:a="http://schemas.openxmlformats.org/drawingml/2006/main">
            <a:off x="6492240" y="2569464"/>
            <a:ext cx="5212080" cy="27432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defRPr sz="1200" b="0">
                <a:solidFill>
                  <a:srgbClr val="E6EBF5"/>
                </a:solidFill>
                <a:latin typeface="Segoe UI"/>
                <a:ea typeface="Segoe UI"/>
                <a:cs typeface="Segoe UI"/>
              </a:defRPr>
            </a:pPr>
            <a:r>
              <a:t>Read TypeScript clues</a:t>
            </a:r>
          </a:p>
        </p:txBody>
      </p:sp>
      <p:sp>
        <p:nvSpPr>
          <p:cNvPr id="19" name="Rounded Rectangle 18">
            <a:extLst xmlns:a="http://schemas.openxmlformats.org/drawingml/2006/main">
              <a:ext uri="{FF2B5EF4-FFF2-40B4-BE49-F238E27FC236}">
                <a16:creationId xmlns:a16="http://schemas.microsoft.com/office/drawing/2014/main" id="{D5560DDE-8F7B-4F22-8A87-73AA12DCA13F}"/>
              </a:ext>
            </a:extLst>
          </p:cNvPr>
          <p:cNvSpPr>
            <a:spLocks xmlns:a="http://schemas.openxmlformats.org/drawingml/2006/main" noGrp="1"/>
          </p:cNvSpPr>
          <p:nvPr/>
        </p:nvSpPr>
        <p:spPr>
          <a:xfrm xmlns:a="http://schemas.openxmlformats.org/drawingml/2006/main">
            <a:off x="365760" y="3931920"/>
            <a:ext cx="5577840" cy="2103120"/>
          </a:xfrm>
          <a:prstGeom xmlns:a="http://schemas.openxmlformats.org/drawingml/2006/main" prst="roundRect">
            <a:avLst/>
          </a:prstGeom>
          <a:solidFill xmlns:a="http://schemas.openxmlformats.org/drawingml/2006/main">
            <a:srgbClr val="121A32">
              <a:alpha val="70000"/>
            </a:srgbClr>
          </a:solidFill>
          <a:ln xmlns:a="http://schemas.openxmlformats.org/drawingml/2006/main" w="12700">
            <a:noFill/>
          </a:ln>
          <a:effectLst xmlns:a="http://schemas.openxmlformats.org/drawingml/2006/main">
            <a:outerShdw blurRad="127000" dist="50800" dir="8100000" rotWithShape="0">
              <a:srgbClr val="000000">
                <a:alpha val="40000"/>
              </a:srgbClr>
            </a:outerShdw>
          </a:effectLst>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20" name="Rectangle 19">
            <a:extLst xmlns:a="http://schemas.openxmlformats.org/drawingml/2006/main">
              <a:ext uri="{FF2B5EF4-FFF2-40B4-BE49-F238E27FC236}">
                <a16:creationId xmlns:a16="http://schemas.microsoft.com/office/drawing/2014/main" id="{C877E3A6-9811-4104-A391-543DD5CF1576}"/>
              </a:ext>
            </a:extLst>
          </p:cNvPr>
          <p:cNvSpPr>
            <a:spLocks xmlns:a="http://schemas.openxmlformats.org/drawingml/2006/main" noGrp="1"/>
          </p:cNvSpPr>
          <p:nvPr/>
        </p:nvSpPr>
        <p:spPr>
          <a:xfrm xmlns:a="http://schemas.openxmlformats.org/drawingml/2006/main">
            <a:off x="384048" y="3950208"/>
            <a:ext cx="5541264" cy="54864"/>
          </a:xfrm>
          <a:prstGeom xmlns:a="http://schemas.openxmlformats.org/drawingml/2006/main" prst="rect">
            <a:avLst/>
          </a:prstGeom>
          <a:solidFill xmlns:a="http://schemas.openxmlformats.org/drawingml/2006/main">
            <a:srgbClr val="A050FF"/>
          </a:solidFill>
          <a:ln xmlns:a="http://schemas.openxmlformats.org/drawingml/2006/main">
            <a:noFill/>
          </a:ln>
          <a:effectLst xmlns:a="http://schemas.openxmlformats.org/drawingml/2006/main">
            <a:glow rad="50800">
              <a:srgbClr val="A050FF">
                <a:alpha val="40000"/>
              </a:srgbClr>
            </a:glow>
          </a:effectLst>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21" name="TextBox 20">
            <a:extLst xmlns:a="http://schemas.openxmlformats.org/drawingml/2006/main">
              <a:ext uri="{FF2B5EF4-FFF2-40B4-BE49-F238E27FC236}">
                <a16:creationId xmlns:a16="http://schemas.microsoft.com/office/drawing/2014/main" id="{CC248041-DD86-4689-88BF-BCEF5545BB73}"/>
              </a:ext>
            </a:extLst>
          </p:cNvPr>
          <p:cNvSpPr>
            <a:spLocks xmlns:a="http://schemas.openxmlformats.org/drawingml/2006/main" noGrp="1"/>
          </p:cNvSpPr>
          <p:nvPr/>
        </p:nvSpPr>
        <p:spPr>
          <a:xfrm xmlns:a="http://schemas.openxmlformats.org/drawingml/2006/main">
            <a:off x="548640" y="4096512"/>
            <a:ext cx="5212080" cy="36576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defRPr sz="1600" b="1">
                <a:solidFill>
                  <a:srgbClr val="A050FF"/>
                </a:solidFill>
                <a:latin typeface="Segoe UI"/>
                <a:ea typeface="Segoe UI"/>
                <a:cs typeface="Segoe UI"/>
              </a:defRPr>
            </a:pPr>
            <a:r>
              <a:t>CALCULATE</a:t>
            </a:r>
          </a:p>
        </p:txBody>
      </p:sp>
      <p:sp>
        <p:nvSpPr>
          <p:cNvPr id="22" name="TextBox 21">
            <a:extLst xmlns:a="http://schemas.openxmlformats.org/drawingml/2006/main">
              <a:ext uri="{FF2B5EF4-FFF2-40B4-BE49-F238E27FC236}">
                <a16:creationId xmlns:a16="http://schemas.microsoft.com/office/drawing/2014/main" id="{6647EE28-3DE4-4A93-897A-125BE9825CC9}"/>
              </a:ext>
            </a:extLst>
          </p:cNvPr>
          <p:cNvSpPr>
            <a:spLocks xmlns:a="http://schemas.openxmlformats.org/drawingml/2006/main" noGrp="1"/>
          </p:cNvSpPr>
          <p:nvPr/>
        </p:nvSpPr>
        <p:spPr>
          <a:xfrm xmlns:a="http://schemas.openxmlformats.org/drawingml/2006/main">
            <a:off x="548640" y="4480560"/>
            <a:ext cx="5212080" cy="27432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defRPr sz="1200" b="0">
                <a:solidFill>
                  <a:srgbClr val="E6EBF5"/>
                </a:solidFill>
                <a:latin typeface="Segoe UI"/>
                <a:ea typeface="Segoe UI"/>
                <a:cs typeface="Segoe UI"/>
              </a:defRPr>
            </a:pPr>
            <a:r>
              <a:t>+  -  *  /  %</a:t>
            </a:r>
          </a:p>
        </p:txBody>
      </p:sp>
      <p:sp>
        <p:nvSpPr>
          <p:cNvPr id="23" name="TextBox 22">
            <a:extLst xmlns:a="http://schemas.openxmlformats.org/drawingml/2006/main">
              <a:ext uri="{FF2B5EF4-FFF2-40B4-BE49-F238E27FC236}">
                <a16:creationId xmlns:a16="http://schemas.microsoft.com/office/drawing/2014/main" id="{5DEDD8EC-768A-4592-BE7B-ACF88D9ABD66}"/>
              </a:ext>
            </a:extLst>
          </p:cNvPr>
          <p:cNvSpPr>
            <a:spLocks xmlns:a="http://schemas.openxmlformats.org/drawingml/2006/main" noGrp="1"/>
          </p:cNvSpPr>
          <p:nvPr/>
        </p:nvSpPr>
        <p:spPr>
          <a:xfrm xmlns:a="http://schemas.openxmlformats.org/drawingml/2006/main">
            <a:off x="548640" y="4736592"/>
            <a:ext cx="5212080" cy="27432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defRPr sz="1200" b="0">
                <a:solidFill>
                  <a:srgbClr val="E6EBF5"/>
                </a:solidFill>
                <a:latin typeface="Segoe UI"/>
                <a:ea typeface="Segoe UI"/>
                <a:cs typeface="Segoe UI"/>
              </a:defRPr>
            </a:pPr>
            <a:r>
              <a:t>Build expressions</a:t>
            </a:r>
          </a:p>
        </p:txBody>
      </p:sp>
      <p:sp>
        <p:nvSpPr>
          <p:cNvPr id="24" name="TextBox 23">
            <a:extLst xmlns:a="http://schemas.openxmlformats.org/drawingml/2006/main">
              <a:ext uri="{FF2B5EF4-FFF2-40B4-BE49-F238E27FC236}">
                <a16:creationId xmlns:a16="http://schemas.microsoft.com/office/drawing/2014/main" id="{B93435DC-D5CC-4AD1-A05C-147E057A2ACB}"/>
              </a:ext>
            </a:extLst>
          </p:cNvPr>
          <p:cNvSpPr>
            <a:spLocks xmlns:a="http://schemas.openxmlformats.org/drawingml/2006/main" noGrp="1"/>
          </p:cNvSpPr>
          <p:nvPr/>
        </p:nvSpPr>
        <p:spPr>
          <a:xfrm xmlns:a="http://schemas.openxmlformats.org/drawingml/2006/main">
            <a:off x="548640" y="4992624"/>
            <a:ext cx="5212080" cy="27432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defRPr sz="1200" b="0">
                <a:solidFill>
                  <a:srgbClr val="E6EBF5"/>
                </a:solidFill>
                <a:latin typeface="Segoe UI"/>
                <a:ea typeface="Segoe UI"/>
                <a:cs typeface="Segoe UI"/>
              </a:defRPr>
            </a:pPr>
            <a:r>
              <a:t>Comparisons make booleans</a:t>
            </a:r>
          </a:p>
        </p:txBody>
      </p:sp>
      <p:sp>
        <p:nvSpPr>
          <p:cNvPr id="25" name="Rounded Rectangle 24">
            <a:extLst xmlns:a="http://schemas.openxmlformats.org/drawingml/2006/main">
              <a:ext uri="{FF2B5EF4-FFF2-40B4-BE49-F238E27FC236}">
                <a16:creationId xmlns:a16="http://schemas.microsoft.com/office/drawing/2014/main" id="{31094A69-2CFA-443E-B15C-C0995C6B7FE1}"/>
              </a:ext>
            </a:extLst>
          </p:cNvPr>
          <p:cNvSpPr>
            <a:spLocks xmlns:a="http://schemas.openxmlformats.org/drawingml/2006/main" noGrp="1"/>
          </p:cNvSpPr>
          <p:nvPr/>
        </p:nvSpPr>
        <p:spPr>
          <a:xfrm xmlns:a="http://schemas.openxmlformats.org/drawingml/2006/main">
            <a:off x="6309360" y="3931920"/>
            <a:ext cx="5577840" cy="2103120"/>
          </a:xfrm>
          <a:prstGeom xmlns:a="http://schemas.openxmlformats.org/drawingml/2006/main" prst="roundRect">
            <a:avLst/>
          </a:prstGeom>
          <a:solidFill xmlns:a="http://schemas.openxmlformats.org/drawingml/2006/main">
            <a:srgbClr val="121A32">
              <a:alpha val="70000"/>
            </a:srgbClr>
          </a:solidFill>
          <a:ln xmlns:a="http://schemas.openxmlformats.org/drawingml/2006/main" w="12700">
            <a:noFill/>
          </a:ln>
          <a:effectLst xmlns:a="http://schemas.openxmlformats.org/drawingml/2006/main">
            <a:outerShdw blurRad="127000" dist="50800" dir="8100000" rotWithShape="0">
              <a:srgbClr val="000000">
                <a:alpha val="40000"/>
              </a:srgbClr>
            </a:outerShdw>
          </a:effectLst>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26" name="Rectangle 25">
            <a:extLst xmlns:a="http://schemas.openxmlformats.org/drawingml/2006/main">
              <a:ext uri="{FF2B5EF4-FFF2-40B4-BE49-F238E27FC236}">
                <a16:creationId xmlns:a16="http://schemas.microsoft.com/office/drawing/2014/main" id="{02ED9EE2-7962-4EAF-8C99-089888C9A1F8}"/>
              </a:ext>
            </a:extLst>
          </p:cNvPr>
          <p:cNvSpPr>
            <a:spLocks xmlns:a="http://schemas.openxmlformats.org/drawingml/2006/main" noGrp="1"/>
          </p:cNvSpPr>
          <p:nvPr/>
        </p:nvSpPr>
        <p:spPr>
          <a:xfrm xmlns:a="http://schemas.openxmlformats.org/drawingml/2006/main">
            <a:off x="6327648" y="3950208"/>
            <a:ext cx="5541264" cy="54864"/>
          </a:xfrm>
          <a:prstGeom xmlns:a="http://schemas.openxmlformats.org/drawingml/2006/main" prst="rect">
            <a:avLst/>
          </a:prstGeom>
          <a:solidFill xmlns:a="http://schemas.openxmlformats.org/drawingml/2006/main">
            <a:srgbClr val="FFA014"/>
          </a:solidFill>
          <a:ln xmlns:a="http://schemas.openxmlformats.org/drawingml/2006/main">
            <a:noFill/>
          </a:ln>
          <a:effectLst xmlns:a="http://schemas.openxmlformats.org/drawingml/2006/main">
            <a:glow rad="50800">
              <a:srgbClr val="FFA014">
                <a:alpha val="40000"/>
              </a:srgbClr>
            </a:glow>
          </a:effectLst>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27" name="TextBox 26">
            <a:extLst xmlns:a="http://schemas.openxmlformats.org/drawingml/2006/main">
              <a:ext uri="{FF2B5EF4-FFF2-40B4-BE49-F238E27FC236}">
                <a16:creationId xmlns:a16="http://schemas.microsoft.com/office/drawing/2014/main" id="{444E529A-F76C-4995-8262-C905B537CE7E}"/>
              </a:ext>
            </a:extLst>
          </p:cNvPr>
          <p:cNvSpPr>
            <a:spLocks xmlns:a="http://schemas.openxmlformats.org/drawingml/2006/main" noGrp="1"/>
          </p:cNvSpPr>
          <p:nvPr/>
        </p:nvSpPr>
        <p:spPr>
          <a:xfrm xmlns:a="http://schemas.openxmlformats.org/drawingml/2006/main">
            <a:off x="6492240" y="4096512"/>
            <a:ext cx="5212080" cy="36576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defRPr sz="1600" b="1">
                <a:solidFill>
                  <a:srgbClr val="FFA014"/>
                </a:solidFill>
                <a:latin typeface="Segoe UI"/>
                <a:ea typeface="Segoe UI"/>
                <a:cs typeface="Segoe UI"/>
              </a:defRPr>
            </a:pPr>
            <a:r>
              <a:t>CHOOSE</a:t>
            </a:r>
          </a:p>
        </p:txBody>
      </p:sp>
      <p:sp>
        <p:nvSpPr>
          <p:cNvPr id="28" name="TextBox 27">
            <a:extLst xmlns:a="http://schemas.openxmlformats.org/drawingml/2006/main">
              <a:ext uri="{FF2B5EF4-FFF2-40B4-BE49-F238E27FC236}">
                <a16:creationId xmlns:a16="http://schemas.microsoft.com/office/drawing/2014/main" id="{AB364A47-6DEA-41AA-BCF0-EC3B0D539B67}"/>
              </a:ext>
            </a:extLst>
          </p:cNvPr>
          <p:cNvSpPr>
            <a:spLocks xmlns:a="http://schemas.openxmlformats.org/drawingml/2006/main" noGrp="1"/>
          </p:cNvSpPr>
          <p:nvPr/>
        </p:nvSpPr>
        <p:spPr>
          <a:xfrm xmlns:a="http://schemas.openxmlformats.org/drawingml/2006/main">
            <a:off x="6492240" y="4480560"/>
            <a:ext cx="5212080" cy="27432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defRPr sz="1200" b="0">
                <a:solidFill>
                  <a:srgbClr val="E6EBF5"/>
                </a:solidFill>
                <a:latin typeface="Segoe UI"/>
                <a:ea typeface="Segoe UI"/>
                <a:cs typeface="Segoe UI"/>
              </a:defRPr>
            </a:pPr>
            <a:r>
              <a:t>if asks a question</a:t>
            </a:r>
          </a:p>
        </p:txBody>
      </p:sp>
      <p:sp>
        <p:nvSpPr>
          <p:cNvPr id="29" name="TextBox 28">
            <a:extLst xmlns:a="http://schemas.openxmlformats.org/drawingml/2006/main">
              <a:ext uri="{FF2B5EF4-FFF2-40B4-BE49-F238E27FC236}">
                <a16:creationId xmlns:a16="http://schemas.microsoft.com/office/drawing/2014/main" id="{90356052-1EB4-47DC-AEF8-49AEE88BCE28}"/>
              </a:ext>
            </a:extLst>
          </p:cNvPr>
          <p:cNvSpPr>
            <a:spLocks xmlns:a="http://schemas.openxmlformats.org/drawingml/2006/main" noGrp="1"/>
          </p:cNvSpPr>
          <p:nvPr/>
        </p:nvSpPr>
        <p:spPr>
          <a:xfrm xmlns:a="http://schemas.openxmlformats.org/drawingml/2006/main">
            <a:off x="6492240" y="4736592"/>
            <a:ext cx="5212080" cy="27432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defRPr sz="1200" b="0">
                <a:solidFill>
                  <a:srgbClr val="E6EBF5"/>
                </a:solidFill>
                <a:latin typeface="Segoe UI"/>
                <a:ea typeface="Segoe UI"/>
                <a:cs typeface="Segoe UI"/>
              </a:defRPr>
            </a:pPr>
            <a:r>
              <a:t>else is the fallback</a:t>
            </a:r>
          </a:p>
        </p:txBody>
      </p:sp>
      <p:sp>
        <p:nvSpPr>
          <p:cNvPr id="30" name="TextBox 29">
            <a:extLst xmlns:a="http://schemas.openxmlformats.org/drawingml/2006/main">
              <a:ext uri="{FF2B5EF4-FFF2-40B4-BE49-F238E27FC236}">
                <a16:creationId xmlns:a16="http://schemas.microsoft.com/office/drawing/2014/main" id="{106E53AB-A24A-459C-BF73-24F9E5809121}"/>
              </a:ext>
            </a:extLst>
          </p:cNvPr>
          <p:cNvSpPr>
            <a:spLocks xmlns:a="http://schemas.openxmlformats.org/drawingml/2006/main" noGrp="1"/>
          </p:cNvSpPr>
          <p:nvPr/>
        </p:nvSpPr>
        <p:spPr>
          <a:xfrm xmlns:a="http://schemas.openxmlformats.org/drawingml/2006/main">
            <a:off x="6492240" y="4992624"/>
            <a:ext cx="5212080" cy="27432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defRPr sz="1200" b="0">
                <a:solidFill>
                  <a:srgbClr val="E6EBF5"/>
                </a:solidFill>
                <a:latin typeface="Segoe UI"/>
                <a:ea typeface="Segoe UI"/>
                <a:cs typeface="Segoe UI"/>
              </a:defRPr>
            </a:pPr>
            <a:r>
              <a:t>console.log shows the result</a:t>
            </a:r>
          </a:p>
        </p:txBody>
      </p:sp>
    </p:spTree>
    <p:extLst>
      <p:ext uri="{BB962C8B-B14F-4D97-AF65-F5344CB8AC3E}">
        <p14:creationId xmlns:p14="http://schemas.microsoft.com/office/powerpoint/2010/main" val="1611388872"/>
      </p:ext>
    </p:extLst>
  </p:cSld>
</p:sld>
</file>

<file path=ppt/slides/slide4.xml><?xml version="1.0" encoding="utf-8"?>
<p:sld xmlns:p="http://schemas.openxmlformats.org/presentationml/2006/main">
  <p:cSld>
    <p:spTree>
      <p:nvGrpSpPr>
        <p:cNvPr id="1" name=""/>
        <p:cNvGrpSpPr/>
        <p:nvPr/>
      </p:nvGrpSpPr>
      <p:grpSpPr>
        <a:xfrm xmlns:a="http://schemas.openxmlformats.org/drawingml/2006/main"/>
      </p:grpSpPr>
      <p:sp>
        <p:nvSpPr>
          <p:cNvPr id="2" name="Rectangle 1">
            <a:extLst xmlns:a="http://schemas.openxmlformats.org/drawingml/2006/main">
              <a:ext uri="{FF2B5EF4-FFF2-40B4-BE49-F238E27FC236}">
                <a16:creationId xmlns:a16="http://schemas.microsoft.com/office/drawing/2014/main" id="{8C5A3730-9128-4156-AD55-2E742CA1BB21}"/>
              </a:ext>
            </a:extLst>
          </p:cNvPr>
          <p:cNvSpPr>
            <a:spLocks xmlns:a="http://schemas.openxmlformats.org/drawingml/2006/main" noGrp="1"/>
          </p:cNvSpPr>
          <p:nvPr/>
        </p:nvSpPr>
        <p:spPr>
          <a:xfrm xmlns:a="http://schemas.openxmlformats.org/drawingml/2006/main">
            <a:off x="0" y="0"/>
            <a:ext cx="12188952" cy="6858000"/>
          </a:xfrm>
          <a:prstGeom xmlns:a="http://schemas.openxmlformats.org/drawingml/2006/main" prst="rect">
            <a:avLst/>
          </a:prstGeom>
          <a:gradFill xmlns:a="http://schemas.openxmlformats.org/drawingml/2006/main" rotWithShape="1">
            <a:gsLst>
              <a:gs pos="0">
                <a:srgbClr val="080C18"/>
              </a:gs>
              <a:gs pos="100000">
                <a:srgbClr val="0C1224"/>
              </a:gs>
            </a:gsLst>
            <a:lin ang="16200000" scaled="1"/>
          </a:gra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Rectangle 2">
            <a:extLst xmlns:a="http://schemas.openxmlformats.org/drawingml/2006/main">
              <a:ext uri="{FF2B5EF4-FFF2-40B4-BE49-F238E27FC236}">
                <a16:creationId xmlns:a16="http://schemas.microsoft.com/office/drawing/2014/main" id="{4F8297AF-BC8D-41FC-8584-766AA467A89C}"/>
              </a:ext>
            </a:extLst>
          </p:cNvPr>
          <p:cNvSpPr>
            <a:spLocks xmlns:a="http://schemas.openxmlformats.org/drawingml/2006/main" noGrp="1"/>
          </p:cNvSpPr>
          <p:nvPr/>
        </p:nvSpPr>
        <p:spPr>
          <a:xfrm xmlns:a="http://schemas.openxmlformats.org/drawingml/2006/main">
            <a:off x="0" y="0"/>
            <a:ext cx="12188952" cy="1188720"/>
          </a:xfrm>
          <a:prstGeom xmlns:a="http://schemas.openxmlformats.org/drawingml/2006/main" prst="rect">
            <a:avLst/>
          </a:prstGeom>
          <a:gradFill xmlns:a="http://schemas.openxmlformats.org/drawingml/2006/main" rotWithShape="1">
            <a:gsLst>
              <a:gs pos="0">
                <a:srgbClr val="080C18"/>
              </a:gs>
              <a:gs pos="100000">
                <a:srgbClr val="0F1932"/>
              </a:gs>
            </a:gsLst>
            <a:lin ang="0" scaled="1"/>
          </a:gra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 name="Rectangle 3">
            <a:extLst xmlns:a="http://schemas.openxmlformats.org/drawingml/2006/main">
              <a:ext uri="{FF2B5EF4-FFF2-40B4-BE49-F238E27FC236}">
                <a16:creationId xmlns:a16="http://schemas.microsoft.com/office/drawing/2014/main" id="{1605E291-2F7A-4319-A1C7-F25E5D140C8D}"/>
              </a:ext>
            </a:extLst>
          </p:cNvPr>
          <p:cNvSpPr>
            <a:spLocks xmlns:a="http://schemas.openxmlformats.org/drawingml/2006/main" noGrp="1"/>
          </p:cNvSpPr>
          <p:nvPr/>
        </p:nvSpPr>
        <p:spPr>
          <a:xfrm xmlns:a="http://schemas.openxmlformats.org/drawingml/2006/main">
            <a:off x="0" y="1188720"/>
            <a:ext cx="12188952" cy="36576"/>
          </a:xfrm>
          <a:prstGeom xmlns:a="http://schemas.openxmlformats.org/drawingml/2006/main" prst="rect">
            <a:avLst/>
          </a:prstGeom>
          <a:solidFill xmlns:a="http://schemas.openxmlformats.org/drawingml/2006/main">
            <a:srgbClr val="00F0FF"/>
          </a:solidFill>
          <a:ln xmlns:a="http://schemas.openxmlformats.org/drawingml/2006/main">
            <a:noFill/>
          </a:ln>
          <a:effectLst xmlns:a="http://schemas.openxmlformats.org/drawingml/2006/main">
            <a:glow rad="76200">
              <a:srgbClr val="00F0FF">
                <a:alpha val="30000"/>
              </a:srgbClr>
            </a:glow>
          </a:effectLst>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5" name="TextBox 4">
            <a:extLst xmlns:a="http://schemas.openxmlformats.org/drawingml/2006/main">
              <a:ext uri="{FF2B5EF4-FFF2-40B4-BE49-F238E27FC236}">
                <a16:creationId xmlns:a16="http://schemas.microsoft.com/office/drawing/2014/main" id="{C65439A8-2883-41F0-9FD0-CF5E3D688206}"/>
              </a:ext>
            </a:extLst>
          </p:cNvPr>
          <p:cNvSpPr>
            <a:spLocks xmlns:a="http://schemas.openxmlformats.org/drawingml/2006/main" noGrp="1"/>
          </p:cNvSpPr>
          <p:nvPr/>
        </p:nvSpPr>
        <p:spPr>
          <a:xfrm xmlns:a="http://schemas.openxmlformats.org/drawingml/2006/main">
            <a:off x="548640" y="256032"/>
            <a:ext cx="11091672" cy="64008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defRPr sz="3400" b="1">
                <a:solidFill>
                  <a:srgbClr val="FFFFFF"/>
                </a:solidFill>
                <a:latin typeface="Segoe UI Semibold"/>
                <a:ea typeface="Segoe UI Semibold"/>
                <a:cs typeface="Segoe UI Semibold"/>
              </a:defRPr>
            </a:pPr>
            <a:r>
              <a:t>The Playground keeps us coding</a:t>
            </a:r>
          </a:p>
        </p:txBody>
      </p:sp>
      <p:sp>
        <p:nvSpPr>
          <p:cNvPr id="6" name="TextBox 5">
            <a:extLst xmlns:a="http://schemas.openxmlformats.org/drawingml/2006/main">
              <a:ext uri="{FF2B5EF4-FFF2-40B4-BE49-F238E27FC236}">
                <a16:creationId xmlns:a16="http://schemas.microsoft.com/office/drawing/2014/main" id="{44BBA9E3-C937-4F4D-8380-F33350362FC5}"/>
              </a:ext>
            </a:extLst>
          </p:cNvPr>
          <p:cNvSpPr>
            <a:spLocks xmlns:a="http://schemas.openxmlformats.org/drawingml/2006/main" noGrp="1"/>
          </p:cNvSpPr>
          <p:nvPr/>
        </p:nvSpPr>
        <p:spPr>
          <a:xfrm xmlns:a="http://schemas.openxmlformats.org/drawingml/2006/main">
            <a:off x="548640" y="804672"/>
            <a:ext cx="11091672" cy="36576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defRPr sz="1500" b="0">
                <a:solidFill>
                  <a:srgbClr val="00F0FF"/>
                </a:solidFill>
                <a:latin typeface="Segoe UI"/>
                <a:ea typeface="Segoe UI"/>
                <a:cs typeface="Segoe UI"/>
              </a:defRPr>
            </a:pPr>
            <a:r>
              <a:t>Our class loop is Type → Run → Read</a:t>
            </a:r>
          </a:p>
        </p:txBody>
      </p:sp>
      <p:sp>
        <p:nvSpPr>
          <p:cNvPr id="7" name="Rounded Rectangle 6">
            <a:extLst xmlns:a="http://schemas.openxmlformats.org/drawingml/2006/main">
              <a:ext uri="{FF2B5EF4-FFF2-40B4-BE49-F238E27FC236}">
                <a16:creationId xmlns:a16="http://schemas.microsoft.com/office/drawing/2014/main" id="{3118AEC6-B5B6-4336-8C65-DB6E3AA66501}"/>
              </a:ext>
            </a:extLst>
          </p:cNvPr>
          <p:cNvSpPr>
            <a:spLocks xmlns:a="http://schemas.openxmlformats.org/drawingml/2006/main" noGrp="1"/>
          </p:cNvSpPr>
          <p:nvPr/>
        </p:nvSpPr>
        <p:spPr>
          <a:xfrm xmlns:a="http://schemas.openxmlformats.org/drawingml/2006/main">
            <a:off x="365760" y="1508760"/>
            <a:ext cx="5577840" cy="2103120"/>
          </a:xfrm>
          <a:prstGeom xmlns:a="http://schemas.openxmlformats.org/drawingml/2006/main" prst="roundRect">
            <a:avLst/>
          </a:prstGeom>
          <a:solidFill xmlns:a="http://schemas.openxmlformats.org/drawingml/2006/main">
            <a:srgbClr val="121A32">
              <a:alpha val="70000"/>
            </a:srgbClr>
          </a:solidFill>
          <a:ln xmlns:a="http://schemas.openxmlformats.org/drawingml/2006/main" w="12700">
            <a:noFill/>
          </a:ln>
          <a:effectLst xmlns:a="http://schemas.openxmlformats.org/drawingml/2006/main">
            <a:outerShdw blurRad="127000" dist="50800" dir="8100000" rotWithShape="0">
              <a:srgbClr val="000000">
                <a:alpha val="40000"/>
              </a:srgbClr>
            </a:outerShdw>
          </a:effectLst>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8" name="Rectangle 7">
            <a:extLst xmlns:a="http://schemas.openxmlformats.org/drawingml/2006/main">
              <a:ext uri="{FF2B5EF4-FFF2-40B4-BE49-F238E27FC236}">
                <a16:creationId xmlns:a16="http://schemas.microsoft.com/office/drawing/2014/main" id="{8EC162AB-2051-4A04-9117-66CD75AC9613}"/>
              </a:ext>
            </a:extLst>
          </p:cNvPr>
          <p:cNvSpPr>
            <a:spLocks xmlns:a="http://schemas.openxmlformats.org/drawingml/2006/main" noGrp="1"/>
          </p:cNvSpPr>
          <p:nvPr/>
        </p:nvSpPr>
        <p:spPr>
          <a:xfrm xmlns:a="http://schemas.openxmlformats.org/drawingml/2006/main">
            <a:off x="384048" y="1527048"/>
            <a:ext cx="5541264" cy="54864"/>
          </a:xfrm>
          <a:prstGeom xmlns:a="http://schemas.openxmlformats.org/drawingml/2006/main" prst="rect">
            <a:avLst/>
          </a:prstGeom>
          <a:solidFill xmlns:a="http://schemas.openxmlformats.org/drawingml/2006/main">
            <a:srgbClr val="00F0FF"/>
          </a:solidFill>
          <a:ln xmlns:a="http://schemas.openxmlformats.org/drawingml/2006/main">
            <a:noFill/>
          </a:ln>
          <a:effectLst xmlns:a="http://schemas.openxmlformats.org/drawingml/2006/main">
            <a:glow rad="50800">
              <a:srgbClr val="00F0FF">
                <a:alpha val="40000"/>
              </a:srgbClr>
            </a:glow>
          </a:effectLst>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9" name="TextBox 8">
            <a:extLst xmlns:a="http://schemas.openxmlformats.org/drawingml/2006/main">
              <a:ext uri="{FF2B5EF4-FFF2-40B4-BE49-F238E27FC236}">
                <a16:creationId xmlns:a16="http://schemas.microsoft.com/office/drawing/2014/main" id="{DE576467-E6E6-4423-881E-BC79F724B6DF}"/>
              </a:ext>
            </a:extLst>
          </p:cNvPr>
          <p:cNvSpPr>
            <a:spLocks xmlns:a="http://schemas.openxmlformats.org/drawingml/2006/main" noGrp="1"/>
          </p:cNvSpPr>
          <p:nvPr/>
        </p:nvSpPr>
        <p:spPr>
          <a:xfrm xmlns:a="http://schemas.openxmlformats.org/drawingml/2006/main">
            <a:off x="548640" y="1673352"/>
            <a:ext cx="5212080" cy="36576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defRPr sz="1600" b="1">
                <a:solidFill>
                  <a:srgbClr val="00F0FF"/>
                </a:solidFill>
                <a:latin typeface="Segoe UI"/>
                <a:ea typeface="Segoe UI"/>
                <a:cs typeface="Segoe UI"/>
              </a:defRPr>
            </a:pPr>
            <a:r>
              <a:t>OPEN</a:t>
            </a:r>
          </a:p>
        </p:txBody>
      </p:sp>
      <p:sp>
        <p:nvSpPr>
          <p:cNvPr id="10" name="TextBox 9">
            <a:extLst xmlns:a="http://schemas.openxmlformats.org/drawingml/2006/main">
              <a:ext uri="{FF2B5EF4-FFF2-40B4-BE49-F238E27FC236}">
                <a16:creationId xmlns:a16="http://schemas.microsoft.com/office/drawing/2014/main" id="{A76E4C09-6D88-4C3F-B943-1EC7560B1A51}"/>
              </a:ext>
            </a:extLst>
          </p:cNvPr>
          <p:cNvSpPr>
            <a:spLocks xmlns:a="http://schemas.openxmlformats.org/drawingml/2006/main" noGrp="1"/>
          </p:cNvSpPr>
          <p:nvPr/>
        </p:nvSpPr>
        <p:spPr>
          <a:xfrm xmlns:a="http://schemas.openxmlformats.org/drawingml/2006/main">
            <a:off x="548640" y="2057400"/>
            <a:ext cx="5212080" cy="27432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defRPr sz="1200" b="0">
                <a:solidFill>
                  <a:srgbClr val="E6EBF5"/>
                </a:solidFill>
                <a:latin typeface="Segoe UI"/>
                <a:ea typeface="Segoe UI"/>
                <a:cs typeface="Segoe UI"/>
              </a:defRPr>
            </a:pPr>
            <a:r>
              <a:t>typescriptlang.org/play</a:t>
            </a:r>
          </a:p>
        </p:txBody>
      </p:sp>
      <p:sp>
        <p:nvSpPr>
          <p:cNvPr id="11" name="TextBox 10">
            <a:extLst xmlns:a="http://schemas.openxmlformats.org/drawingml/2006/main">
              <a:ext uri="{FF2B5EF4-FFF2-40B4-BE49-F238E27FC236}">
                <a16:creationId xmlns:a16="http://schemas.microsoft.com/office/drawing/2014/main" id="{6EA13D38-78B0-46D4-BF7E-862ADB7C90BA}"/>
              </a:ext>
            </a:extLst>
          </p:cNvPr>
          <p:cNvSpPr>
            <a:spLocks xmlns:a="http://schemas.openxmlformats.org/drawingml/2006/main" noGrp="1"/>
          </p:cNvSpPr>
          <p:nvPr/>
        </p:nvSpPr>
        <p:spPr>
          <a:xfrm xmlns:a="http://schemas.openxmlformats.org/drawingml/2006/main">
            <a:off x="548640" y="2313432"/>
            <a:ext cx="5212080" cy="27432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defRPr sz="1200" b="0">
                <a:solidFill>
                  <a:srgbClr val="E6EBF5"/>
                </a:solidFill>
                <a:latin typeface="Segoe UI"/>
                <a:ea typeface="Segoe UI"/>
                <a:cs typeface="Segoe UI"/>
              </a:defRPr>
            </a:pPr>
            <a:r>
              <a:t>Use the official site</a:t>
            </a:r>
          </a:p>
        </p:txBody>
      </p:sp>
      <p:sp>
        <p:nvSpPr>
          <p:cNvPr id="12" name="TextBox 11">
            <a:extLst xmlns:a="http://schemas.openxmlformats.org/drawingml/2006/main">
              <a:ext uri="{FF2B5EF4-FFF2-40B4-BE49-F238E27FC236}">
                <a16:creationId xmlns:a16="http://schemas.microsoft.com/office/drawing/2014/main" id="{E9013996-892C-4DE8-A47F-E3FFE5C300C3}"/>
              </a:ext>
            </a:extLst>
          </p:cNvPr>
          <p:cNvSpPr>
            <a:spLocks xmlns:a="http://schemas.openxmlformats.org/drawingml/2006/main" noGrp="1"/>
          </p:cNvSpPr>
          <p:nvPr/>
        </p:nvSpPr>
        <p:spPr>
          <a:xfrm xmlns:a="http://schemas.openxmlformats.org/drawingml/2006/main">
            <a:off x="548640" y="2569464"/>
            <a:ext cx="5212080" cy="27432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defRPr sz="1200" b="0">
                <a:solidFill>
                  <a:srgbClr val="E6EBF5"/>
                </a:solidFill>
                <a:latin typeface="Segoe UI"/>
                <a:ea typeface="Segoe UI"/>
                <a:cs typeface="Segoe UI"/>
              </a:defRPr>
            </a:pPr>
            <a:r>
              <a:t>No classroom install</a:t>
            </a:r>
          </a:p>
        </p:txBody>
      </p:sp>
      <p:sp>
        <p:nvSpPr>
          <p:cNvPr id="13" name="Rounded Rectangle 12">
            <a:extLst xmlns:a="http://schemas.openxmlformats.org/drawingml/2006/main">
              <a:ext uri="{FF2B5EF4-FFF2-40B4-BE49-F238E27FC236}">
                <a16:creationId xmlns:a16="http://schemas.microsoft.com/office/drawing/2014/main" id="{F0362A3A-4667-4029-AD23-E698126B98B0}"/>
              </a:ext>
            </a:extLst>
          </p:cNvPr>
          <p:cNvSpPr>
            <a:spLocks xmlns:a="http://schemas.openxmlformats.org/drawingml/2006/main" noGrp="1"/>
          </p:cNvSpPr>
          <p:nvPr/>
        </p:nvSpPr>
        <p:spPr>
          <a:xfrm xmlns:a="http://schemas.openxmlformats.org/drawingml/2006/main">
            <a:off x="6309360" y="1508760"/>
            <a:ext cx="5577840" cy="2103120"/>
          </a:xfrm>
          <a:prstGeom xmlns:a="http://schemas.openxmlformats.org/drawingml/2006/main" prst="roundRect">
            <a:avLst/>
          </a:prstGeom>
          <a:solidFill xmlns:a="http://schemas.openxmlformats.org/drawingml/2006/main">
            <a:srgbClr val="121A32">
              <a:alpha val="70000"/>
            </a:srgbClr>
          </a:solidFill>
          <a:ln xmlns:a="http://schemas.openxmlformats.org/drawingml/2006/main" w="12700">
            <a:noFill/>
          </a:ln>
          <a:effectLst xmlns:a="http://schemas.openxmlformats.org/drawingml/2006/main">
            <a:outerShdw blurRad="127000" dist="50800" dir="8100000" rotWithShape="0">
              <a:srgbClr val="000000">
                <a:alpha val="40000"/>
              </a:srgbClr>
            </a:outerShdw>
          </a:effectLst>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4" name="Rectangle 13">
            <a:extLst xmlns:a="http://schemas.openxmlformats.org/drawingml/2006/main">
              <a:ext uri="{FF2B5EF4-FFF2-40B4-BE49-F238E27FC236}">
                <a16:creationId xmlns:a16="http://schemas.microsoft.com/office/drawing/2014/main" id="{4640A243-0FC5-427E-96F8-103C41B217AB}"/>
              </a:ext>
            </a:extLst>
          </p:cNvPr>
          <p:cNvSpPr>
            <a:spLocks xmlns:a="http://schemas.openxmlformats.org/drawingml/2006/main" noGrp="1"/>
          </p:cNvSpPr>
          <p:nvPr/>
        </p:nvSpPr>
        <p:spPr>
          <a:xfrm xmlns:a="http://schemas.openxmlformats.org/drawingml/2006/main">
            <a:off x="6327648" y="1527048"/>
            <a:ext cx="5541264" cy="54864"/>
          </a:xfrm>
          <a:prstGeom xmlns:a="http://schemas.openxmlformats.org/drawingml/2006/main" prst="rect">
            <a:avLst/>
          </a:prstGeom>
          <a:solidFill xmlns:a="http://schemas.openxmlformats.org/drawingml/2006/main">
            <a:srgbClr val="00FF8C"/>
          </a:solidFill>
          <a:ln xmlns:a="http://schemas.openxmlformats.org/drawingml/2006/main">
            <a:noFill/>
          </a:ln>
          <a:effectLst xmlns:a="http://schemas.openxmlformats.org/drawingml/2006/main">
            <a:glow rad="50800">
              <a:srgbClr val="00FF8C">
                <a:alpha val="40000"/>
              </a:srgbClr>
            </a:glow>
          </a:effectLst>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5" name="TextBox 14">
            <a:extLst xmlns:a="http://schemas.openxmlformats.org/drawingml/2006/main">
              <a:ext uri="{FF2B5EF4-FFF2-40B4-BE49-F238E27FC236}">
                <a16:creationId xmlns:a16="http://schemas.microsoft.com/office/drawing/2014/main" id="{897D1B14-FD98-4146-ABB8-46010C32F573}"/>
              </a:ext>
            </a:extLst>
          </p:cNvPr>
          <p:cNvSpPr>
            <a:spLocks xmlns:a="http://schemas.openxmlformats.org/drawingml/2006/main" noGrp="1"/>
          </p:cNvSpPr>
          <p:nvPr/>
        </p:nvSpPr>
        <p:spPr>
          <a:xfrm xmlns:a="http://schemas.openxmlformats.org/drawingml/2006/main">
            <a:off x="6492240" y="1673352"/>
            <a:ext cx="5212080" cy="36576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defRPr sz="1600" b="1">
                <a:solidFill>
                  <a:srgbClr val="00FF8C"/>
                </a:solidFill>
                <a:latin typeface="Segoe UI"/>
                <a:ea typeface="Segoe UI"/>
                <a:cs typeface="Segoe UI"/>
              </a:defRPr>
            </a:pPr>
            <a:r>
              <a:t>TYPE</a:t>
            </a:r>
          </a:p>
        </p:txBody>
      </p:sp>
      <p:sp>
        <p:nvSpPr>
          <p:cNvPr id="16" name="TextBox 15">
            <a:extLst xmlns:a="http://schemas.openxmlformats.org/drawingml/2006/main">
              <a:ext uri="{FF2B5EF4-FFF2-40B4-BE49-F238E27FC236}">
                <a16:creationId xmlns:a16="http://schemas.microsoft.com/office/drawing/2014/main" id="{2E975D0D-A7B5-4E91-8139-9B926E5047A0}"/>
              </a:ext>
            </a:extLst>
          </p:cNvPr>
          <p:cNvSpPr>
            <a:spLocks xmlns:a="http://schemas.openxmlformats.org/drawingml/2006/main" noGrp="1"/>
          </p:cNvSpPr>
          <p:nvPr/>
        </p:nvSpPr>
        <p:spPr>
          <a:xfrm xmlns:a="http://schemas.openxmlformats.org/drawingml/2006/main">
            <a:off x="6492240" y="2057400"/>
            <a:ext cx="5212080" cy="27432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defRPr sz="1200" b="0">
                <a:solidFill>
                  <a:srgbClr val="E6EBF5"/>
                </a:solidFill>
                <a:latin typeface="Segoe UI"/>
                <a:ea typeface="Segoe UI"/>
                <a:cs typeface="Segoe UI"/>
              </a:defRPr>
            </a:pPr>
            <a:r>
              <a:t>Code goes in the editor</a:t>
            </a:r>
          </a:p>
        </p:txBody>
      </p:sp>
      <p:sp>
        <p:nvSpPr>
          <p:cNvPr id="17" name="TextBox 16">
            <a:extLst xmlns:a="http://schemas.openxmlformats.org/drawingml/2006/main">
              <a:ext uri="{FF2B5EF4-FFF2-40B4-BE49-F238E27FC236}">
                <a16:creationId xmlns:a16="http://schemas.microsoft.com/office/drawing/2014/main" id="{B009920E-FBBA-43A3-902A-C425D22C4D40}"/>
              </a:ext>
            </a:extLst>
          </p:cNvPr>
          <p:cNvSpPr>
            <a:spLocks xmlns:a="http://schemas.openxmlformats.org/drawingml/2006/main" noGrp="1"/>
          </p:cNvSpPr>
          <p:nvPr/>
        </p:nvSpPr>
        <p:spPr>
          <a:xfrm xmlns:a="http://schemas.openxmlformats.org/drawingml/2006/main">
            <a:off x="6492240" y="2313432"/>
            <a:ext cx="5212080" cy="27432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defRPr sz="1200" b="0">
                <a:solidFill>
                  <a:srgbClr val="E6EBF5"/>
                </a:solidFill>
                <a:latin typeface="Segoe UI"/>
                <a:ea typeface="Segoe UI"/>
                <a:cs typeface="Segoe UI"/>
              </a:defRPr>
            </a:pPr>
            <a:r>
              <a:t>Keep examples short</a:t>
            </a:r>
          </a:p>
        </p:txBody>
      </p:sp>
      <p:sp>
        <p:nvSpPr>
          <p:cNvPr id="18" name="TextBox 17">
            <a:extLst xmlns:a="http://schemas.openxmlformats.org/drawingml/2006/main">
              <a:ext uri="{FF2B5EF4-FFF2-40B4-BE49-F238E27FC236}">
                <a16:creationId xmlns:a16="http://schemas.microsoft.com/office/drawing/2014/main" id="{988389EC-0F46-460B-879E-122152B5B69B}"/>
              </a:ext>
            </a:extLst>
          </p:cNvPr>
          <p:cNvSpPr>
            <a:spLocks xmlns:a="http://schemas.openxmlformats.org/drawingml/2006/main" noGrp="1"/>
          </p:cNvSpPr>
          <p:nvPr/>
        </p:nvSpPr>
        <p:spPr>
          <a:xfrm xmlns:a="http://schemas.openxmlformats.org/drawingml/2006/main">
            <a:off x="6492240" y="2569464"/>
            <a:ext cx="5212080" cy="27432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defRPr sz="1200" b="0">
                <a:solidFill>
                  <a:srgbClr val="E6EBF5"/>
                </a:solidFill>
                <a:latin typeface="Segoe UI"/>
                <a:ea typeface="Segoe UI"/>
                <a:cs typeface="Segoe UI"/>
              </a:defRPr>
            </a:pPr>
            <a:r>
              <a:t>Follow the teacher</a:t>
            </a:r>
          </a:p>
        </p:txBody>
      </p:sp>
      <p:sp>
        <p:nvSpPr>
          <p:cNvPr id="19" name="Rounded Rectangle 18">
            <a:extLst xmlns:a="http://schemas.openxmlformats.org/drawingml/2006/main">
              <a:ext uri="{FF2B5EF4-FFF2-40B4-BE49-F238E27FC236}">
                <a16:creationId xmlns:a16="http://schemas.microsoft.com/office/drawing/2014/main" id="{D5560DDE-8F7B-4F22-8A87-73AA12DCA13F}"/>
              </a:ext>
            </a:extLst>
          </p:cNvPr>
          <p:cNvSpPr>
            <a:spLocks xmlns:a="http://schemas.openxmlformats.org/drawingml/2006/main" noGrp="1"/>
          </p:cNvSpPr>
          <p:nvPr/>
        </p:nvSpPr>
        <p:spPr>
          <a:xfrm xmlns:a="http://schemas.openxmlformats.org/drawingml/2006/main">
            <a:off x="365760" y="3931920"/>
            <a:ext cx="5577840" cy="2103120"/>
          </a:xfrm>
          <a:prstGeom xmlns:a="http://schemas.openxmlformats.org/drawingml/2006/main" prst="roundRect">
            <a:avLst/>
          </a:prstGeom>
          <a:solidFill xmlns:a="http://schemas.openxmlformats.org/drawingml/2006/main">
            <a:srgbClr val="121A32">
              <a:alpha val="70000"/>
            </a:srgbClr>
          </a:solidFill>
          <a:ln xmlns:a="http://schemas.openxmlformats.org/drawingml/2006/main" w="12700">
            <a:noFill/>
          </a:ln>
          <a:effectLst xmlns:a="http://schemas.openxmlformats.org/drawingml/2006/main">
            <a:outerShdw blurRad="127000" dist="50800" dir="8100000" rotWithShape="0">
              <a:srgbClr val="000000">
                <a:alpha val="40000"/>
              </a:srgbClr>
            </a:outerShdw>
          </a:effectLst>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20" name="Rectangle 19">
            <a:extLst xmlns:a="http://schemas.openxmlformats.org/drawingml/2006/main">
              <a:ext uri="{FF2B5EF4-FFF2-40B4-BE49-F238E27FC236}">
                <a16:creationId xmlns:a16="http://schemas.microsoft.com/office/drawing/2014/main" id="{C877E3A6-9811-4104-A391-543DD5CF1576}"/>
              </a:ext>
            </a:extLst>
          </p:cNvPr>
          <p:cNvSpPr>
            <a:spLocks xmlns:a="http://schemas.openxmlformats.org/drawingml/2006/main" noGrp="1"/>
          </p:cNvSpPr>
          <p:nvPr/>
        </p:nvSpPr>
        <p:spPr>
          <a:xfrm xmlns:a="http://schemas.openxmlformats.org/drawingml/2006/main">
            <a:off x="384048" y="3950208"/>
            <a:ext cx="5541264" cy="54864"/>
          </a:xfrm>
          <a:prstGeom xmlns:a="http://schemas.openxmlformats.org/drawingml/2006/main" prst="rect">
            <a:avLst/>
          </a:prstGeom>
          <a:solidFill xmlns:a="http://schemas.openxmlformats.org/drawingml/2006/main">
            <a:srgbClr val="A050FF"/>
          </a:solidFill>
          <a:ln xmlns:a="http://schemas.openxmlformats.org/drawingml/2006/main">
            <a:noFill/>
          </a:ln>
          <a:effectLst xmlns:a="http://schemas.openxmlformats.org/drawingml/2006/main">
            <a:glow rad="50800">
              <a:srgbClr val="A050FF">
                <a:alpha val="40000"/>
              </a:srgbClr>
            </a:glow>
          </a:effectLst>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21" name="TextBox 20">
            <a:extLst xmlns:a="http://schemas.openxmlformats.org/drawingml/2006/main">
              <a:ext uri="{FF2B5EF4-FFF2-40B4-BE49-F238E27FC236}">
                <a16:creationId xmlns:a16="http://schemas.microsoft.com/office/drawing/2014/main" id="{CC248041-DD86-4689-88BF-BCEF5545BB73}"/>
              </a:ext>
            </a:extLst>
          </p:cNvPr>
          <p:cNvSpPr>
            <a:spLocks xmlns:a="http://schemas.openxmlformats.org/drawingml/2006/main" noGrp="1"/>
          </p:cNvSpPr>
          <p:nvPr/>
        </p:nvSpPr>
        <p:spPr>
          <a:xfrm xmlns:a="http://schemas.openxmlformats.org/drawingml/2006/main">
            <a:off x="548640" y="4096512"/>
            <a:ext cx="5212080" cy="36576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defRPr sz="1600" b="1">
                <a:solidFill>
                  <a:srgbClr val="A050FF"/>
                </a:solidFill>
                <a:latin typeface="Segoe UI"/>
                <a:ea typeface="Segoe UI"/>
                <a:cs typeface="Segoe UI"/>
              </a:defRPr>
            </a:pPr>
            <a:r>
              <a:t>RUN</a:t>
            </a:r>
          </a:p>
        </p:txBody>
      </p:sp>
      <p:sp>
        <p:nvSpPr>
          <p:cNvPr id="22" name="TextBox 21">
            <a:extLst xmlns:a="http://schemas.openxmlformats.org/drawingml/2006/main">
              <a:ext uri="{FF2B5EF4-FFF2-40B4-BE49-F238E27FC236}">
                <a16:creationId xmlns:a16="http://schemas.microsoft.com/office/drawing/2014/main" id="{6647EE28-3DE4-4A93-897A-125BE9825CC9}"/>
              </a:ext>
            </a:extLst>
          </p:cNvPr>
          <p:cNvSpPr>
            <a:spLocks xmlns:a="http://schemas.openxmlformats.org/drawingml/2006/main" noGrp="1"/>
          </p:cNvSpPr>
          <p:nvPr/>
        </p:nvSpPr>
        <p:spPr>
          <a:xfrm xmlns:a="http://schemas.openxmlformats.org/drawingml/2006/main">
            <a:off x="548640" y="4480560"/>
            <a:ext cx="5212080" cy="27432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defRPr sz="1200" b="0">
                <a:solidFill>
                  <a:srgbClr val="E6EBF5"/>
                </a:solidFill>
                <a:latin typeface="Segoe UI"/>
                <a:ea typeface="Segoe UI"/>
                <a:cs typeface="Segoe UI"/>
              </a:defRPr>
            </a:pPr>
            <a:r>
              <a:t>Predict before clicking</a:t>
            </a:r>
          </a:p>
        </p:txBody>
      </p:sp>
      <p:sp>
        <p:nvSpPr>
          <p:cNvPr id="23" name="TextBox 22">
            <a:extLst xmlns:a="http://schemas.openxmlformats.org/drawingml/2006/main">
              <a:ext uri="{FF2B5EF4-FFF2-40B4-BE49-F238E27FC236}">
                <a16:creationId xmlns:a16="http://schemas.microsoft.com/office/drawing/2014/main" id="{5DEDD8EC-768A-4592-BE7B-ACF88D9ABD66}"/>
              </a:ext>
            </a:extLst>
          </p:cNvPr>
          <p:cNvSpPr>
            <a:spLocks xmlns:a="http://schemas.openxmlformats.org/drawingml/2006/main" noGrp="1"/>
          </p:cNvSpPr>
          <p:nvPr/>
        </p:nvSpPr>
        <p:spPr>
          <a:xfrm xmlns:a="http://schemas.openxmlformats.org/drawingml/2006/main">
            <a:off x="548640" y="4736592"/>
            <a:ext cx="5212080" cy="27432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defRPr sz="1200" b="0">
                <a:solidFill>
                  <a:srgbClr val="E6EBF5"/>
                </a:solidFill>
                <a:latin typeface="Segoe UI"/>
                <a:ea typeface="Segoe UI"/>
                <a:cs typeface="Segoe UI"/>
              </a:defRPr>
            </a:pPr>
            <a:r>
              <a:t>Run after each change</a:t>
            </a:r>
          </a:p>
        </p:txBody>
      </p:sp>
      <p:sp>
        <p:nvSpPr>
          <p:cNvPr id="24" name="TextBox 23">
            <a:extLst xmlns:a="http://schemas.openxmlformats.org/drawingml/2006/main">
              <a:ext uri="{FF2B5EF4-FFF2-40B4-BE49-F238E27FC236}">
                <a16:creationId xmlns:a16="http://schemas.microsoft.com/office/drawing/2014/main" id="{B93435DC-D5CC-4AD1-A05C-147E057A2ACB}"/>
              </a:ext>
            </a:extLst>
          </p:cNvPr>
          <p:cNvSpPr>
            <a:spLocks xmlns:a="http://schemas.openxmlformats.org/drawingml/2006/main" noGrp="1"/>
          </p:cNvSpPr>
          <p:nvPr/>
        </p:nvSpPr>
        <p:spPr>
          <a:xfrm xmlns:a="http://schemas.openxmlformats.org/drawingml/2006/main">
            <a:off x="548640" y="4992624"/>
            <a:ext cx="5212080" cy="27432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defRPr sz="1200" b="0">
                <a:solidFill>
                  <a:srgbClr val="E6EBF5"/>
                </a:solidFill>
                <a:latin typeface="Segoe UI"/>
                <a:ea typeface="Segoe UI"/>
                <a:cs typeface="Segoe UI"/>
              </a:defRPr>
            </a:pPr>
            <a:r>
              <a:t>Errors are clues</a:t>
            </a:r>
          </a:p>
        </p:txBody>
      </p:sp>
      <p:sp>
        <p:nvSpPr>
          <p:cNvPr id="25" name="Rounded Rectangle 24">
            <a:extLst xmlns:a="http://schemas.openxmlformats.org/drawingml/2006/main">
              <a:ext uri="{FF2B5EF4-FFF2-40B4-BE49-F238E27FC236}">
                <a16:creationId xmlns:a16="http://schemas.microsoft.com/office/drawing/2014/main" id="{31094A69-2CFA-443E-B15C-C0995C6B7FE1}"/>
              </a:ext>
            </a:extLst>
          </p:cNvPr>
          <p:cNvSpPr>
            <a:spLocks xmlns:a="http://schemas.openxmlformats.org/drawingml/2006/main" noGrp="1"/>
          </p:cNvSpPr>
          <p:nvPr/>
        </p:nvSpPr>
        <p:spPr>
          <a:xfrm xmlns:a="http://schemas.openxmlformats.org/drawingml/2006/main">
            <a:off x="6309360" y="3931920"/>
            <a:ext cx="5577840" cy="2103120"/>
          </a:xfrm>
          <a:prstGeom xmlns:a="http://schemas.openxmlformats.org/drawingml/2006/main" prst="roundRect">
            <a:avLst/>
          </a:prstGeom>
          <a:solidFill xmlns:a="http://schemas.openxmlformats.org/drawingml/2006/main">
            <a:srgbClr val="121A32">
              <a:alpha val="70000"/>
            </a:srgbClr>
          </a:solidFill>
          <a:ln xmlns:a="http://schemas.openxmlformats.org/drawingml/2006/main" w="12700">
            <a:noFill/>
          </a:ln>
          <a:effectLst xmlns:a="http://schemas.openxmlformats.org/drawingml/2006/main">
            <a:outerShdw blurRad="127000" dist="50800" dir="8100000" rotWithShape="0">
              <a:srgbClr val="000000">
                <a:alpha val="40000"/>
              </a:srgbClr>
            </a:outerShdw>
          </a:effectLst>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26" name="Rectangle 25">
            <a:extLst xmlns:a="http://schemas.openxmlformats.org/drawingml/2006/main">
              <a:ext uri="{FF2B5EF4-FFF2-40B4-BE49-F238E27FC236}">
                <a16:creationId xmlns:a16="http://schemas.microsoft.com/office/drawing/2014/main" id="{02ED9EE2-7962-4EAF-8C99-089888C9A1F8}"/>
              </a:ext>
            </a:extLst>
          </p:cNvPr>
          <p:cNvSpPr>
            <a:spLocks xmlns:a="http://schemas.openxmlformats.org/drawingml/2006/main" noGrp="1"/>
          </p:cNvSpPr>
          <p:nvPr/>
        </p:nvSpPr>
        <p:spPr>
          <a:xfrm xmlns:a="http://schemas.openxmlformats.org/drawingml/2006/main">
            <a:off x="6327648" y="3950208"/>
            <a:ext cx="5541264" cy="54864"/>
          </a:xfrm>
          <a:prstGeom xmlns:a="http://schemas.openxmlformats.org/drawingml/2006/main" prst="rect">
            <a:avLst/>
          </a:prstGeom>
          <a:solidFill xmlns:a="http://schemas.openxmlformats.org/drawingml/2006/main">
            <a:srgbClr val="FFA014"/>
          </a:solidFill>
          <a:ln xmlns:a="http://schemas.openxmlformats.org/drawingml/2006/main">
            <a:noFill/>
          </a:ln>
          <a:effectLst xmlns:a="http://schemas.openxmlformats.org/drawingml/2006/main">
            <a:glow rad="50800">
              <a:srgbClr val="FFA014">
                <a:alpha val="40000"/>
              </a:srgbClr>
            </a:glow>
          </a:effectLst>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27" name="TextBox 26">
            <a:extLst xmlns:a="http://schemas.openxmlformats.org/drawingml/2006/main">
              <a:ext uri="{FF2B5EF4-FFF2-40B4-BE49-F238E27FC236}">
                <a16:creationId xmlns:a16="http://schemas.microsoft.com/office/drawing/2014/main" id="{444E529A-F76C-4995-8262-C905B537CE7E}"/>
              </a:ext>
            </a:extLst>
          </p:cNvPr>
          <p:cNvSpPr>
            <a:spLocks xmlns:a="http://schemas.openxmlformats.org/drawingml/2006/main" noGrp="1"/>
          </p:cNvSpPr>
          <p:nvPr/>
        </p:nvSpPr>
        <p:spPr>
          <a:xfrm xmlns:a="http://schemas.openxmlformats.org/drawingml/2006/main">
            <a:off x="6492240" y="4096512"/>
            <a:ext cx="5212080" cy="36576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defRPr sz="1600" b="1">
                <a:solidFill>
                  <a:srgbClr val="FFA014"/>
                </a:solidFill>
                <a:latin typeface="Segoe UI"/>
                <a:ea typeface="Segoe UI"/>
                <a:cs typeface="Segoe UI"/>
              </a:defRPr>
            </a:pPr>
            <a:r>
              <a:t>READ</a:t>
            </a:r>
          </a:p>
        </p:txBody>
      </p:sp>
      <p:sp>
        <p:nvSpPr>
          <p:cNvPr id="28" name="TextBox 27">
            <a:extLst xmlns:a="http://schemas.openxmlformats.org/drawingml/2006/main">
              <a:ext uri="{FF2B5EF4-FFF2-40B4-BE49-F238E27FC236}">
                <a16:creationId xmlns:a16="http://schemas.microsoft.com/office/drawing/2014/main" id="{AB364A47-6DEA-41AA-BCF0-EC3B0D539B67}"/>
              </a:ext>
            </a:extLst>
          </p:cNvPr>
          <p:cNvSpPr>
            <a:spLocks xmlns:a="http://schemas.openxmlformats.org/drawingml/2006/main" noGrp="1"/>
          </p:cNvSpPr>
          <p:nvPr/>
        </p:nvSpPr>
        <p:spPr>
          <a:xfrm xmlns:a="http://schemas.openxmlformats.org/drawingml/2006/main">
            <a:off x="6492240" y="4480560"/>
            <a:ext cx="5212080" cy="27432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defRPr sz="1200" b="0">
                <a:solidFill>
                  <a:srgbClr val="E6EBF5"/>
                </a:solidFill>
                <a:latin typeface="Segoe UI"/>
                <a:ea typeface="Segoe UI"/>
                <a:cs typeface="Segoe UI"/>
              </a:defRPr>
            </a:pPr>
            <a:r>
              <a:t>Find the output</a:t>
            </a:r>
          </a:p>
        </p:txBody>
      </p:sp>
      <p:sp>
        <p:nvSpPr>
          <p:cNvPr id="29" name="TextBox 28">
            <a:extLst xmlns:a="http://schemas.openxmlformats.org/drawingml/2006/main">
              <a:ext uri="{FF2B5EF4-FFF2-40B4-BE49-F238E27FC236}">
                <a16:creationId xmlns:a16="http://schemas.microsoft.com/office/drawing/2014/main" id="{90356052-1EB4-47DC-AEF8-49AEE88BCE28}"/>
              </a:ext>
            </a:extLst>
          </p:cNvPr>
          <p:cNvSpPr>
            <a:spLocks xmlns:a="http://schemas.openxmlformats.org/drawingml/2006/main" noGrp="1"/>
          </p:cNvSpPr>
          <p:nvPr/>
        </p:nvSpPr>
        <p:spPr>
          <a:xfrm xmlns:a="http://schemas.openxmlformats.org/drawingml/2006/main">
            <a:off x="6492240" y="4736592"/>
            <a:ext cx="5212080" cy="27432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defRPr sz="1200" b="0">
                <a:solidFill>
                  <a:srgbClr val="E6EBF5"/>
                </a:solidFill>
                <a:latin typeface="Segoe UI"/>
                <a:ea typeface="Segoe UI"/>
                <a:cs typeface="Segoe UI"/>
              </a:defRPr>
            </a:pPr>
            <a:r>
              <a:t>Compare with prediction</a:t>
            </a:r>
          </a:p>
        </p:txBody>
      </p:sp>
      <p:sp>
        <p:nvSpPr>
          <p:cNvPr id="30" name="TextBox 29">
            <a:extLst xmlns:a="http://schemas.openxmlformats.org/drawingml/2006/main">
              <a:ext uri="{FF2B5EF4-FFF2-40B4-BE49-F238E27FC236}">
                <a16:creationId xmlns:a16="http://schemas.microsoft.com/office/drawing/2014/main" id="{106E53AB-A24A-459C-BF73-24F9E5809121}"/>
              </a:ext>
            </a:extLst>
          </p:cNvPr>
          <p:cNvSpPr>
            <a:spLocks xmlns:a="http://schemas.openxmlformats.org/drawingml/2006/main" noGrp="1"/>
          </p:cNvSpPr>
          <p:nvPr/>
        </p:nvSpPr>
        <p:spPr>
          <a:xfrm xmlns:a="http://schemas.openxmlformats.org/drawingml/2006/main">
            <a:off x="6492240" y="4992624"/>
            <a:ext cx="5212080" cy="27432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defRPr sz="1200" b="0">
                <a:solidFill>
                  <a:srgbClr val="E6EBF5"/>
                </a:solidFill>
                <a:latin typeface="Segoe UI"/>
                <a:ea typeface="Segoe UI"/>
                <a:cs typeface="Segoe UI"/>
              </a:defRPr>
            </a:pPr>
            <a:r>
              <a:t>Explain the chosen path</a:t>
            </a:r>
          </a:p>
        </p:txBody>
      </p:sp>
    </p:spTree>
    <p:extLst>
      <p:ext uri="{BB962C8B-B14F-4D97-AF65-F5344CB8AC3E}">
        <p14:creationId xmlns:p14="http://schemas.microsoft.com/office/powerpoint/2010/main" val="1611388872"/>
      </p:ext>
    </p:extLst>
  </p:cSld>
</p:sld>
</file>

<file path=ppt/slides/slide5.xml><?xml version="1.0" encoding="utf-8"?>
<p:sld xmlns:p="http://schemas.openxmlformats.org/presentationml/2006/main">
  <p:cSld>
    <p:spTree>
      <p:nvGrpSpPr>
        <p:cNvPr id="1" name=""/>
        <p:cNvGrpSpPr/>
        <p:nvPr/>
      </p:nvGrpSpPr>
      <p:grpSpPr>
        <a:xfrm xmlns:a="http://schemas.openxmlformats.org/drawingml/2006/main"/>
      </p:grpSpPr>
      <p:sp>
        <p:nvSpPr>
          <p:cNvPr id="2" name="Rectangle 1">
            <a:extLst xmlns:a="http://schemas.openxmlformats.org/drawingml/2006/main">
              <a:ext uri="{FF2B5EF4-FFF2-40B4-BE49-F238E27FC236}">
                <a16:creationId xmlns:a16="http://schemas.microsoft.com/office/drawing/2014/main" id="{77B19780-A215-4913-88C8-779B5B3DFAFF}"/>
              </a:ext>
            </a:extLst>
          </p:cNvPr>
          <p:cNvSpPr>
            <a:spLocks xmlns:a="http://schemas.openxmlformats.org/drawingml/2006/main" noGrp="1"/>
          </p:cNvSpPr>
          <p:nvPr/>
        </p:nvSpPr>
        <p:spPr>
          <a:xfrm xmlns:a="http://schemas.openxmlformats.org/drawingml/2006/main">
            <a:off x="0" y="0"/>
            <a:ext cx="12188952" cy="6858000"/>
          </a:xfrm>
          <a:prstGeom xmlns:a="http://schemas.openxmlformats.org/drawingml/2006/main" prst="rect">
            <a:avLst/>
          </a:prstGeom>
          <a:gradFill xmlns:a="http://schemas.openxmlformats.org/drawingml/2006/main" rotWithShape="1">
            <a:gsLst>
              <a:gs pos="0">
                <a:srgbClr val="080C18"/>
              </a:gs>
              <a:gs pos="100000">
                <a:srgbClr val="0C1224"/>
              </a:gs>
            </a:gsLst>
            <a:lin ang="16200000" scaled="1"/>
          </a:gra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Rectangle 2">
            <a:extLst xmlns:a="http://schemas.openxmlformats.org/drawingml/2006/main">
              <a:ext uri="{FF2B5EF4-FFF2-40B4-BE49-F238E27FC236}">
                <a16:creationId xmlns:a16="http://schemas.microsoft.com/office/drawing/2014/main" id="{A4949485-5765-4443-ADFF-D23D6E8D83C0}"/>
              </a:ext>
            </a:extLst>
          </p:cNvPr>
          <p:cNvSpPr>
            <a:spLocks xmlns:a="http://schemas.openxmlformats.org/drawingml/2006/main" noGrp="1"/>
          </p:cNvSpPr>
          <p:nvPr/>
        </p:nvSpPr>
        <p:spPr>
          <a:xfrm xmlns:a="http://schemas.openxmlformats.org/drawingml/2006/main">
            <a:off x="0" y="0"/>
            <a:ext cx="12188952" cy="1188720"/>
          </a:xfrm>
          <a:prstGeom xmlns:a="http://schemas.openxmlformats.org/drawingml/2006/main" prst="rect">
            <a:avLst/>
          </a:prstGeom>
          <a:gradFill xmlns:a="http://schemas.openxmlformats.org/drawingml/2006/main" rotWithShape="1">
            <a:gsLst>
              <a:gs pos="0">
                <a:srgbClr val="080C18"/>
              </a:gs>
              <a:gs pos="100000">
                <a:srgbClr val="0F1932"/>
              </a:gs>
            </a:gsLst>
            <a:lin ang="0" scaled="1"/>
          </a:gra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 name="Rectangle 3">
            <a:extLst xmlns:a="http://schemas.openxmlformats.org/drawingml/2006/main">
              <a:ext uri="{FF2B5EF4-FFF2-40B4-BE49-F238E27FC236}">
                <a16:creationId xmlns:a16="http://schemas.microsoft.com/office/drawing/2014/main" id="{C2C3D2F4-5309-4E44-86BB-3ED0261B6644}"/>
              </a:ext>
            </a:extLst>
          </p:cNvPr>
          <p:cNvSpPr>
            <a:spLocks xmlns:a="http://schemas.openxmlformats.org/drawingml/2006/main" noGrp="1"/>
          </p:cNvSpPr>
          <p:nvPr/>
        </p:nvSpPr>
        <p:spPr>
          <a:xfrm xmlns:a="http://schemas.openxmlformats.org/drawingml/2006/main">
            <a:off x="0" y="1188720"/>
            <a:ext cx="12188952" cy="36576"/>
          </a:xfrm>
          <a:prstGeom xmlns:a="http://schemas.openxmlformats.org/drawingml/2006/main" prst="rect">
            <a:avLst/>
          </a:prstGeom>
          <a:solidFill xmlns:a="http://schemas.openxmlformats.org/drawingml/2006/main">
            <a:srgbClr val="00F0FF"/>
          </a:solidFill>
          <a:ln xmlns:a="http://schemas.openxmlformats.org/drawingml/2006/main">
            <a:noFill/>
          </a:ln>
          <a:effectLst xmlns:a="http://schemas.openxmlformats.org/drawingml/2006/main">
            <a:glow rad="76200">
              <a:srgbClr val="00F0FF">
                <a:alpha val="30000"/>
              </a:srgbClr>
            </a:glow>
          </a:effectLst>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5" name="TextBox 4">
            <a:extLst xmlns:a="http://schemas.openxmlformats.org/drawingml/2006/main">
              <a:ext uri="{FF2B5EF4-FFF2-40B4-BE49-F238E27FC236}">
                <a16:creationId xmlns:a16="http://schemas.microsoft.com/office/drawing/2014/main" id="{4ABE0C3B-F127-414C-8122-B71F530D2C9D}"/>
              </a:ext>
            </a:extLst>
          </p:cNvPr>
          <p:cNvSpPr>
            <a:spLocks xmlns:a="http://schemas.openxmlformats.org/drawingml/2006/main" noGrp="1"/>
          </p:cNvSpPr>
          <p:nvPr/>
        </p:nvSpPr>
        <p:spPr>
          <a:xfrm xmlns:a="http://schemas.openxmlformats.org/drawingml/2006/main">
            <a:off x="548640" y="256032"/>
            <a:ext cx="11091672" cy="64008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defRPr sz="3400" b="1">
                <a:solidFill>
                  <a:srgbClr val="FFFFFF"/>
                </a:solidFill>
                <a:latin typeface="Segoe UI Semibold"/>
                <a:ea typeface="Segoe UI Semibold"/>
                <a:cs typeface="Segoe UI Semibold"/>
              </a:defRPr>
            </a:pPr>
            <a:r>
              <a:t>Prediction is your superpower</a:t>
            </a:r>
          </a:p>
        </p:txBody>
      </p:sp>
      <p:sp>
        <p:nvSpPr>
          <p:cNvPr id="6" name="TextBox 5">
            <a:extLst xmlns:a="http://schemas.openxmlformats.org/drawingml/2006/main">
              <a:ext uri="{FF2B5EF4-FFF2-40B4-BE49-F238E27FC236}">
                <a16:creationId xmlns:a16="http://schemas.microsoft.com/office/drawing/2014/main" id="{5489D69F-E930-4AEC-8D57-3E2730A16AEE}"/>
              </a:ext>
            </a:extLst>
          </p:cNvPr>
          <p:cNvSpPr>
            <a:spLocks xmlns:a="http://schemas.openxmlformats.org/drawingml/2006/main" noGrp="1"/>
          </p:cNvSpPr>
          <p:nvPr/>
        </p:nvSpPr>
        <p:spPr>
          <a:xfrm xmlns:a="http://schemas.openxmlformats.org/drawingml/2006/main">
            <a:off x="548640" y="804672"/>
            <a:ext cx="11091672" cy="36576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defRPr sz="1500" b="0">
                <a:solidFill>
                  <a:srgbClr val="00F0FF"/>
                </a:solidFill>
                <a:latin typeface="Segoe UI"/>
                <a:ea typeface="Segoe UI"/>
                <a:cs typeface="Segoe UI"/>
              </a:defRPr>
            </a:pPr>
            <a:r>
              <a:t>Do the thinking before the computer answers</a:t>
            </a:r>
          </a:p>
        </p:txBody>
      </p:sp>
      <p:sp>
        <p:nvSpPr>
          <p:cNvPr id="7" name="Rounded Rectangle 6">
            <a:extLst xmlns:a="http://schemas.openxmlformats.org/drawingml/2006/main">
              <a:ext uri="{FF2B5EF4-FFF2-40B4-BE49-F238E27FC236}">
                <a16:creationId xmlns:a16="http://schemas.microsoft.com/office/drawing/2014/main" id="{E424B392-569A-47C3-9D84-521ACE30E0DA}"/>
              </a:ext>
            </a:extLst>
          </p:cNvPr>
          <p:cNvSpPr>
            <a:spLocks xmlns:a="http://schemas.openxmlformats.org/drawingml/2006/main" noGrp="1"/>
          </p:cNvSpPr>
          <p:nvPr/>
        </p:nvSpPr>
        <p:spPr>
          <a:xfrm xmlns:a="http://schemas.openxmlformats.org/drawingml/2006/main">
            <a:off x="457200" y="1554480"/>
            <a:ext cx="3474720" cy="1645920"/>
          </a:xfrm>
          <a:prstGeom xmlns:a="http://schemas.openxmlformats.org/drawingml/2006/main" prst="roundRect">
            <a:avLst/>
          </a:prstGeom>
          <a:solidFill xmlns:a="http://schemas.openxmlformats.org/drawingml/2006/main">
            <a:srgbClr val="00F0FF">
              <a:alpha val="8000"/>
            </a:srgbClr>
          </a:solidFill>
          <a:ln xmlns:a="http://schemas.openxmlformats.org/drawingml/2006/main" w="19050">
            <a:solidFill>
              <a:srgbClr val="00F0FF"/>
            </a:solidFill>
          </a:ln>
          <a:effectLst xmlns:a="http://schemas.openxmlformats.org/drawingml/2006/main">
            <a:glow rad="76200">
              <a:srgbClr val="00F0FF">
                <a:alpha val="35000"/>
              </a:srgbClr>
            </a:glow>
          </a:effectLst>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wrap="square" anchor="ctr"/>
          <a:lstStyle xmlns:a="http://schemas.openxmlformats.org/drawingml/2006/main"/>
          <a:p xmlns:a="http://schemas.openxmlformats.org/drawingml/2006/main">
            <a:pPr algn="ctr">
              <a:spcBef>
                <a:spcPts val="800"/>
              </a:spcBef>
              <a:buNone/>
              <a:defRPr sz="2200" b="1">
                <a:solidFill>
                  <a:srgbClr val="FFFFFF"/>
                </a:solidFill>
                <a:latin typeface="Segoe UI"/>
                <a:ea typeface="Segoe UI"/>
                <a:cs typeface="Segoe UI"/>
              </a:defRPr>
            </a:pPr>
            <a:r>
              <a:t>Read the code</a:t>
            </a:r>
          </a:p>
        </p:txBody>
      </p:sp>
      <p:sp>
        <p:nvSpPr>
          <p:cNvPr id="8" name="Rounded Rectangle 7">
            <a:extLst xmlns:a="http://schemas.openxmlformats.org/drawingml/2006/main">
              <a:ext uri="{FF2B5EF4-FFF2-40B4-BE49-F238E27FC236}">
                <a16:creationId xmlns:a16="http://schemas.microsoft.com/office/drawing/2014/main" id="{A51EB11B-7933-4E7B-8175-70E038EB5989}"/>
              </a:ext>
            </a:extLst>
          </p:cNvPr>
          <p:cNvSpPr>
            <a:spLocks xmlns:a="http://schemas.openxmlformats.org/drawingml/2006/main" noGrp="1"/>
          </p:cNvSpPr>
          <p:nvPr/>
        </p:nvSpPr>
        <p:spPr>
          <a:xfrm xmlns:a="http://schemas.openxmlformats.org/drawingml/2006/main">
            <a:off x="4297680" y="1554480"/>
            <a:ext cx="3474720" cy="1645920"/>
          </a:xfrm>
          <a:prstGeom xmlns:a="http://schemas.openxmlformats.org/drawingml/2006/main" prst="roundRect">
            <a:avLst/>
          </a:prstGeom>
          <a:solidFill xmlns:a="http://schemas.openxmlformats.org/drawingml/2006/main">
            <a:srgbClr val="A050FF">
              <a:alpha val="8000"/>
            </a:srgbClr>
          </a:solidFill>
          <a:ln xmlns:a="http://schemas.openxmlformats.org/drawingml/2006/main" w="19050">
            <a:solidFill>
              <a:srgbClr val="A050FF"/>
            </a:solidFill>
          </a:ln>
          <a:effectLst xmlns:a="http://schemas.openxmlformats.org/drawingml/2006/main">
            <a:glow rad="76200">
              <a:srgbClr val="A050FF">
                <a:alpha val="35000"/>
              </a:srgbClr>
            </a:glow>
          </a:effectLst>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wrap="square" anchor="ctr"/>
          <a:lstStyle xmlns:a="http://schemas.openxmlformats.org/drawingml/2006/main"/>
          <a:p xmlns:a="http://schemas.openxmlformats.org/drawingml/2006/main">
            <a:pPr algn="ctr">
              <a:spcBef>
                <a:spcPts val="800"/>
              </a:spcBef>
              <a:buNone/>
              <a:defRPr sz="2200" b="1">
                <a:solidFill>
                  <a:srgbClr val="FFFFFF"/>
                </a:solidFill>
                <a:latin typeface="Segoe UI"/>
                <a:ea typeface="Segoe UI"/>
                <a:cs typeface="Segoe UI"/>
              </a:defRPr>
            </a:pPr>
            <a:r>
              <a:t>Find the values</a:t>
            </a:r>
          </a:p>
        </p:txBody>
      </p:sp>
      <p:sp>
        <p:nvSpPr>
          <p:cNvPr id="9" name="Rounded Rectangle 8">
            <a:extLst xmlns:a="http://schemas.openxmlformats.org/drawingml/2006/main">
              <a:ext uri="{FF2B5EF4-FFF2-40B4-BE49-F238E27FC236}">
                <a16:creationId xmlns:a16="http://schemas.microsoft.com/office/drawing/2014/main" id="{E97F4477-5A66-4F6F-9F75-207C2E38C7A5}"/>
              </a:ext>
            </a:extLst>
          </p:cNvPr>
          <p:cNvSpPr>
            <a:spLocks xmlns:a="http://schemas.openxmlformats.org/drawingml/2006/main" noGrp="1"/>
          </p:cNvSpPr>
          <p:nvPr/>
        </p:nvSpPr>
        <p:spPr>
          <a:xfrm xmlns:a="http://schemas.openxmlformats.org/drawingml/2006/main">
            <a:off x="8138160" y="1554480"/>
            <a:ext cx="3474720" cy="1645920"/>
          </a:xfrm>
          <a:prstGeom xmlns:a="http://schemas.openxmlformats.org/drawingml/2006/main" prst="roundRect">
            <a:avLst/>
          </a:prstGeom>
          <a:solidFill xmlns:a="http://schemas.openxmlformats.org/drawingml/2006/main">
            <a:srgbClr val="00FF8C">
              <a:alpha val="8000"/>
            </a:srgbClr>
          </a:solidFill>
          <a:ln xmlns:a="http://schemas.openxmlformats.org/drawingml/2006/main" w="19050">
            <a:solidFill>
              <a:srgbClr val="00FF8C"/>
            </a:solidFill>
          </a:ln>
          <a:effectLst xmlns:a="http://schemas.openxmlformats.org/drawingml/2006/main">
            <a:glow rad="76200">
              <a:srgbClr val="00FF8C">
                <a:alpha val="35000"/>
              </a:srgbClr>
            </a:glow>
          </a:effectLst>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wrap="square" anchor="ctr"/>
          <a:lstStyle xmlns:a="http://schemas.openxmlformats.org/drawingml/2006/main"/>
          <a:p xmlns:a="http://schemas.openxmlformats.org/drawingml/2006/main">
            <a:pPr algn="ctr">
              <a:spcBef>
                <a:spcPts val="800"/>
              </a:spcBef>
              <a:buNone/>
              <a:defRPr sz="2200" b="1">
                <a:solidFill>
                  <a:srgbClr val="FFFFFF"/>
                </a:solidFill>
                <a:latin typeface="Segoe UI"/>
                <a:ea typeface="Segoe UI"/>
                <a:cs typeface="Segoe UI"/>
              </a:defRPr>
            </a:pPr>
            <a:r>
              <a:t>Do the math</a:t>
            </a:r>
          </a:p>
        </p:txBody>
      </p:sp>
      <p:sp>
        <p:nvSpPr>
          <p:cNvPr id="10" name="Rounded Rectangle 9">
            <a:extLst xmlns:a="http://schemas.openxmlformats.org/drawingml/2006/main">
              <a:ext uri="{FF2B5EF4-FFF2-40B4-BE49-F238E27FC236}">
                <a16:creationId xmlns:a16="http://schemas.microsoft.com/office/drawing/2014/main" id="{67493865-F97F-496F-AA1D-75D51989C3CD}"/>
              </a:ext>
            </a:extLst>
          </p:cNvPr>
          <p:cNvSpPr>
            <a:spLocks xmlns:a="http://schemas.openxmlformats.org/drawingml/2006/main" noGrp="1"/>
          </p:cNvSpPr>
          <p:nvPr/>
        </p:nvSpPr>
        <p:spPr>
          <a:xfrm xmlns:a="http://schemas.openxmlformats.org/drawingml/2006/main">
            <a:off x="457200" y="3566160"/>
            <a:ext cx="3474720" cy="1645920"/>
          </a:xfrm>
          <a:prstGeom xmlns:a="http://schemas.openxmlformats.org/drawingml/2006/main" prst="roundRect">
            <a:avLst/>
          </a:prstGeom>
          <a:gradFill xmlns:a="http://schemas.openxmlformats.org/drawingml/2006/main" rotWithShape="1">
            <a:gsLst>
              <a:gs pos="0">
                <a:srgbClr val="1EA0B4"/>
              </a:gs>
              <a:gs pos="100000">
                <a:srgbClr val="643CAA"/>
              </a:gs>
            </a:gsLst>
            <a:lin ang="16200000" scaled="1"/>
          </a:gradFill>
          <a:ln xmlns:a="http://schemas.openxmlformats.org/drawingml/2006/main">
            <a:noFill/>
          </a:ln>
          <a:effectLst xmlns:a="http://schemas.openxmlformats.org/drawingml/2006/main">
            <a:glow rad="101600">
              <a:srgbClr val="00F0FF">
                <a:alpha val="40000"/>
              </a:srgbClr>
            </a:glow>
            <a:outerShdw blurRad="76200" dist="0" dir="0" rotWithShape="0">
              <a:srgbClr val="000000">
                <a:alpha val="30000"/>
              </a:srgbClr>
            </a:outerShdw>
          </a:effectLst>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wrap="square" anchor="ctr"/>
          <a:lstStyle xmlns:a="http://schemas.openxmlformats.org/drawingml/2006/main"/>
          <a:p xmlns:a="http://schemas.openxmlformats.org/drawingml/2006/main">
            <a:pPr algn="ctr">
              <a:spcBef>
                <a:spcPts val="800"/>
              </a:spcBef>
              <a:buNone/>
              <a:defRPr sz="2000" b="1">
                <a:solidFill>
                  <a:srgbClr val="FFFFFF"/>
                </a:solidFill>
                <a:latin typeface="Segoe UI"/>
                <a:ea typeface="Segoe UI"/>
                <a:cs typeface="Segoe UI"/>
              </a:defRPr>
            </a:pPr>
            <a:r>
              <a:t>Check booleans</a:t>
            </a:r>
          </a:p>
        </p:txBody>
      </p:sp>
      <p:sp>
        <p:nvSpPr>
          <p:cNvPr id="11" name="Rounded Rectangle 10">
            <a:extLst xmlns:a="http://schemas.openxmlformats.org/drawingml/2006/main">
              <a:ext uri="{FF2B5EF4-FFF2-40B4-BE49-F238E27FC236}">
                <a16:creationId xmlns:a16="http://schemas.microsoft.com/office/drawing/2014/main" id="{BF182807-9500-4C29-9F38-5C31D163F49F}"/>
              </a:ext>
            </a:extLst>
          </p:cNvPr>
          <p:cNvSpPr>
            <a:spLocks xmlns:a="http://schemas.openxmlformats.org/drawingml/2006/main" noGrp="1"/>
          </p:cNvSpPr>
          <p:nvPr/>
        </p:nvSpPr>
        <p:spPr>
          <a:xfrm xmlns:a="http://schemas.openxmlformats.org/drawingml/2006/main">
            <a:off x="4297680" y="3566160"/>
            <a:ext cx="3474720" cy="1645920"/>
          </a:xfrm>
          <a:prstGeom xmlns:a="http://schemas.openxmlformats.org/drawingml/2006/main" prst="roundRect">
            <a:avLst/>
          </a:prstGeom>
          <a:gradFill xmlns:a="http://schemas.openxmlformats.org/drawingml/2006/main" rotWithShape="1">
            <a:gsLst>
              <a:gs pos="0">
                <a:srgbClr val="1EA064"/>
              </a:gs>
              <a:gs pos="100000">
                <a:srgbClr val="1EA0B4"/>
              </a:gs>
            </a:gsLst>
            <a:lin ang="16200000" scaled="1"/>
          </a:gradFill>
          <a:ln xmlns:a="http://schemas.openxmlformats.org/drawingml/2006/main">
            <a:noFill/>
          </a:ln>
          <a:effectLst xmlns:a="http://schemas.openxmlformats.org/drawingml/2006/main">
            <a:glow rad="101600">
              <a:srgbClr val="00FF8C">
                <a:alpha val="40000"/>
              </a:srgbClr>
            </a:glow>
            <a:outerShdw blurRad="76200" dist="0" dir="0" rotWithShape="0">
              <a:srgbClr val="000000">
                <a:alpha val="30000"/>
              </a:srgbClr>
            </a:outerShdw>
          </a:effectLst>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wrap="square" anchor="ctr"/>
          <a:lstStyle xmlns:a="http://schemas.openxmlformats.org/drawingml/2006/main"/>
          <a:p xmlns:a="http://schemas.openxmlformats.org/drawingml/2006/main">
            <a:pPr algn="ctr">
              <a:spcBef>
                <a:spcPts val="800"/>
              </a:spcBef>
              <a:buNone/>
              <a:defRPr sz="2000" b="1">
                <a:solidFill>
                  <a:srgbClr val="FFFFFF"/>
                </a:solidFill>
                <a:latin typeface="Segoe UI"/>
                <a:ea typeface="Segoe UI"/>
                <a:cs typeface="Segoe UI"/>
              </a:defRPr>
            </a:pPr>
            <a:r>
              <a:t>Choose a branch</a:t>
            </a:r>
          </a:p>
        </p:txBody>
      </p:sp>
      <p:sp>
        <p:nvSpPr>
          <p:cNvPr id="12" name="Rounded Rectangle 11">
            <a:extLst xmlns:a="http://schemas.openxmlformats.org/drawingml/2006/main">
              <a:ext uri="{FF2B5EF4-FFF2-40B4-BE49-F238E27FC236}">
                <a16:creationId xmlns:a16="http://schemas.microsoft.com/office/drawing/2014/main" id="{72F4F3D6-68CF-4451-A470-10385F65B077}"/>
              </a:ext>
            </a:extLst>
          </p:cNvPr>
          <p:cNvSpPr>
            <a:spLocks xmlns:a="http://schemas.openxmlformats.org/drawingml/2006/main" noGrp="1"/>
          </p:cNvSpPr>
          <p:nvPr/>
        </p:nvSpPr>
        <p:spPr>
          <a:xfrm xmlns:a="http://schemas.openxmlformats.org/drawingml/2006/main">
            <a:off x="8138160" y="3566160"/>
            <a:ext cx="3474720" cy="1645920"/>
          </a:xfrm>
          <a:prstGeom xmlns:a="http://schemas.openxmlformats.org/drawingml/2006/main" prst="roundRect">
            <a:avLst/>
          </a:prstGeom>
          <a:gradFill xmlns:a="http://schemas.openxmlformats.org/drawingml/2006/main" rotWithShape="1">
            <a:gsLst>
              <a:gs pos="0">
                <a:srgbClr val="C87814"/>
              </a:gs>
              <a:gs pos="100000">
                <a:srgbClr val="AA3282"/>
              </a:gs>
            </a:gsLst>
            <a:lin ang="16200000" scaled="1"/>
          </a:gradFill>
          <a:ln xmlns:a="http://schemas.openxmlformats.org/drawingml/2006/main">
            <a:noFill/>
          </a:ln>
          <a:effectLst xmlns:a="http://schemas.openxmlformats.org/drawingml/2006/main">
            <a:glow rad="101600">
              <a:srgbClr val="FFA014">
                <a:alpha val="40000"/>
              </a:srgbClr>
            </a:glow>
            <a:outerShdw blurRad="76200" dist="0" dir="0" rotWithShape="0">
              <a:srgbClr val="000000">
                <a:alpha val="30000"/>
              </a:srgbClr>
            </a:outerShdw>
          </a:effectLst>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wrap="square" anchor="ctr"/>
          <a:lstStyle xmlns:a="http://schemas.openxmlformats.org/drawingml/2006/main"/>
          <a:p xmlns:a="http://schemas.openxmlformats.org/drawingml/2006/main">
            <a:pPr algn="ctr">
              <a:spcBef>
                <a:spcPts val="800"/>
              </a:spcBef>
              <a:buNone/>
              <a:defRPr sz="2000" b="1">
                <a:solidFill>
                  <a:srgbClr val="FFFFFF"/>
                </a:solidFill>
                <a:latin typeface="Segoe UI"/>
                <a:ea typeface="Segoe UI"/>
                <a:cs typeface="Segoe UI"/>
              </a:defRPr>
            </a:pPr>
            <a:r>
              <a:t>Then click Run</a:t>
            </a:r>
          </a:p>
        </p:txBody>
      </p:sp>
      <p:sp>
        <p:nvSpPr>
          <p:cNvPr id="13" name="Rounded Rectangle 12">
            <a:extLst xmlns:a="http://schemas.openxmlformats.org/drawingml/2006/main">
              <a:ext uri="{FF2B5EF4-FFF2-40B4-BE49-F238E27FC236}">
                <a16:creationId xmlns:a16="http://schemas.microsoft.com/office/drawing/2014/main" id="{2F1DE482-8A82-4220-AB9E-7E375F4AC58A}"/>
              </a:ext>
            </a:extLst>
          </p:cNvPr>
          <p:cNvSpPr>
            <a:spLocks xmlns:a="http://schemas.openxmlformats.org/drawingml/2006/main" noGrp="1"/>
          </p:cNvSpPr>
          <p:nvPr/>
        </p:nvSpPr>
        <p:spPr>
          <a:xfrm xmlns:a="http://schemas.openxmlformats.org/drawingml/2006/main">
            <a:off x="457200" y="5943600"/>
            <a:ext cx="11274552" cy="640080"/>
          </a:xfrm>
          <a:prstGeom xmlns:a="http://schemas.openxmlformats.org/drawingml/2006/main" prst="roundRect">
            <a:avLst/>
          </a:prstGeom>
          <a:solidFill xmlns:a="http://schemas.openxmlformats.org/drawingml/2006/main">
            <a:srgbClr val="00F0FF">
              <a:alpha val="10000"/>
            </a:srgbClr>
          </a:solidFill>
          <a:ln xmlns:a="http://schemas.openxmlformats.org/drawingml/2006/main" w="19050">
            <a:solidFill>
              <a:srgbClr val="00F0FF"/>
            </a:solidFill>
          </a:ln>
          <a:effectLst xmlns:a="http://schemas.openxmlformats.org/drawingml/2006/main">
            <a:glow rad="76200">
              <a:srgbClr val="00F0FF">
                <a:alpha val="35000"/>
              </a:srgbClr>
            </a:glow>
          </a:effectLst>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wrap="square" anchor="ctr"/>
          <a:lstStyle xmlns:a="http://schemas.openxmlformats.org/drawingml/2006/main"/>
          <a:p xmlns:a="http://schemas.openxmlformats.org/drawingml/2006/main">
            <a:pPr algn="ctr">
              <a:spcBef>
                <a:spcPts val="800"/>
              </a:spcBef>
              <a:buNone/>
              <a:defRPr sz="1600" b="1">
                <a:solidFill>
                  <a:srgbClr val="FFFFFF"/>
                </a:solidFill>
                <a:latin typeface="Segoe UI"/>
                <a:ea typeface="Segoe UI"/>
                <a:cs typeface="Segoe UI"/>
              </a:defRPr>
            </a:pPr>
            <a:r>
              <a:t>Predict → Run → Compare → Explain</a:t>
            </a:r>
          </a:p>
        </p:txBody>
      </p:sp>
    </p:spTree>
    <p:extLst>
      <p:ext uri="{BB962C8B-B14F-4D97-AF65-F5344CB8AC3E}">
        <p14:creationId xmlns:p14="http://schemas.microsoft.com/office/powerpoint/2010/main" val="731603439"/>
      </p:ext>
    </p:extLst>
  </p:cSld>
</p:sld>
</file>

<file path=ppt/slides/slide6.xml><?xml version="1.0" encoding="utf-8"?>
<p:sld xmlns:p="http://schemas.openxmlformats.org/presentationml/2006/main">
  <p:cSld>
    <p:spTree>
      <p:nvGrpSpPr>
        <p:cNvPr id="1" name=""/>
        <p:cNvGrpSpPr/>
        <p:nvPr/>
      </p:nvGrpSpPr>
      <p:grpSpPr>
        <a:xfrm xmlns:a="http://schemas.openxmlformats.org/drawingml/2006/main"/>
      </p:grpSpPr>
      <p:sp>
        <p:nvSpPr>
          <p:cNvPr id="2" name="Rectangle 1">
            <a:extLst xmlns:a="http://schemas.openxmlformats.org/drawingml/2006/main">
              <a:ext uri="{FF2B5EF4-FFF2-40B4-BE49-F238E27FC236}">
                <a16:creationId xmlns:a16="http://schemas.microsoft.com/office/drawing/2014/main" id="{8C5A3730-9128-4156-AD55-2E742CA1BB21}"/>
              </a:ext>
            </a:extLst>
          </p:cNvPr>
          <p:cNvSpPr>
            <a:spLocks xmlns:a="http://schemas.openxmlformats.org/drawingml/2006/main" noGrp="1"/>
          </p:cNvSpPr>
          <p:nvPr/>
        </p:nvSpPr>
        <p:spPr>
          <a:xfrm xmlns:a="http://schemas.openxmlformats.org/drawingml/2006/main">
            <a:off x="0" y="0"/>
            <a:ext cx="12188952" cy="6858000"/>
          </a:xfrm>
          <a:prstGeom xmlns:a="http://schemas.openxmlformats.org/drawingml/2006/main" prst="rect">
            <a:avLst/>
          </a:prstGeom>
          <a:gradFill xmlns:a="http://schemas.openxmlformats.org/drawingml/2006/main" rotWithShape="1">
            <a:gsLst>
              <a:gs pos="0">
                <a:srgbClr val="080C18"/>
              </a:gs>
              <a:gs pos="100000">
                <a:srgbClr val="0C1224"/>
              </a:gs>
            </a:gsLst>
            <a:lin ang="16200000" scaled="1"/>
          </a:gra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Rectangle 2">
            <a:extLst xmlns:a="http://schemas.openxmlformats.org/drawingml/2006/main">
              <a:ext uri="{FF2B5EF4-FFF2-40B4-BE49-F238E27FC236}">
                <a16:creationId xmlns:a16="http://schemas.microsoft.com/office/drawing/2014/main" id="{4F8297AF-BC8D-41FC-8584-766AA467A89C}"/>
              </a:ext>
            </a:extLst>
          </p:cNvPr>
          <p:cNvSpPr>
            <a:spLocks xmlns:a="http://schemas.openxmlformats.org/drawingml/2006/main" noGrp="1"/>
          </p:cNvSpPr>
          <p:nvPr/>
        </p:nvSpPr>
        <p:spPr>
          <a:xfrm xmlns:a="http://schemas.openxmlformats.org/drawingml/2006/main">
            <a:off x="0" y="0"/>
            <a:ext cx="12188952" cy="1188720"/>
          </a:xfrm>
          <a:prstGeom xmlns:a="http://schemas.openxmlformats.org/drawingml/2006/main" prst="rect">
            <a:avLst/>
          </a:prstGeom>
          <a:gradFill xmlns:a="http://schemas.openxmlformats.org/drawingml/2006/main" rotWithShape="1">
            <a:gsLst>
              <a:gs pos="0">
                <a:srgbClr val="080C18"/>
              </a:gs>
              <a:gs pos="100000">
                <a:srgbClr val="0F1932"/>
              </a:gs>
            </a:gsLst>
            <a:lin ang="0" scaled="1"/>
          </a:gra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 name="Rectangle 3">
            <a:extLst xmlns:a="http://schemas.openxmlformats.org/drawingml/2006/main">
              <a:ext uri="{FF2B5EF4-FFF2-40B4-BE49-F238E27FC236}">
                <a16:creationId xmlns:a16="http://schemas.microsoft.com/office/drawing/2014/main" id="{1605E291-2F7A-4319-A1C7-F25E5D140C8D}"/>
              </a:ext>
            </a:extLst>
          </p:cNvPr>
          <p:cNvSpPr>
            <a:spLocks xmlns:a="http://schemas.openxmlformats.org/drawingml/2006/main" noGrp="1"/>
          </p:cNvSpPr>
          <p:nvPr/>
        </p:nvSpPr>
        <p:spPr>
          <a:xfrm xmlns:a="http://schemas.openxmlformats.org/drawingml/2006/main">
            <a:off x="0" y="1188720"/>
            <a:ext cx="12188952" cy="36576"/>
          </a:xfrm>
          <a:prstGeom xmlns:a="http://schemas.openxmlformats.org/drawingml/2006/main" prst="rect">
            <a:avLst/>
          </a:prstGeom>
          <a:solidFill xmlns:a="http://schemas.openxmlformats.org/drawingml/2006/main">
            <a:srgbClr val="00F0FF"/>
          </a:solidFill>
          <a:ln xmlns:a="http://schemas.openxmlformats.org/drawingml/2006/main">
            <a:noFill/>
          </a:ln>
          <a:effectLst xmlns:a="http://schemas.openxmlformats.org/drawingml/2006/main">
            <a:glow rad="76200">
              <a:srgbClr val="00F0FF">
                <a:alpha val="30000"/>
              </a:srgbClr>
            </a:glow>
          </a:effectLst>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5" name="TextBox 4">
            <a:extLst xmlns:a="http://schemas.openxmlformats.org/drawingml/2006/main">
              <a:ext uri="{FF2B5EF4-FFF2-40B4-BE49-F238E27FC236}">
                <a16:creationId xmlns:a16="http://schemas.microsoft.com/office/drawing/2014/main" id="{C65439A8-2883-41F0-9FD0-CF5E3D688206}"/>
              </a:ext>
            </a:extLst>
          </p:cNvPr>
          <p:cNvSpPr>
            <a:spLocks xmlns:a="http://schemas.openxmlformats.org/drawingml/2006/main" noGrp="1"/>
          </p:cNvSpPr>
          <p:nvPr/>
        </p:nvSpPr>
        <p:spPr>
          <a:xfrm xmlns:a="http://schemas.openxmlformats.org/drawingml/2006/main">
            <a:off x="548640" y="256032"/>
            <a:ext cx="11091672" cy="64008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defRPr sz="3400" b="1">
                <a:solidFill>
                  <a:srgbClr val="FFFFFF"/>
                </a:solidFill>
                <a:latin typeface="Segoe UI Semibold"/>
                <a:ea typeface="Segoe UI Semibold"/>
                <a:cs typeface="Segoe UI Semibold"/>
              </a:defRPr>
            </a:pPr>
            <a:r>
              <a:t>Quick recap challenge</a:t>
            </a:r>
          </a:p>
        </p:txBody>
      </p:sp>
      <p:sp>
        <p:nvSpPr>
          <p:cNvPr id="6" name="TextBox 5">
            <a:extLst xmlns:a="http://schemas.openxmlformats.org/drawingml/2006/main">
              <a:ext uri="{FF2B5EF4-FFF2-40B4-BE49-F238E27FC236}">
                <a16:creationId xmlns:a16="http://schemas.microsoft.com/office/drawing/2014/main" id="{44BBA9E3-C937-4F4D-8380-F33350362FC5}"/>
              </a:ext>
            </a:extLst>
          </p:cNvPr>
          <p:cNvSpPr>
            <a:spLocks xmlns:a="http://schemas.openxmlformats.org/drawingml/2006/main" noGrp="1"/>
          </p:cNvSpPr>
          <p:nvPr/>
        </p:nvSpPr>
        <p:spPr>
          <a:xfrm xmlns:a="http://schemas.openxmlformats.org/drawingml/2006/main">
            <a:off x="548640" y="804672"/>
            <a:ext cx="11091672" cy="36576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defRPr sz="1500" b="0">
                <a:solidFill>
                  <a:srgbClr val="00F0FF"/>
                </a:solidFill>
                <a:latin typeface="Segoe UI"/>
                <a:ea typeface="Segoe UI"/>
                <a:cs typeface="Segoe UI"/>
              </a:defRPr>
            </a:pPr>
            <a:r>
              <a:t>Predict each output before the Playground runs</a:t>
            </a:r>
          </a:p>
        </p:txBody>
      </p:sp>
      <p:sp>
        <p:nvSpPr>
          <p:cNvPr id="7" name="Rounded Rectangle 6">
            <a:extLst xmlns:a="http://schemas.openxmlformats.org/drawingml/2006/main">
              <a:ext uri="{FF2B5EF4-FFF2-40B4-BE49-F238E27FC236}">
                <a16:creationId xmlns:a16="http://schemas.microsoft.com/office/drawing/2014/main" id="{3118AEC6-B5B6-4336-8C65-DB6E3AA66501}"/>
              </a:ext>
            </a:extLst>
          </p:cNvPr>
          <p:cNvSpPr>
            <a:spLocks xmlns:a="http://schemas.openxmlformats.org/drawingml/2006/main" noGrp="1"/>
          </p:cNvSpPr>
          <p:nvPr/>
        </p:nvSpPr>
        <p:spPr>
          <a:xfrm xmlns:a="http://schemas.openxmlformats.org/drawingml/2006/main">
            <a:off x="365760" y="1508760"/>
            <a:ext cx="5577840" cy="2103120"/>
          </a:xfrm>
          <a:prstGeom xmlns:a="http://schemas.openxmlformats.org/drawingml/2006/main" prst="roundRect">
            <a:avLst/>
          </a:prstGeom>
          <a:solidFill xmlns:a="http://schemas.openxmlformats.org/drawingml/2006/main">
            <a:srgbClr val="121A32">
              <a:alpha val="70000"/>
            </a:srgbClr>
          </a:solidFill>
          <a:ln xmlns:a="http://schemas.openxmlformats.org/drawingml/2006/main" w="12700">
            <a:noFill/>
          </a:ln>
          <a:effectLst xmlns:a="http://schemas.openxmlformats.org/drawingml/2006/main">
            <a:outerShdw blurRad="127000" dist="50800" dir="8100000" rotWithShape="0">
              <a:srgbClr val="000000">
                <a:alpha val="40000"/>
              </a:srgbClr>
            </a:outerShdw>
          </a:effectLst>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8" name="Rectangle 7">
            <a:extLst xmlns:a="http://schemas.openxmlformats.org/drawingml/2006/main">
              <a:ext uri="{FF2B5EF4-FFF2-40B4-BE49-F238E27FC236}">
                <a16:creationId xmlns:a16="http://schemas.microsoft.com/office/drawing/2014/main" id="{8EC162AB-2051-4A04-9117-66CD75AC9613}"/>
              </a:ext>
            </a:extLst>
          </p:cNvPr>
          <p:cNvSpPr>
            <a:spLocks xmlns:a="http://schemas.openxmlformats.org/drawingml/2006/main" noGrp="1"/>
          </p:cNvSpPr>
          <p:nvPr/>
        </p:nvSpPr>
        <p:spPr>
          <a:xfrm xmlns:a="http://schemas.openxmlformats.org/drawingml/2006/main">
            <a:off x="384048" y="1527048"/>
            <a:ext cx="5541264" cy="54864"/>
          </a:xfrm>
          <a:prstGeom xmlns:a="http://schemas.openxmlformats.org/drawingml/2006/main" prst="rect">
            <a:avLst/>
          </a:prstGeom>
          <a:solidFill xmlns:a="http://schemas.openxmlformats.org/drawingml/2006/main">
            <a:srgbClr val="00F0FF"/>
          </a:solidFill>
          <a:ln xmlns:a="http://schemas.openxmlformats.org/drawingml/2006/main">
            <a:noFill/>
          </a:ln>
          <a:effectLst xmlns:a="http://schemas.openxmlformats.org/drawingml/2006/main">
            <a:glow rad="50800">
              <a:srgbClr val="00F0FF">
                <a:alpha val="40000"/>
              </a:srgbClr>
            </a:glow>
          </a:effectLst>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9" name="TextBox 8">
            <a:extLst xmlns:a="http://schemas.openxmlformats.org/drawingml/2006/main">
              <a:ext uri="{FF2B5EF4-FFF2-40B4-BE49-F238E27FC236}">
                <a16:creationId xmlns:a16="http://schemas.microsoft.com/office/drawing/2014/main" id="{DE576467-E6E6-4423-881E-BC79F724B6DF}"/>
              </a:ext>
            </a:extLst>
          </p:cNvPr>
          <p:cNvSpPr>
            <a:spLocks xmlns:a="http://schemas.openxmlformats.org/drawingml/2006/main" noGrp="1"/>
          </p:cNvSpPr>
          <p:nvPr/>
        </p:nvSpPr>
        <p:spPr>
          <a:xfrm xmlns:a="http://schemas.openxmlformats.org/drawingml/2006/main">
            <a:off x="548640" y="1673352"/>
            <a:ext cx="5212080" cy="36576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defRPr sz="1600" b="1">
                <a:solidFill>
                  <a:srgbClr val="00F0FF"/>
                </a:solidFill>
                <a:latin typeface="Segoe UI"/>
                <a:ea typeface="Segoe UI"/>
                <a:cs typeface="Segoe UI"/>
              </a:defRPr>
            </a:pPr>
            <a:r>
              <a:t>TEXT</a:t>
            </a:r>
          </a:p>
        </p:txBody>
      </p:sp>
      <p:sp>
        <p:nvSpPr>
          <p:cNvPr id="10" name="TextBox 9">
            <a:extLst xmlns:a="http://schemas.openxmlformats.org/drawingml/2006/main">
              <a:ext uri="{FF2B5EF4-FFF2-40B4-BE49-F238E27FC236}">
                <a16:creationId xmlns:a16="http://schemas.microsoft.com/office/drawing/2014/main" id="{A76E4C09-6D88-4C3F-B943-1EC7560B1A51}"/>
              </a:ext>
            </a:extLst>
          </p:cNvPr>
          <p:cNvSpPr>
            <a:spLocks xmlns:a="http://schemas.openxmlformats.org/drawingml/2006/main" noGrp="1"/>
          </p:cNvSpPr>
          <p:nvPr/>
        </p:nvSpPr>
        <p:spPr>
          <a:xfrm xmlns:a="http://schemas.openxmlformats.org/drawingml/2006/main">
            <a:off x="548640" y="2057400"/>
            <a:ext cx="5212080" cy="27432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defRPr sz="1200" b="0">
                <a:solidFill>
                  <a:srgbClr val="E6EBF5"/>
                </a:solidFill>
                <a:latin typeface="Segoe UI"/>
                <a:ea typeface="Segoe UI"/>
                <a:cs typeface="Segoe UI"/>
              </a:defRPr>
            </a:pPr>
            <a:r>
              <a:t>const hero: string =</a:t>
            </a:r>
          </a:p>
        </p:txBody>
      </p:sp>
      <p:sp>
        <p:nvSpPr>
          <p:cNvPr id="11" name="TextBox 10">
            <a:extLst xmlns:a="http://schemas.openxmlformats.org/drawingml/2006/main">
              <a:ext uri="{FF2B5EF4-FFF2-40B4-BE49-F238E27FC236}">
                <a16:creationId xmlns:a16="http://schemas.microsoft.com/office/drawing/2014/main" id="{6EA13D38-78B0-46D4-BF7E-862ADB7C90BA}"/>
              </a:ext>
            </a:extLst>
          </p:cNvPr>
          <p:cNvSpPr>
            <a:spLocks xmlns:a="http://schemas.openxmlformats.org/drawingml/2006/main" noGrp="1"/>
          </p:cNvSpPr>
          <p:nvPr/>
        </p:nvSpPr>
        <p:spPr>
          <a:xfrm xmlns:a="http://schemas.openxmlformats.org/drawingml/2006/main">
            <a:off x="548640" y="2313432"/>
            <a:ext cx="5212080" cy="27432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defRPr sz="1200" b="0">
                <a:solidFill>
                  <a:srgbClr val="E6EBF5"/>
                </a:solidFill>
                <a:latin typeface="Segoe UI"/>
                <a:ea typeface="Segoe UI"/>
                <a:cs typeface="Segoe UI"/>
              </a:defRPr>
            </a:pPr>
            <a:r>
              <a:t>"Pixel";</a:t>
            </a:r>
          </a:p>
        </p:txBody>
      </p:sp>
      <p:sp>
        <p:nvSpPr>
          <p:cNvPr id="12" name="TextBox 11">
            <a:extLst xmlns:a="http://schemas.openxmlformats.org/drawingml/2006/main">
              <a:ext uri="{FF2B5EF4-FFF2-40B4-BE49-F238E27FC236}">
                <a16:creationId xmlns:a16="http://schemas.microsoft.com/office/drawing/2014/main" id="{E9013996-892C-4DE8-A47F-E3FFE5C300C3}"/>
              </a:ext>
            </a:extLst>
          </p:cNvPr>
          <p:cNvSpPr>
            <a:spLocks xmlns:a="http://schemas.openxmlformats.org/drawingml/2006/main" noGrp="1"/>
          </p:cNvSpPr>
          <p:nvPr/>
        </p:nvSpPr>
        <p:spPr>
          <a:xfrm xmlns:a="http://schemas.openxmlformats.org/drawingml/2006/main">
            <a:off x="548640" y="2569464"/>
            <a:ext cx="5212080" cy="27432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defRPr sz="1200" b="0">
                <a:solidFill>
                  <a:srgbClr val="E6EBF5"/>
                </a:solidFill>
                <a:latin typeface="Segoe UI"/>
                <a:ea typeface="Segoe UI"/>
                <a:cs typeface="Segoe UI"/>
              </a:defRPr>
            </a:pPr>
            <a:r>
              <a:t>What prints?</a:t>
            </a:r>
          </a:p>
        </p:txBody>
      </p:sp>
      <p:sp>
        <p:nvSpPr>
          <p:cNvPr id="13" name="Rounded Rectangle 12">
            <a:extLst xmlns:a="http://schemas.openxmlformats.org/drawingml/2006/main">
              <a:ext uri="{FF2B5EF4-FFF2-40B4-BE49-F238E27FC236}">
                <a16:creationId xmlns:a16="http://schemas.microsoft.com/office/drawing/2014/main" id="{F0362A3A-4667-4029-AD23-E698126B98B0}"/>
              </a:ext>
            </a:extLst>
          </p:cNvPr>
          <p:cNvSpPr>
            <a:spLocks xmlns:a="http://schemas.openxmlformats.org/drawingml/2006/main" noGrp="1"/>
          </p:cNvSpPr>
          <p:nvPr/>
        </p:nvSpPr>
        <p:spPr>
          <a:xfrm xmlns:a="http://schemas.openxmlformats.org/drawingml/2006/main">
            <a:off x="6309360" y="1508760"/>
            <a:ext cx="5577840" cy="2103120"/>
          </a:xfrm>
          <a:prstGeom xmlns:a="http://schemas.openxmlformats.org/drawingml/2006/main" prst="roundRect">
            <a:avLst/>
          </a:prstGeom>
          <a:solidFill xmlns:a="http://schemas.openxmlformats.org/drawingml/2006/main">
            <a:srgbClr val="121A32">
              <a:alpha val="70000"/>
            </a:srgbClr>
          </a:solidFill>
          <a:ln xmlns:a="http://schemas.openxmlformats.org/drawingml/2006/main" w="12700">
            <a:noFill/>
          </a:ln>
          <a:effectLst xmlns:a="http://schemas.openxmlformats.org/drawingml/2006/main">
            <a:outerShdw blurRad="127000" dist="50800" dir="8100000" rotWithShape="0">
              <a:srgbClr val="000000">
                <a:alpha val="40000"/>
              </a:srgbClr>
            </a:outerShdw>
          </a:effectLst>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4" name="Rectangle 13">
            <a:extLst xmlns:a="http://schemas.openxmlformats.org/drawingml/2006/main">
              <a:ext uri="{FF2B5EF4-FFF2-40B4-BE49-F238E27FC236}">
                <a16:creationId xmlns:a16="http://schemas.microsoft.com/office/drawing/2014/main" id="{4640A243-0FC5-427E-96F8-103C41B217AB}"/>
              </a:ext>
            </a:extLst>
          </p:cNvPr>
          <p:cNvSpPr>
            <a:spLocks xmlns:a="http://schemas.openxmlformats.org/drawingml/2006/main" noGrp="1"/>
          </p:cNvSpPr>
          <p:nvPr/>
        </p:nvSpPr>
        <p:spPr>
          <a:xfrm xmlns:a="http://schemas.openxmlformats.org/drawingml/2006/main">
            <a:off x="6327648" y="1527048"/>
            <a:ext cx="5541264" cy="54864"/>
          </a:xfrm>
          <a:prstGeom xmlns:a="http://schemas.openxmlformats.org/drawingml/2006/main" prst="rect">
            <a:avLst/>
          </a:prstGeom>
          <a:solidFill xmlns:a="http://schemas.openxmlformats.org/drawingml/2006/main">
            <a:srgbClr val="00FF8C"/>
          </a:solidFill>
          <a:ln xmlns:a="http://schemas.openxmlformats.org/drawingml/2006/main">
            <a:noFill/>
          </a:ln>
          <a:effectLst xmlns:a="http://schemas.openxmlformats.org/drawingml/2006/main">
            <a:glow rad="50800">
              <a:srgbClr val="00FF8C">
                <a:alpha val="40000"/>
              </a:srgbClr>
            </a:glow>
          </a:effectLst>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5" name="TextBox 14">
            <a:extLst xmlns:a="http://schemas.openxmlformats.org/drawingml/2006/main">
              <a:ext uri="{FF2B5EF4-FFF2-40B4-BE49-F238E27FC236}">
                <a16:creationId xmlns:a16="http://schemas.microsoft.com/office/drawing/2014/main" id="{897D1B14-FD98-4146-ABB8-46010C32F573}"/>
              </a:ext>
            </a:extLst>
          </p:cNvPr>
          <p:cNvSpPr>
            <a:spLocks xmlns:a="http://schemas.openxmlformats.org/drawingml/2006/main" noGrp="1"/>
          </p:cNvSpPr>
          <p:nvPr/>
        </p:nvSpPr>
        <p:spPr>
          <a:xfrm xmlns:a="http://schemas.openxmlformats.org/drawingml/2006/main">
            <a:off x="6492240" y="1673352"/>
            <a:ext cx="5212080" cy="36576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defRPr sz="1600" b="1">
                <a:solidFill>
                  <a:srgbClr val="00FF8C"/>
                </a:solidFill>
                <a:latin typeface="Segoe UI"/>
                <a:ea typeface="Segoe UI"/>
                <a:cs typeface="Segoe UI"/>
              </a:defRPr>
            </a:pPr>
            <a:r>
              <a:t>NUMBER</a:t>
            </a:r>
          </a:p>
        </p:txBody>
      </p:sp>
      <p:sp>
        <p:nvSpPr>
          <p:cNvPr id="16" name="TextBox 15">
            <a:extLst xmlns:a="http://schemas.openxmlformats.org/drawingml/2006/main">
              <a:ext uri="{FF2B5EF4-FFF2-40B4-BE49-F238E27FC236}">
                <a16:creationId xmlns:a16="http://schemas.microsoft.com/office/drawing/2014/main" id="{2E975D0D-A7B5-4E91-8139-9B926E5047A0}"/>
              </a:ext>
            </a:extLst>
          </p:cNvPr>
          <p:cNvSpPr>
            <a:spLocks xmlns:a="http://schemas.openxmlformats.org/drawingml/2006/main" noGrp="1"/>
          </p:cNvSpPr>
          <p:nvPr/>
        </p:nvSpPr>
        <p:spPr>
          <a:xfrm xmlns:a="http://schemas.openxmlformats.org/drawingml/2006/main">
            <a:off x="6492240" y="2057400"/>
            <a:ext cx="5212080" cy="27432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defRPr sz="1200" b="0">
                <a:solidFill>
                  <a:srgbClr val="E6EBF5"/>
                </a:solidFill>
                <a:latin typeface="Segoe UI"/>
                <a:ea typeface="Segoe UI"/>
                <a:cs typeface="Segoe UI"/>
              </a:defRPr>
            </a:pPr>
            <a:r>
              <a:t>let energy = 40</a:t>
            </a:r>
          </a:p>
        </p:txBody>
      </p:sp>
      <p:sp>
        <p:nvSpPr>
          <p:cNvPr id="17" name="TextBox 16">
            <a:extLst xmlns:a="http://schemas.openxmlformats.org/drawingml/2006/main">
              <a:ext uri="{FF2B5EF4-FFF2-40B4-BE49-F238E27FC236}">
                <a16:creationId xmlns:a16="http://schemas.microsoft.com/office/drawing/2014/main" id="{B009920E-FBBA-43A3-902A-C425D22C4D40}"/>
              </a:ext>
            </a:extLst>
          </p:cNvPr>
          <p:cNvSpPr>
            <a:spLocks xmlns:a="http://schemas.openxmlformats.org/drawingml/2006/main" noGrp="1"/>
          </p:cNvSpPr>
          <p:nvPr/>
        </p:nvSpPr>
        <p:spPr>
          <a:xfrm xmlns:a="http://schemas.openxmlformats.org/drawingml/2006/main">
            <a:off x="6492240" y="2313432"/>
            <a:ext cx="5212080" cy="27432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defRPr sz="1200" b="0">
                <a:solidFill>
                  <a:srgbClr val="E6EBF5"/>
                </a:solidFill>
                <a:latin typeface="Segoe UI"/>
                <a:ea typeface="Segoe UI"/>
                <a:cs typeface="Segoe UI"/>
              </a:defRPr>
            </a:pPr>
            <a:r>
              <a:t>energy = energy + 15</a:t>
            </a:r>
          </a:p>
        </p:txBody>
      </p:sp>
      <p:sp>
        <p:nvSpPr>
          <p:cNvPr id="18" name="TextBox 17">
            <a:extLst xmlns:a="http://schemas.openxmlformats.org/drawingml/2006/main">
              <a:ext uri="{FF2B5EF4-FFF2-40B4-BE49-F238E27FC236}">
                <a16:creationId xmlns:a16="http://schemas.microsoft.com/office/drawing/2014/main" id="{988389EC-0F46-460B-879E-122152B5B69B}"/>
              </a:ext>
            </a:extLst>
          </p:cNvPr>
          <p:cNvSpPr>
            <a:spLocks xmlns:a="http://schemas.openxmlformats.org/drawingml/2006/main" noGrp="1"/>
          </p:cNvSpPr>
          <p:nvPr/>
        </p:nvSpPr>
        <p:spPr>
          <a:xfrm xmlns:a="http://schemas.openxmlformats.org/drawingml/2006/main">
            <a:off x="6492240" y="2569464"/>
            <a:ext cx="5212080" cy="27432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defRPr sz="1200" b="0">
                <a:solidFill>
                  <a:srgbClr val="E6EBF5"/>
                </a:solidFill>
                <a:latin typeface="Segoe UI"/>
                <a:ea typeface="Segoe UI"/>
                <a:cs typeface="Segoe UI"/>
              </a:defRPr>
            </a:pPr>
            <a:r>
              <a:t>What is energy now?</a:t>
            </a:r>
          </a:p>
        </p:txBody>
      </p:sp>
      <p:sp>
        <p:nvSpPr>
          <p:cNvPr id="19" name="Rounded Rectangle 18">
            <a:extLst xmlns:a="http://schemas.openxmlformats.org/drawingml/2006/main">
              <a:ext uri="{FF2B5EF4-FFF2-40B4-BE49-F238E27FC236}">
                <a16:creationId xmlns:a16="http://schemas.microsoft.com/office/drawing/2014/main" id="{D5560DDE-8F7B-4F22-8A87-73AA12DCA13F}"/>
              </a:ext>
            </a:extLst>
          </p:cNvPr>
          <p:cNvSpPr>
            <a:spLocks xmlns:a="http://schemas.openxmlformats.org/drawingml/2006/main" noGrp="1"/>
          </p:cNvSpPr>
          <p:nvPr/>
        </p:nvSpPr>
        <p:spPr>
          <a:xfrm xmlns:a="http://schemas.openxmlformats.org/drawingml/2006/main">
            <a:off x="365760" y="3931920"/>
            <a:ext cx="5577840" cy="2103120"/>
          </a:xfrm>
          <a:prstGeom xmlns:a="http://schemas.openxmlformats.org/drawingml/2006/main" prst="roundRect">
            <a:avLst/>
          </a:prstGeom>
          <a:solidFill xmlns:a="http://schemas.openxmlformats.org/drawingml/2006/main">
            <a:srgbClr val="121A32">
              <a:alpha val="70000"/>
            </a:srgbClr>
          </a:solidFill>
          <a:ln xmlns:a="http://schemas.openxmlformats.org/drawingml/2006/main" w="12700">
            <a:noFill/>
          </a:ln>
          <a:effectLst xmlns:a="http://schemas.openxmlformats.org/drawingml/2006/main">
            <a:outerShdw blurRad="127000" dist="50800" dir="8100000" rotWithShape="0">
              <a:srgbClr val="000000">
                <a:alpha val="40000"/>
              </a:srgbClr>
            </a:outerShdw>
          </a:effectLst>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20" name="Rectangle 19">
            <a:extLst xmlns:a="http://schemas.openxmlformats.org/drawingml/2006/main">
              <a:ext uri="{FF2B5EF4-FFF2-40B4-BE49-F238E27FC236}">
                <a16:creationId xmlns:a16="http://schemas.microsoft.com/office/drawing/2014/main" id="{C877E3A6-9811-4104-A391-543DD5CF1576}"/>
              </a:ext>
            </a:extLst>
          </p:cNvPr>
          <p:cNvSpPr>
            <a:spLocks xmlns:a="http://schemas.openxmlformats.org/drawingml/2006/main" noGrp="1"/>
          </p:cNvSpPr>
          <p:nvPr/>
        </p:nvSpPr>
        <p:spPr>
          <a:xfrm xmlns:a="http://schemas.openxmlformats.org/drawingml/2006/main">
            <a:off x="384048" y="3950208"/>
            <a:ext cx="5541264" cy="54864"/>
          </a:xfrm>
          <a:prstGeom xmlns:a="http://schemas.openxmlformats.org/drawingml/2006/main" prst="rect">
            <a:avLst/>
          </a:prstGeom>
          <a:solidFill xmlns:a="http://schemas.openxmlformats.org/drawingml/2006/main">
            <a:srgbClr val="A050FF"/>
          </a:solidFill>
          <a:ln xmlns:a="http://schemas.openxmlformats.org/drawingml/2006/main">
            <a:noFill/>
          </a:ln>
          <a:effectLst xmlns:a="http://schemas.openxmlformats.org/drawingml/2006/main">
            <a:glow rad="50800">
              <a:srgbClr val="A050FF">
                <a:alpha val="40000"/>
              </a:srgbClr>
            </a:glow>
          </a:effectLst>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21" name="TextBox 20">
            <a:extLst xmlns:a="http://schemas.openxmlformats.org/drawingml/2006/main">
              <a:ext uri="{FF2B5EF4-FFF2-40B4-BE49-F238E27FC236}">
                <a16:creationId xmlns:a16="http://schemas.microsoft.com/office/drawing/2014/main" id="{CC248041-DD86-4689-88BF-BCEF5545BB73}"/>
              </a:ext>
            </a:extLst>
          </p:cNvPr>
          <p:cNvSpPr>
            <a:spLocks xmlns:a="http://schemas.openxmlformats.org/drawingml/2006/main" noGrp="1"/>
          </p:cNvSpPr>
          <p:nvPr/>
        </p:nvSpPr>
        <p:spPr>
          <a:xfrm xmlns:a="http://schemas.openxmlformats.org/drawingml/2006/main">
            <a:off x="548640" y="4096512"/>
            <a:ext cx="5212080" cy="36576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defRPr sz="1600" b="1">
                <a:solidFill>
                  <a:srgbClr val="A050FF"/>
                </a:solidFill>
                <a:latin typeface="Segoe UI"/>
                <a:ea typeface="Segoe UI"/>
                <a:cs typeface="Segoe UI"/>
              </a:defRPr>
            </a:pPr>
            <a:r>
              <a:t>BOOLEAN</a:t>
            </a:r>
          </a:p>
        </p:txBody>
      </p:sp>
      <p:sp>
        <p:nvSpPr>
          <p:cNvPr id="22" name="TextBox 21">
            <a:extLst xmlns:a="http://schemas.openxmlformats.org/drawingml/2006/main">
              <a:ext uri="{FF2B5EF4-FFF2-40B4-BE49-F238E27FC236}">
                <a16:creationId xmlns:a16="http://schemas.microsoft.com/office/drawing/2014/main" id="{6647EE28-3DE4-4A93-897A-125BE9825CC9}"/>
              </a:ext>
            </a:extLst>
          </p:cNvPr>
          <p:cNvSpPr>
            <a:spLocks xmlns:a="http://schemas.openxmlformats.org/drawingml/2006/main" noGrp="1"/>
          </p:cNvSpPr>
          <p:nvPr/>
        </p:nvSpPr>
        <p:spPr>
          <a:xfrm xmlns:a="http://schemas.openxmlformats.org/drawingml/2006/main">
            <a:off x="548640" y="4480560"/>
            <a:ext cx="5212080" cy="27432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defRPr sz="1200" b="0">
                <a:solidFill>
                  <a:srgbClr val="E6EBF5"/>
                </a:solidFill>
                <a:latin typeface="Segoe UI"/>
                <a:ea typeface="Segoe UI"/>
                <a:cs typeface="Segoe UI"/>
              </a:defRPr>
            </a:pPr>
            <a:r>
              <a:t>energy &gt;= 50</a:t>
            </a:r>
          </a:p>
        </p:txBody>
      </p:sp>
      <p:sp>
        <p:nvSpPr>
          <p:cNvPr id="23" name="TextBox 22">
            <a:extLst xmlns:a="http://schemas.openxmlformats.org/drawingml/2006/main">
              <a:ext uri="{FF2B5EF4-FFF2-40B4-BE49-F238E27FC236}">
                <a16:creationId xmlns:a16="http://schemas.microsoft.com/office/drawing/2014/main" id="{5DEDD8EC-768A-4592-BE7B-ACF88D9ABD66}"/>
              </a:ext>
            </a:extLst>
          </p:cNvPr>
          <p:cNvSpPr>
            <a:spLocks xmlns:a="http://schemas.openxmlformats.org/drawingml/2006/main" noGrp="1"/>
          </p:cNvSpPr>
          <p:nvPr/>
        </p:nvSpPr>
        <p:spPr>
          <a:xfrm xmlns:a="http://schemas.openxmlformats.org/drawingml/2006/main">
            <a:off x="548640" y="4736592"/>
            <a:ext cx="5212080" cy="27432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defRPr sz="1200" b="0">
                <a:solidFill>
                  <a:srgbClr val="E6EBF5"/>
                </a:solidFill>
                <a:latin typeface="Segoe UI"/>
                <a:ea typeface="Segoe UI"/>
                <a:cs typeface="Segoe UI"/>
              </a:defRPr>
            </a:pPr>
            <a:r>
              <a:t>A yes-or-no result</a:t>
            </a:r>
          </a:p>
        </p:txBody>
      </p:sp>
      <p:sp>
        <p:nvSpPr>
          <p:cNvPr id="24" name="TextBox 23">
            <a:extLst xmlns:a="http://schemas.openxmlformats.org/drawingml/2006/main">
              <a:ext uri="{FF2B5EF4-FFF2-40B4-BE49-F238E27FC236}">
                <a16:creationId xmlns:a16="http://schemas.microsoft.com/office/drawing/2014/main" id="{B93435DC-D5CC-4AD1-A05C-147E057A2ACB}"/>
              </a:ext>
            </a:extLst>
          </p:cNvPr>
          <p:cNvSpPr>
            <a:spLocks xmlns:a="http://schemas.openxmlformats.org/drawingml/2006/main" noGrp="1"/>
          </p:cNvSpPr>
          <p:nvPr/>
        </p:nvSpPr>
        <p:spPr>
          <a:xfrm xmlns:a="http://schemas.openxmlformats.org/drawingml/2006/main">
            <a:off x="548640" y="4992624"/>
            <a:ext cx="5212080" cy="27432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defRPr sz="1200" b="0">
                <a:solidFill>
                  <a:srgbClr val="E6EBF5"/>
                </a:solidFill>
                <a:latin typeface="Segoe UI"/>
                <a:ea typeface="Segoe UI"/>
                <a:cs typeface="Segoe UI"/>
              </a:defRPr>
            </a:pPr>
            <a:r>
              <a:t>true or false?</a:t>
            </a:r>
          </a:p>
        </p:txBody>
      </p:sp>
      <p:sp>
        <p:nvSpPr>
          <p:cNvPr id="25" name="Rounded Rectangle 24">
            <a:extLst xmlns:a="http://schemas.openxmlformats.org/drawingml/2006/main">
              <a:ext uri="{FF2B5EF4-FFF2-40B4-BE49-F238E27FC236}">
                <a16:creationId xmlns:a16="http://schemas.microsoft.com/office/drawing/2014/main" id="{31094A69-2CFA-443E-B15C-C0995C6B7FE1}"/>
              </a:ext>
            </a:extLst>
          </p:cNvPr>
          <p:cNvSpPr>
            <a:spLocks xmlns:a="http://schemas.openxmlformats.org/drawingml/2006/main" noGrp="1"/>
          </p:cNvSpPr>
          <p:nvPr/>
        </p:nvSpPr>
        <p:spPr>
          <a:xfrm xmlns:a="http://schemas.openxmlformats.org/drawingml/2006/main">
            <a:off x="6309360" y="3931920"/>
            <a:ext cx="5577840" cy="2103120"/>
          </a:xfrm>
          <a:prstGeom xmlns:a="http://schemas.openxmlformats.org/drawingml/2006/main" prst="roundRect">
            <a:avLst/>
          </a:prstGeom>
          <a:solidFill xmlns:a="http://schemas.openxmlformats.org/drawingml/2006/main">
            <a:srgbClr val="121A32">
              <a:alpha val="70000"/>
            </a:srgbClr>
          </a:solidFill>
          <a:ln xmlns:a="http://schemas.openxmlformats.org/drawingml/2006/main" w="12700">
            <a:noFill/>
          </a:ln>
          <a:effectLst xmlns:a="http://schemas.openxmlformats.org/drawingml/2006/main">
            <a:outerShdw blurRad="127000" dist="50800" dir="8100000" rotWithShape="0">
              <a:srgbClr val="000000">
                <a:alpha val="40000"/>
              </a:srgbClr>
            </a:outerShdw>
          </a:effectLst>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26" name="Rectangle 25">
            <a:extLst xmlns:a="http://schemas.openxmlformats.org/drawingml/2006/main">
              <a:ext uri="{FF2B5EF4-FFF2-40B4-BE49-F238E27FC236}">
                <a16:creationId xmlns:a16="http://schemas.microsoft.com/office/drawing/2014/main" id="{02ED9EE2-7962-4EAF-8C99-089888C9A1F8}"/>
              </a:ext>
            </a:extLst>
          </p:cNvPr>
          <p:cNvSpPr>
            <a:spLocks xmlns:a="http://schemas.openxmlformats.org/drawingml/2006/main" noGrp="1"/>
          </p:cNvSpPr>
          <p:nvPr/>
        </p:nvSpPr>
        <p:spPr>
          <a:xfrm xmlns:a="http://schemas.openxmlformats.org/drawingml/2006/main">
            <a:off x="6327648" y="3950208"/>
            <a:ext cx="5541264" cy="54864"/>
          </a:xfrm>
          <a:prstGeom xmlns:a="http://schemas.openxmlformats.org/drawingml/2006/main" prst="rect">
            <a:avLst/>
          </a:prstGeom>
          <a:solidFill xmlns:a="http://schemas.openxmlformats.org/drawingml/2006/main">
            <a:srgbClr val="FFA014"/>
          </a:solidFill>
          <a:ln xmlns:a="http://schemas.openxmlformats.org/drawingml/2006/main">
            <a:noFill/>
          </a:ln>
          <a:effectLst xmlns:a="http://schemas.openxmlformats.org/drawingml/2006/main">
            <a:glow rad="50800">
              <a:srgbClr val="FFA014">
                <a:alpha val="40000"/>
              </a:srgbClr>
            </a:glow>
          </a:effectLst>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27" name="TextBox 26">
            <a:extLst xmlns:a="http://schemas.openxmlformats.org/drawingml/2006/main">
              <a:ext uri="{FF2B5EF4-FFF2-40B4-BE49-F238E27FC236}">
                <a16:creationId xmlns:a16="http://schemas.microsoft.com/office/drawing/2014/main" id="{444E529A-F76C-4995-8262-C905B537CE7E}"/>
              </a:ext>
            </a:extLst>
          </p:cNvPr>
          <p:cNvSpPr>
            <a:spLocks xmlns:a="http://schemas.openxmlformats.org/drawingml/2006/main" noGrp="1"/>
          </p:cNvSpPr>
          <p:nvPr/>
        </p:nvSpPr>
        <p:spPr>
          <a:xfrm xmlns:a="http://schemas.openxmlformats.org/drawingml/2006/main">
            <a:off x="6492240" y="4096512"/>
            <a:ext cx="5212080" cy="36576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defRPr sz="1600" b="1">
                <a:solidFill>
                  <a:srgbClr val="FFA014"/>
                </a:solidFill>
                <a:latin typeface="Segoe UI"/>
                <a:ea typeface="Segoe UI"/>
                <a:cs typeface="Segoe UI"/>
              </a:defRPr>
            </a:pPr>
            <a:r>
              <a:t>DECISION</a:t>
            </a:r>
          </a:p>
        </p:txBody>
      </p:sp>
      <p:sp>
        <p:nvSpPr>
          <p:cNvPr id="28" name="TextBox 27">
            <a:extLst xmlns:a="http://schemas.openxmlformats.org/drawingml/2006/main">
              <a:ext uri="{FF2B5EF4-FFF2-40B4-BE49-F238E27FC236}">
                <a16:creationId xmlns:a16="http://schemas.microsoft.com/office/drawing/2014/main" id="{AB364A47-6DEA-41AA-BCF0-EC3B0D539B67}"/>
              </a:ext>
            </a:extLst>
          </p:cNvPr>
          <p:cNvSpPr>
            <a:spLocks xmlns:a="http://schemas.openxmlformats.org/drawingml/2006/main" noGrp="1"/>
          </p:cNvSpPr>
          <p:nvPr/>
        </p:nvSpPr>
        <p:spPr>
          <a:xfrm xmlns:a="http://schemas.openxmlformats.org/drawingml/2006/main">
            <a:off x="6492240" y="4480560"/>
            <a:ext cx="5212080" cy="27432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defRPr sz="1200" b="0">
                <a:solidFill>
                  <a:srgbClr val="E6EBF5"/>
                </a:solidFill>
                <a:latin typeface="Segoe UI"/>
                <a:ea typeface="Segoe UI"/>
                <a:cs typeface="Segoe UI"/>
              </a:defRPr>
            </a:pPr>
            <a:r>
              <a:t>if fuel &gt;= 50</a:t>
            </a:r>
          </a:p>
        </p:txBody>
      </p:sp>
      <p:sp>
        <p:nvSpPr>
          <p:cNvPr id="29" name="TextBox 28">
            <a:extLst xmlns:a="http://schemas.openxmlformats.org/drawingml/2006/main">
              <a:ext uri="{FF2B5EF4-FFF2-40B4-BE49-F238E27FC236}">
                <a16:creationId xmlns:a16="http://schemas.microsoft.com/office/drawing/2014/main" id="{90356052-1EB4-47DC-AEF8-49AEE88BCE28}"/>
              </a:ext>
            </a:extLst>
          </p:cNvPr>
          <p:cNvSpPr>
            <a:spLocks xmlns:a="http://schemas.openxmlformats.org/drawingml/2006/main" noGrp="1"/>
          </p:cNvSpPr>
          <p:nvPr/>
        </p:nvSpPr>
        <p:spPr>
          <a:xfrm xmlns:a="http://schemas.openxmlformats.org/drawingml/2006/main">
            <a:off x="6492240" y="4736592"/>
            <a:ext cx="5212080" cy="27432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defRPr sz="1200" b="0">
                <a:solidFill>
                  <a:srgbClr val="E6EBF5"/>
                </a:solidFill>
                <a:latin typeface="Segoe UI"/>
                <a:ea typeface="Segoe UI"/>
                <a:cs typeface="Segoe UI"/>
              </a:defRPr>
            </a:pPr>
            <a:r>
              <a:t>Launch or refuel</a:t>
            </a:r>
          </a:p>
        </p:txBody>
      </p:sp>
      <p:sp>
        <p:nvSpPr>
          <p:cNvPr id="30" name="TextBox 29">
            <a:extLst xmlns:a="http://schemas.openxmlformats.org/drawingml/2006/main">
              <a:ext uri="{FF2B5EF4-FFF2-40B4-BE49-F238E27FC236}">
                <a16:creationId xmlns:a16="http://schemas.microsoft.com/office/drawing/2014/main" id="{106E53AB-A24A-459C-BF73-24F9E5809121}"/>
              </a:ext>
            </a:extLst>
          </p:cNvPr>
          <p:cNvSpPr>
            <a:spLocks xmlns:a="http://schemas.openxmlformats.org/drawingml/2006/main" noGrp="1"/>
          </p:cNvSpPr>
          <p:nvPr/>
        </p:nvSpPr>
        <p:spPr>
          <a:xfrm xmlns:a="http://schemas.openxmlformats.org/drawingml/2006/main">
            <a:off x="6492240" y="4992624"/>
            <a:ext cx="5212080" cy="27432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defRPr sz="1200" b="0">
                <a:solidFill>
                  <a:srgbClr val="E6EBF5"/>
                </a:solidFill>
                <a:latin typeface="Segoe UI"/>
                <a:ea typeface="Segoe UI"/>
                <a:cs typeface="Segoe UI"/>
              </a:defRPr>
            </a:pPr>
            <a:r>
              <a:t>Which path runs?</a:t>
            </a:r>
          </a:p>
        </p:txBody>
      </p:sp>
    </p:spTree>
    <p:extLst>
      <p:ext uri="{BB962C8B-B14F-4D97-AF65-F5344CB8AC3E}">
        <p14:creationId xmlns:p14="http://schemas.microsoft.com/office/powerpoint/2010/main" val="1611388872"/>
      </p:ext>
    </p:extLst>
  </p:cSld>
</p:sld>
</file>

<file path=ppt/slides/slide7.xml><?xml version="1.0" encoding="utf-8"?>
<p:sld xmlns:p="http://schemas.openxmlformats.org/presentationml/2006/main">
  <p:cSld>
    <p:spTree>
      <p:nvGrpSpPr>
        <p:cNvPr id="1" name=""/>
        <p:cNvGrpSpPr/>
        <p:nvPr/>
      </p:nvGrpSpPr>
      <p:grpSpPr>
        <a:xfrm xmlns:a="http://schemas.openxmlformats.org/drawingml/2006/main"/>
      </p:grpSpPr>
      <p:sp>
        <p:nvSpPr>
          <p:cNvPr id="2" name="Rectangle 1">
            <a:extLst xmlns:a="http://schemas.openxmlformats.org/drawingml/2006/main">
              <a:ext uri="{FF2B5EF4-FFF2-40B4-BE49-F238E27FC236}">
                <a16:creationId xmlns:a16="http://schemas.microsoft.com/office/drawing/2014/main" id="{8C5A3730-9128-4156-AD55-2E742CA1BB21}"/>
              </a:ext>
            </a:extLst>
          </p:cNvPr>
          <p:cNvSpPr>
            <a:spLocks xmlns:a="http://schemas.openxmlformats.org/drawingml/2006/main" noGrp="1"/>
          </p:cNvSpPr>
          <p:nvPr/>
        </p:nvSpPr>
        <p:spPr>
          <a:xfrm xmlns:a="http://schemas.openxmlformats.org/drawingml/2006/main">
            <a:off x="0" y="0"/>
            <a:ext cx="12188952" cy="6858000"/>
          </a:xfrm>
          <a:prstGeom xmlns:a="http://schemas.openxmlformats.org/drawingml/2006/main" prst="rect">
            <a:avLst/>
          </a:prstGeom>
          <a:gradFill xmlns:a="http://schemas.openxmlformats.org/drawingml/2006/main" rotWithShape="1">
            <a:gsLst>
              <a:gs pos="0">
                <a:srgbClr val="080C18"/>
              </a:gs>
              <a:gs pos="100000">
                <a:srgbClr val="0C1224"/>
              </a:gs>
            </a:gsLst>
            <a:lin ang="16200000" scaled="1"/>
          </a:gra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Rectangle 2">
            <a:extLst xmlns:a="http://schemas.openxmlformats.org/drawingml/2006/main">
              <a:ext uri="{FF2B5EF4-FFF2-40B4-BE49-F238E27FC236}">
                <a16:creationId xmlns:a16="http://schemas.microsoft.com/office/drawing/2014/main" id="{4F8297AF-BC8D-41FC-8584-766AA467A89C}"/>
              </a:ext>
            </a:extLst>
          </p:cNvPr>
          <p:cNvSpPr>
            <a:spLocks xmlns:a="http://schemas.openxmlformats.org/drawingml/2006/main" noGrp="1"/>
          </p:cNvSpPr>
          <p:nvPr/>
        </p:nvSpPr>
        <p:spPr>
          <a:xfrm xmlns:a="http://schemas.openxmlformats.org/drawingml/2006/main">
            <a:off x="0" y="0"/>
            <a:ext cx="12188952" cy="1188720"/>
          </a:xfrm>
          <a:prstGeom xmlns:a="http://schemas.openxmlformats.org/drawingml/2006/main" prst="rect">
            <a:avLst/>
          </a:prstGeom>
          <a:gradFill xmlns:a="http://schemas.openxmlformats.org/drawingml/2006/main" rotWithShape="1">
            <a:gsLst>
              <a:gs pos="0">
                <a:srgbClr val="080C18"/>
              </a:gs>
              <a:gs pos="100000">
                <a:srgbClr val="0F1932"/>
              </a:gs>
            </a:gsLst>
            <a:lin ang="0" scaled="1"/>
          </a:gra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 name="Rectangle 3">
            <a:extLst xmlns:a="http://schemas.openxmlformats.org/drawingml/2006/main">
              <a:ext uri="{FF2B5EF4-FFF2-40B4-BE49-F238E27FC236}">
                <a16:creationId xmlns:a16="http://schemas.microsoft.com/office/drawing/2014/main" id="{1605E291-2F7A-4319-A1C7-F25E5D140C8D}"/>
              </a:ext>
            </a:extLst>
          </p:cNvPr>
          <p:cNvSpPr>
            <a:spLocks xmlns:a="http://schemas.openxmlformats.org/drawingml/2006/main" noGrp="1"/>
          </p:cNvSpPr>
          <p:nvPr/>
        </p:nvSpPr>
        <p:spPr>
          <a:xfrm xmlns:a="http://schemas.openxmlformats.org/drawingml/2006/main">
            <a:off x="0" y="1188720"/>
            <a:ext cx="12188952" cy="36576"/>
          </a:xfrm>
          <a:prstGeom xmlns:a="http://schemas.openxmlformats.org/drawingml/2006/main" prst="rect">
            <a:avLst/>
          </a:prstGeom>
          <a:solidFill xmlns:a="http://schemas.openxmlformats.org/drawingml/2006/main">
            <a:srgbClr val="00F0FF"/>
          </a:solidFill>
          <a:ln xmlns:a="http://schemas.openxmlformats.org/drawingml/2006/main">
            <a:noFill/>
          </a:ln>
          <a:effectLst xmlns:a="http://schemas.openxmlformats.org/drawingml/2006/main">
            <a:glow rad="76200">
              <a:srgbClr val="00F0FF">
                <a:alpha val="30000"/>
              </a:srgbClr>
            </a:glow>
          </a:effectLst>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5" name="TextBox 4">
            <a:extLst xmlns:a="http://schemas.openxmlformats.org/drawingml/2006/main">
              <a:ext uri="{FF2B5EF4-FFF2-40B4-BE49-F238E27FC236}">
                <a16:creationId xmlns:a16="http://schemas.microsoft.com/office/drawing/2014/main" id="{C65439A8-2883-41F0-9FD0-CF5E3D688206}"/>
              </a:ext>
            </a:extLst>
          </p:cNvPr>
          <p:cNvSpPr>
            <a:spLocks xmlns:a="http://schemas.openxmlformats.org/drawingml/2006/main" noGrp="1"/>
          </p:cNvSpPr>
          <p:nvPr/>
        </p:nvSpPr>
        <p:spPr>
          <a:xfrm xmlns:a="http://schemas.openxmlformats.org/drawingml/2006/main">
            <a:off x="548640" y="256032"/>
            <a:ext cx="11091672" cy="64008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defRPr sz="3400" b="1">
                <a:solidFill>
                  <a:srgbClr val="FFFFFF"/>
                </a:solidFill>
                <a:latin typeface="Segoe UI Semibold"/>
                <a:ea typeface="Segoe UI Semibold"/>
                <a:cs typeface="Segoe UI Semibold"/>
              </a:defRPr>
            </a:pPr>
            <a:r>
              <a:t>NEW CONCEPT: Add paths with else if</a:t>
            </a:r>
          </a:p>
        </p:txBody>
      </p:sp>
      <p:sp>
        <p:nvSpPr>
          <p:cNvPr id="6" name="TextBox 5">
            <a:extLst xmlns:a="http://schemas.openxmlformats.org/drawingml/2006/main">
              <a:ext uri="{FF2B5EF4-FFF2-40B4-BE49-F238E27FC236}">
                <a16:creationId xmlns:a16="http://schemas.microsoft.com/office/drawing/2014/main" id="{44BBA9E3-C937-4F4D-8380-F33350362FC5}"/>
              </a:ext>
            </a:extLst>
          </p:cNvPr>
          <p:cNvSpPr>
            <a:spLocks xmlns:a="http://schemas.openxmlformats.org/drawingml/2006/main" noGrp="1"/>
          </p:cNvSpPr>
          <p:nvPr/>
        </p:nvSpPr>
        <p:spPr>
          <a:xfrm xmlns:a="http://schemas.openxmlformats.org/drawingml/2006/main">
            <a:off x="548640" y="804672"/>
            <a:ext cx="11091672" cy="36576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defRPr sz="1500" b="0">
                <a:solidFill>
                  <a:srgbClr val="00F0FF"/>
                </a:solidFill>
                <a:latin typeface="Segoe UI"/>
                <a:ea typeface="Segoe UI"/>
                <a:cs typeface="Segoe UI"/>
              </a:defRPr>
            </a:pPr>
            <a:r>
              <a:t>One connected ladder can choose among several outcomes</a:t>
            </a:r>
          </a:p>
        </p:txBody>
      </p:sp>
      <p:sp>
        <p:nvSpPr>
          <p:cNvPr id="7" name="Rounded Rectangle 6">
            <a:extLst xmlns:a="http://schemas.openxmlformats.org/drawingml/2006/main">
              <a:ext uri="{FF2B5EF4-FFF2-40B4-BE49-F238E27FC236}">
                <a16:creationId xmlns:a16="http://schemas.microsoft.com/office/drawing/2014/main" id="{3118AEC6-B5B6-4336-8C65-DB6E3AA66501}"/>
              </a:ext>
            </a:extLst>
          </p:cNvPr>
          <p:cNvSpPr>
            <a:spLocks xmlns:a="http://schemas.openxmlformats.org/drawingml/2006/main" noGrp="1"/>
          </p:cNvSpPr>
          <p:nvPr/>
        </p:nvSpPr>
        <p:spPr>
          <a:xfrm xmlns:a="http://schemas.openxmlformats.org/drawingml/2006/main">
            <a:off x="365760" y="1508760"/>
            <a:ext cx="5577840" cy="2103120"/>
          </a:xfrm>
          <a:prstGeom xmlns:a="http://schemas.openxmlformats.org/drawingml/2006/main" prst="roundRect">
            <a:avLst/>
          </a:prstGeom>
          <a:solidFill xmlns:a="http://schemas.openxmlformats.org/drawingml/2006/main">
            <a:srgbClr val="121A32">
              <a:alpha val="70000"/>
            </a:srgbClr>
          </a:solidFill>
          <a:ln xmlns:a="http://schemas.openxmlformats.org/drawingml/2006/main" w="12700">
            <a:noFill/>
          </a:ln>
          <a:effectLst xmlns:a="http://schemas.openxmlformats.org/drawingml/2006/main">
            <a:outerShdw blurRad="127000" dist="50800" dir="8100000" rotWithShape="0">
              <a:srgbClr val="000000">
                <a:alpha val="40000"/>
              </a:srgbClr>
            </a:outerShdw>
          </a:effectLst>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8" name="Rectangle 7">
            <a:extLst xmlns:a="http://schemas.openxmlformats.org/drawingml/2006/main">
              <a:ext uri="{FF2B5EF4-FFF2-40B4-BE49-F238E27FC236}">
                <a16:creationId xmlns:a16="http://schemas.microsoft.com/office/drawing/2014/main" id="{8EC162AB-2051-4A04-9117-66CD75AC9613}"/>
              </a:ext>
            </a:extLst>
          </p:cNvPr>
          <p:cNvSpPr>
            <a:spLocks xmlns:a="http://schemas.openxmlformats.org/drawingml/2006/main" noGrp="1"/>
          </p:cNvSpPr>
          <p:nvPr/>
        </p:nvSpPr>
        <p:spPr>
          <a:xfrm xmlns:a="http://schemas.openxmlformats.org/drawingml/2006/main">
            <a:off x="384048" y="1527048"/>
            <a:ext cx="5541264" cy="54864"/>
          </a:xfrm>
          <a:prstGeom xmlns:a="http://schemas.openxmlformats.org/drawingml/2006/main" prst="rect">
            <a:avLst/>
          </a:prstGeom>
          <a:solidFill xmlns:a="http://schemas.openxmlformats.org/drawingml/2006/main">
            <a:srgbClr val="00F0FF"/>
          </a:solidFill>
          <a:ln xmlns:a="http://schemas.openxmlformats.org/drawingml/2006/main">
            <a:noFill/>
          </a:ln>
          <a:effectLst xmlns:a="http://schemas.openxmlformats.org/drawingml/2006/main">
            <a:glow rad="50800">
              <a:srgbClr val="00F0FF">
                <a:alpha val="40000"/>
              </a:srgbClr>
            </a:glow>
          </a:effectLst>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9" name="TextBox 8">
            <a:extLst xmlns:a="http://schemas.openxmlformats.org/drawingml/2006/main">
              <a:ext uri="{FF2B5EF4-FFF2-40B4-BE49-F238E27FC236}">
                <a16:creationId xmlns:a16="http://schemas.microsoft.com/office/drawing/2014/main" id="{DE576467-E6E6-4423-881E-BC79F724B6DF}"/>
              </a:ext>
            </a:extLst>
          </p:cNvPr>
          <p:cNvSpPr>
            <a:spLocks xmlns:a="http://schemas.openxmlformats.org/drawingml/2006/main" noGrp="1"/>
          </p:cNvSpPr>
          <p:nvPr/>
        </p:nvSpPr>
        <p:spPr>
          <a:xfrm xmlns:a="http://schemas.openxmlformats.org/drawingml/2006/main">
            <a:off x="548640" y="1673352"/>
            <a:ext cx="5212080" cy="36576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defRPr sz="1600" b="1">
                <a:solidFill>
                  <a:srgbClr val="00F0FF"/>
                </a:solidFill>
                <a:latin typeface="Segoe UI"/>
                <a:ea typeface="Segoe UI"/>
                <a:cs typeface="Segoe UI"/>
              </a:defRPr>
            </a:pPr>
            <a:r>
              <a:t>IF</a:t>
            </a:r>
          </a:p>
        </p:txBody>
      </p:sp>
      <p:sp>
        <p:nvSpPr>
          <p:cNvPr id="10" name="TextBox 9">
            <a:extLst xmlns:a="http://schemas.openxmlformats.org/drawingml/2006/main">
              <a:ext uri="{FF2B5EF4-FFF2-40B4-BE49-F238E27FC236}">
                <a16:creationId xmlns:a16="http://schemas.microsoft.com/office/drawing/2014/main" id="{A76E4C09-6D88-4C3F-B943-1EC7560B1A51}"/>
              </a:ext>
            </a:extLst>
          </p:cNvPr>
          <p:cNvSpPr>
            <a:spLocks xmlns:a="http://schemas.openxmlformats.org/drawingml/2006/main" noGrp="1"/>
          </p:cNvSpPr>
          <p:nvPr/>
        </p:nvSpPr>
        <p:spPr>
          <a:xfrm xmlns:a="http://schemas.openxmlformats.org/drawingml/2006/main">
            <a:off x="548640" y="2057400"/>
            <a:ext cx="5212080" cy="27432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defRPr sz="1200" b="0">
                <a:solidFill>
                  <a:srgbClr val="E6EBF5"/>
                </a:solidFill>
                <a:latin typeface="Segoe UI"/>
                <a:ea typeface="Segoe UI"/>
                <a:cs typeface="Segoe UI"/>
              </a:defRPr>
            </a:pPr>
            <a:r>
              <a:t>Ask the first question</a:t>
            </a:r>
          </a:p>
        </p:txBody>
      </p:sp>
      <p:sp>
        <p:nvSpPr>
          <p:cNvPr id="11" name="TextBox 10">
            <a:extLst xmlns:a="http://schemas.openxmlformats.org/drawingml/2006/main">
              <a:ext uri="{FF2B5EF4-FFF2-40B4-BE49-F238E27FC236}">
                <a16:creationId xmlns:a16="http://schemas.microsoft.com/office/drawing/2014/main" id="{6EA13D38-78B0-46D4-BF7E-862ADB7C90BA}"/>
              </a:ext>
            </a:extLst>
          </p:cNvPr>
          <p:cNvSpPr>
            <a:spLocks xmlns:a="http://schemas.openxmlformats.org/drawingml/2006/main" noGrp="1"/>
          </p:cNvSpPr>
          <p:nvPr/>
        </p:nvSpPr>
        <p:spPr>
          <a:xfrm xmlns:a="http://schemas.openxmlformats.org/drawingml/2006/main">
            <a:off x="548640" y="2313432"/>
            <a:ext cx="5212080" cy="27432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defRPr sz="1200" b="0">
                <a:solidFill>
                  <a:srgbClr val="E6EBF5"/>
                </a:solidFill>
                <a:latin typeface="Segoe UI"/>
                <a:ea typeface="Segoe UI"/>
                <a:cs typeface="Segoe UI"/>
              </a:defRPr>
            </a:pPr>
            <a:r>
              <a:t>score &gt;= 90</a:t>
            </a:r>
          </a:p>
        </p:txBody>
      </p:sp>
      <p:sp>
        <p:nvSpPr>
          <p:cNvPr id="12" name="TextBox 11">
            <a:extLst xmlns:a="http://schemas.openxmlformats.org/drawingml/2006/main">
              <a:ext uri="{FF2B5EF4-FFF2-40B4-BE49-F238E27FC236}">
                <a16:creationId xmlns:a16="http://schemas.microsoft.com/office/drawing/2014/main" id="{E9013996-892C-4DE8-A47F-E3FFE5C300C3}"/>
              </a:ext>
            </a:extLst>
          </p:cNvPr>
          <p:cNvSpPr>
            <a:spLocks xmlns:a="http://schemas.openxmlformats.org/drawingml/2006/main" noGrp="1"/>
          </p:cNvSpPr>
          <p:nvPr/>
        </p:nvSpPr>
        <p:spPr>
          <a:xfrm xmlns:a="http://schemas.openxmlformats.org/drawingml/2006/main">
            <a:off x="548640" y="2569464"/>
            <a:ext cx="5212080" cy="27432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defRPr sz="1200" b="0">
                <a:solidFill>
                  <a:srgbClr val="E6EBF5"/>
                </a:solidFill>
                <a:latin typeface="Segoe UI"/>
                <a:ea typeface="Segoe UI"/>
                <a:cs typeface="Segoe UI"/>
              </a:defRPr>
            </a:pPr>
            <a:r>
              <a:t>True? Run and stop</a:t>
            </a:r>
          </a:p>
        </p:txBody>
      </p:sp>
      <p:sp>
        <p:nvSpPr>
          <p:cNvPr id="13" name="Rounded Rectangle 12">
            <a:extLst xmlns:a="http://schemas.openxmlformats.org/drawingml/2006/main">
              <a:ext uri="{FF2B5EF4-FFF2-40B4-BE49-F238E27FC236}">
                <a16:creationId xmlns:a16="http://schemas.microsoft.com/office/drawing/2014/main" id="{F0362A3A-4667-4029-AD23-E698126B98B0}"/>
              </a:ext>
            </a:extLst>
          </p:cNvPr>
          <p:cNvSpPr>
            <a:spLocks xmlns:a="http://schemas.openxmlformats.org/drawingml/2006/main" noGrp="1"/>
          </p:cNvSpPr>
          <p:nvPr/>
        </p:nvSpPr>
        <p:spPr>
          <a:xfrm xmlns:a="http://schemas.openxmlformats.org/drawingml/2006/main">
            <a:off x="6309360" y="1508760"/>
            <a:ext cx="5577840" cy="2103120"/>
          </a:xfrm>
          <a:prstGeom xmlns:a="http://schemas.openxmlformats.org/drawingml/2006/main" prst="roundRect">
            <a:avLst/>
          </a:prstGeom>
          <a:solidFill xmlns:a="http://schemas.openxmlformats.org/drawingml/2006/main">
            <a:srgbClr val="121A32">
              <a:alpha val="70000"/>
            </a:srgbClr>
          </a:solidFill>
          <a:ln xmlns:a="http://schemas.openxmlformats.org/drawingml/2006/main" w="12700">
            <a:noFill/>
          </a:ln>
          <a:effectLst xmlns:a="http://schemas.openxmlformats.org/drawingml/2006/main">
            <a:outerShdw blurRad="127000" dist="50800" dir="8100000" rotWithShape="0">
              <a:srgbClr val="000000">
                <a:alpha val="40000"/>
              </a:srgbClr>
            </a:outerShdw>
          </a:effectLst>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4" name="Rectangle 13">
            <a:extLst xmlns:a="http://schemas.openxmlformats.org/drawingml/2006/main">
              <a:ext uri="{FF2B5EF4-FFF2-40B4-BE49-F238E27FC236}">
                <a16:creationId xmlns:a16="http://schemas.microsoft.com/office/drawing/2014/main" id="{4640A243-0FC5-427E-96F8-103C41B217AB}"/>
              </a:ext>
            </a:extLst>
          </p:cNvPr>
          <p:cNvSpPr>
            <a:spLocks xmlns:a="http://schemas.openxmlformats.org/drawingml/2006/main" noGrp="1"/>
          </p:cNvSpPr>
          <p:nvPr/>
        </p:nvSpPr>
        <p:spPr>
          <a:xfrm xmlns:a="http://schemas.openxmlformats.org/drawingml/2006/main">
            <a:off x="6327648" y="1527048"/>
            <a:ext cx="5541264" cy="54864"/>
          </a:xfrm>
          <a:prstGeom xmlns:a="http://schemas.openxmlformats.org/drawingml/2006/main" prst="rect">
            <a:avLst/>
          </a:prstGeom>
          <a:solidFill xmlns:a="http://schemas.openxmlformats.org/drawingml/2006/main">
            <a:srgbClr val="00FF8C"/>
          </a:solidFill>
          <a:ln xmlns:a="http://schemas.openxmlformats.org/drawingml/2006/main">
            <a:noFill/>
          </a:ln>
          <a:effectLst xmlns:a="http://schemas.openxmlformats.org/drawingml/2006/main">
            <a:glow rad="50800">
              <a:srgbClr val="00FF8C">
                <a:alpha val="40000"/>
              </a:srgbClr>
            </a:glow>
          </a:effectLst>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5" name="TextBox 14">
            <a:extLst xmlns:a="http://schemas.openxmlformats.org/drawingml/2006/main">
              <a:ext uri="{FF2B5EF4-FFF2-40B4-BE49-F238E27FC236}">
                <a16:creationId xmlns:a16="http://schemas.microsoft.com/office/drawing/2014/main" id="{897D1B14-FD98-4146-ABB8-46010C32F573}"/>
              </a:ext>
            </a:extLst>
          </p:cNvPr>
          <p:cNvSpPr>
            <a:spLocks xmlns:a="http://schemas.openxmlformats.org/drawingml/2006/main" noGrp="1"/>
          </p:cNvSpPr>
          <p:nvPr/>
        </p:nvSpPr>
        <p:spPr>
          <a:xfrm xmlns:a="http://schemas.openxmlformats.org/drawingml/2006/main">
            <a:off x="6492240" y="1673352"/>
            <a:ext cx="5212080" cy="36576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defRPr sz="1600" b="1">
                <a:solidFill>
                  <a:srgbClr val="00FF8C"/>
                </a:solidFill>
                <a:latin typeface="Segoe UI"/>
                <a:ea typeface="Segoe UI"/>
                <a:cs typeface="Segoe UI"/>
              </a:defRPr>
            </a:pPr>
            <a:r>
              <a:t>ELSE IF</a:t>
            </a:r>
          </a:p>
        </p:txBody>
      </p:sp>
      <p:sp>
        <p:nvSpPr>
          <p:cNvPr id="16" name="TextBox 15">
            <a:extLst xmlns:a="http://schemas.openxmlformats.org/drawingml/2006/main">
              <a:ext uri="{FF2B5EF4-FFF2-40B4-BE49-F238E27FC236}">
                <a16:creationId xmlns:a16="http://schemas.microsoft.com/office/drawing/2014/main" id="{2E975D0D-A7B5-4E91-8139-9B926E5047A0}"/>
              </a:ext>
            </a:extLst>
          </p:cNvPr>
          <p:cNvSpPr>
            <a:spLocks xmlns:a="http://schemas.openxmlformats.org/drawingml/2006/main" noGrp="1"/>
          </p:cNvSpPr>
          <p:nvPr/>
        </p:nvSpPr>
        <p:spPr>
          <a:xfrm xmlns:a="http://schemas.openxmlformats.org/drawingml/2006/main">
            <a:off x="6492240" y="2057400"/>
            <a:ext cx="5212080" cy="27432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defRPr sz="1200" b="0">
                <a:solidFill>
                  <a:srgbClr val="E6EBF5"/>
                </a:solidFill>
                <a:latin typeface="Segoe UI"/>
                <a:ea typeface="Segoe UI"/>
                <a:cs typeface="Segoe UI"/>
              </a:defRPr>
            </a:pPr>
            <a:r>
              <a:t>Ask the next question</a:t>
            </a:r>
          </a:p>
        </p:txBody>
      </p:sp>
      <p:sp>
        <p:nvSpPr>
          <p:cNvPr id="17" name="TextBox 16">
            <a:extLst xmlns:a="http://schemas.openxmlformats.org/drawingml/2006/main">
              <a:ext uri="{FF2B5EF4-FFF2-40B4-BE49-F238E27FC236}">
                <a16:creationId xmlns:a16="http://schemas.microsoft.com/office/drawing/2014/main" id="{B009920E-FBBA-43A3-902A-C425D22C4D40}"/>
              </a:ext>
            </a:extLst>
          </p:cNvPr>
          <p:cNvSpPr>
            <a:spLocks xmlns:a="http://schemas.openxmlformats.org/drawingml/2006/main" noGrp="1"/>
          </p:cNvSpPr>
          <p:nvPr/>
        </p:nvSpPr>
        <p:spPr>
          <a:xfrm xmlns:a="http://schemas.openxmlformats.org/drawingml/2006/main">
            <a:off x="6492240" y="2313432"/>
            <a:ext cx="5212080" cy="27432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defRPr sz="1200" b="0">
                <a:solidFill>
                  <a:srgbClr val="E6EBF5"/>
                </a:solidFill>
                <a:latin typeface="Segoe UI"/>
                <a:ea typeface="Segoe UI"/>
                <a:cs typeface="Segoe UI"/>
              </a:defRPr>
            </a:pPr>
            <a:r>
              <a:t>score &gt;= 70</a:t>
            </a:r>
          </a:p>
        </p:txBody>
      </p:sp>
      <p:sp>
        <p:nvSpPr>
          <p:cNvPr id="18" name="TextBox 17">
            <a:extLst xmlns:a="http://schemas.openxmlformats.org/drawingml/2006/main">
              <a:ext uri="{FF2B5EF4-FFF2-40B4-BE49-F238E27FC236}">
                <a16:creationId xmlns:a16="http://schemas.microsoft.com/office/drawing/2014/main" id="{988389EC-0F46-460B-879E-122152B5B69B}"/>
              </a:ext>
            </a:extLst>
          </p:cNvPr>
          <p:cNvSpPr>
            <a:spLocks xmlns:a="http://schemas.openxmlformats.org/drawingml/2006/main" noGrp="1"/>
          </p:cNvSpPr>
          <p:nvPr/>
        </p:nvSpPr>
        <p:spPr>
          <a:xfrm xmlns:a="http://schemas.openxmlformats.org/drawingml/2006/main">
            <a:off x="6492240" y="2569464"/>
            <a:ext cx="5212080" cy="27432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defRPr sz="1200" b="0">
                <a:solidFill>
                  <a:srgbClr val="E6EBF5"/>
                </a:solidFill>
                <a:latin typeface="Segoe UI"/>
                <a:ea typeface="Segoe UI"/>
                <a:cs typeface="Segoe UI"/>
              </a:defRPr>
            </a:pPr>
            <a:r>
              <a:t>Only after false</a:t>
            </a:r>
          </a:p>
        </p:txBody>
      </p:sp>
      <p:sp>
        <p:nvSpPr>
          <p:cNvPr id="19" name="Rounded Rectangle 18">
            <a:extLst xmlns:a="http://schemas.openxmlformats.org/drawingml/2006/main">
              <a:ext uri="{FF2B5EF4-FFF2-40B4-BE49-F238E27FC236}">
                <a16:creationId xmlns:a16="http://schemas.microsoft.com/office/drawing/2014/main" id="{D5560DDE-8F7B-4F22-8A87-73AA12DCA13F}"/>
              </a:ext>
            </a:extLst>
          </p:cNvPr>
          <p:cNvSpPr>
            <a:spLocks xmlns:a="http://schemas.openxmlformats.org/drawingml/2006/main" noGrp="1"/>
          </p:cNvSpPr>
          <p:nvPr/>
        </p:nvSpPr>
        <p:spPr>
          <a:xfrm xmlns:a="http://schemas.openxmlformats.org/drawingml/2006/main">
            <a:off x="365760" y="3931920"/>
            <a:ext cx="5577840" cy="2103120"/>
          </a:xfrm>
          <a:prstGeom xmlns:a="http://schemas.openxmlformats.org/drawingml/2006/main" prst="roundRect">
            <a:avLst/>
          </a:prstGeom>
          <a:solidFill xmlns:a="http://schemas.openxmlformats.org/drawingml/2006/main">
            <a:srgbClr val="121A32">
              <a:alpha val="70000"/>
            </a:srgbClr>
          </a:solidFill>
          <a:ln xmlns:a="http://schemas.openxmlformats.org/drawingml/2006/main" w="12700">
            <a:noFill/>
          </a:ln>
          <a:effectLst xmlns:a="http://schemas.openxmlformats.org/drawingml/2006/main">
            <a:outerShdw blurRad="127000" dist="50800" dir="8100000" rotWithShape="0">
              <a:srgbClr val="000000">
                <a:alpha val="40000"/>
              </a:srgbClr>
            </a:outerShdw>
          </a:effectLst>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20" name="Rectangle 19">
            <a:extLst xmlns:a="http://schemas.openxmlformats.org/drawingml/2006/main">
              <a:ext uri="{FF2B5EF4-FFF2-40B4-BE49-F238E27FC236}">
                <a16:creationId xmlns:a16="http://schemas.microsoft.com/office/drawing/2014/main" id="{C877E3A6-9811-4104-A391-543DD5CF1576}"/>
              </a:ext>
            </a:extLst>
          </p:cNvPr>
          <p:cNvSpPr>
            <a:spLocks xmlns:a="http://schemas.openxmlformats.org/drawingml/2006/main" noGrp="1"/>
          </p:cNvSpPr>
          <p:nvPr/>
        </p:nvSpPr>
        <p:spPr>
          <a:xfrm xmlns:a="http://schemas.openxmlformats.org/drawingml/2006/main">
            <a:off x="384048" y="3950208"/>
            <a:ext cx="5541264" cy="54864"/>
          </a:xfrm>
          <a:prstGeom xmlns:a="http://schemas.openxmlformats.org/drawingml/2006/main" prst="rect">
            <a:avLst/>
          </a:prstGeom>
          <a:solidFill xmlns:a="http://schemas.openxmlformats.org/drawingml/2006/main">
            <a:srgbClr val="A050FF"/>
          </a:solidFill>
          <a:ln xmlns:a="http://schemas.openxmlformats.org/drawingml/2006/main">
            <a:noFill/>
          </a:ln>
          <a:effectLst xmlns:a="http://schemas.openxmlformats.org/drawingml/2006/main">
            <a:glow rad="50800">
              <a:srgbClr val="A050FF">
                <a:alpha val="40000"/>
              </a:srgbClr>
            </a:glow>
          </a:effectLst>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21" name="TextBox 20">
            <a:extLst xmlns:a="http://schemas.openxmlformats.org/drawingml/2006/main">
              <a:ext uri="{FF2B5EF4-FFF2-40B4-BE49-F238E27FC236}">
                <a16:creationId xmlns:a16="http://schemas.microsoft.com/office/drawing/2014/main" id="{CC248041-DD86-4689-88BF-BCEF5545BB73}"/>
              </a:ext>
            </a:extLst>
          </p:cNvPr>
          <p:cNvSpPr>
            <a:spLocks xmlns:a="http://schemas.openxmlformats.org/drawingml/2006/main" noGrp="1"/>
          </p:cNvSpPr>
          <p:nvPr/>
        </p:nvSpPr>
        <p:spPr>
          <a:xfrm xmlns:a="http://schemas.openxmlformats.org/drawingml/2006/main">
            <a:off x="548640" y="4096512"/>
            <a:ext cx="5212080" cy="36576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defRPr sz="1600" b="1">
                <a:solidFill>
                  <a:srgbClr val="A050FF"/>
                </a:solidFill>
                <a:latin typeface="Segoe UI"/>
                <a:ea typeface="Segoe UI"/>
                <a:cs typeface="Segoe UI"/>
              </a:defRPr>
            </a:pPr>
            <a:r>
              <a:t>ELSE IF</a:t>
            </a:r>
          </a:p>
        </p:txBody>
      </p:sp>
      <p:sp>
        <p:nvSpPr>
          <p:cNvPr id="22" name="TextBox 21">
            <a:extLst xmlns:a="http://schemas.openxmlformats.org/drawingml/2006/main">
              <a:ext uri="{FF2B5EF4-FFF2-40B4-BE49-F238E27FC236}">
                <a16:creationId xmlns:a16="http://schemas.microsoft.com/office/drawing/2014/main" id="{6647EE28-3DE4-4A93-897A-125BE9825CC9}"/>
              </a:ext>
            </a:extLst>
          </p:cNvPr>
          <p:cNvSpPr>
            <a:spLocks xmlns:a="http://schemas.openxmlformats.org/drawingml/2006/main" noGrp="1"/>
          </p:cNvSpPr>
          <p:nvPr/>
        </p:nvSpPr>
        <p:spPr>
          <a:xfrm xmlns:a="http://schemas.openxmlformats.org/drawingml/2006/main">
            <a:off x="548640" y="4480560"/>
            <a:ext cx="5212080" cy="27432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defRPr sz="1200" b="0">
                <a:solidFill>
                  <a:srgbClr val="E6EBF5"/>
                </a:solidFill>
                <a:latin typeface="Segoe UI"/>
                <a:ea typeface="Segoe UI"/>
                <a:cs typeface="Segoe UI"/>
              </a:defRPr>
            </a:pPr>
            <a:r>
              <a:t>Ask one more question</a:t>
            </a:r>
          </a:p>
        </p:txBody>
      </p:sp>
      <p:sp>
        <p:nvSpPr>
          <p:cNvPr id="23" name="TextBox 22">
            <a:extLst xmlns:a="http://schemas.openxmlformats.org/drawingml/2006/main">
              <a:ext uri="{FF2B5EF4-FFF2-40B4-BE49-F238E27FC236}">
                <a16:creationId xmlns:a16="http://schemas.microsoft.com/office/drawing/2014/main" id="{5DEDD8EC-768A-4592-BE7B-ACF88D9ABD66}"/>
              </a:ext>
            </a:extLst>
          </p:cNvPr>
          <p:cNvSpPr>
            <a:spLocks xmlns:a="http://schemas.openxmlformats.org/drawingml/2006/main" noGrp="1"/>
          </p:cNvSpPr>
          <p:nvPr/>
        </p:nvSpPr>
        <p:spPr>
          <a:xfrm xmlns:a="http://schemas.openxmlformats.org/drawingml/2006/main">
            <a:off x="548640" y="4736592"/>
            <a:ext cx="5212080" cy="27432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defRPr sz="1200" b="0">
                <a:solidFill>
                  <a:srgbClr val="E6EBF5"/>
                </a:solidFill>
                <a:latin typeface="Segoe UI"/>
                <a:ea typeface="Segoe UI"/>
                <a:cs typeface="Segoe UI"/>
              </a:defRPr>
            </a:pPr>
            <a:r>
              <a:t>score &gt;= 50</a:t>
            </a:r>
          </a:p>
        </p:txBody>
      </p:sp>
      <p:sp>
        <p:nvSpPr>
          <p:cNvPr id="24" name="TextBox 23">
            <a:extLst xmlns:a="http://schemas.openxmlformats.org/drawingml/2006/main">
              <a:ext uri="{FF2B5EF4-FFF2-40B4-BE49-F238E27FC236}">
                <a16:creationId xmlns:a16="http://schemas.microsoft.com/office/drawing/2014/main" id="{B93435DC-D5CC-4AD1-A05C-147E057A2ACB}"/>
              </a:ext>
            </a:extLst>
          </p:cNvPr>
          <p:cNvSpPr>
            <a:spLocks xmlns:a="http://schemas.openxmlformats.org/drawingml/2006/main" noGrp="1"/>
          </p:cNvSpPr>
          <p:nvPr/>
        </p:nvSpPr>
        <p:spPr>
          <a:xfrm xmlns:a="http://schemas.openxmlformats.org/drawingml/2006/main">
            <a:off x="548640" y="4992624"/>
            <a:ext cx="5212080" cy="27432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defRPr sz="1200" b="0">
                <a:solidFill>
                  <a:srgbClr val="E6EBF5"/>
                </a:solidFill>
                <a:latin typeface="Segoe UI"/>
                <a:ea typeface="Segoe UI"/>
                <a:cs typeface="Segoe UI"/>
              </a:defRPr>
            </a:pPr>
            <a:r>
              <a:t>After earlier false</a:t>
            </a:r>
          </a:p>
        </p:txBody>
      </p:sp>
      <p:sp>
        <p:nvSpPr>
          <p:cNvPr id="25" name="Rounded Rectangle 24">
            <a:extLst xmlns:a="http://schemas.openxmlformats.org/drawingml/2006/main">
              <a:ext uri="{FF2B5EF4-FFF2-40B4-BE49-F238E27FC236}">
                <a16:creationId xmlns:a16="http://schemas.microsoft.com/office/drawing/2014/main" id="{31094A69-2CFA-443E-B15C-C0995C6B7FE1}"/>
              </a:ext>
            </a:extLst>
          </p:cNvPr>
          <p:cNvSpPr>
            <a:spLocks xmlns:a="http://schemas.openxmlformats.org/drawingml/2006/main" noGrp="1"/>
          </p:cNvSpPr>
          <p:nvPr/>
        </p:nvSpPr>
        <p:spPr>
          <a:xfrm xmlns:a="http://schemas.openxmlformats.org/drawingml/2006/main">
            <a:off x="6309360" y="3931920"/>
            <a:ext cx="5577840" cy="2103120"/>
          </a:xfrm>
          <a:prstGeom xmlns:a="http://schemas.openxmlformats.org/drawingml/2006/main" prst="roundRect">
            <a:avLst/>
          </a:prstGeom>
          <a:solidFill xmlns:a="http://schemas.openxmlformats.org/drawingml/2006/main">
            <a:srgbClr val="121A32">
              <a:alpha val="70000"/>
            </a:srgbClr>
          </a:solidFill>
          <a:ln xmlns:a="http://schemas.openxmlformats.org/drawingml/2006/main" w="12700">
            <a:noFill/>
          </a:ln>
          <a:effectLst xmlns:a="http://schemas.openxmlformats.org/drawingml/2006/main">
            <a:outerShdw blurRad="127000" dist="50800" dir="8100000" rotWithShape="0">
              <a:srgbClr val="000000">
                <a:alpha val="40000"/>
              </a:srgbClr>
            </a:outerShdw>
          </a:effectLst>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26" name="Rectangle 25">
            <a:extLst xmlns:a="http://schemas.openxmlformats.org/drawingml/2006/main">
              <a:ext uri="{FF2B5EF4-FFF2-40B4-BE49-F238E27FC236}">
                <a16:creationId xmlns:a16="http://schemas.microsoft.com/office/drawing/2014/main" id="{02ED9EE2-7962-4EAF-8C99-089888C9A1F8}"/>
              </a:ext>
            </a:extLst>
          </p:cNvPr>
          <p:cNvSpPr>
            <a:spLocks xmlns:a="http://schemas.openxmlformats.org/drawingml/2006/main" noGrp="1"/>
          </p:cNvSpPr>
          <p:nvPr/>
        </p:nvSpPr>
        <p:spPr>
          <a:xfrm xmlns:a="http://schemas.openxmlformats.org/drawingml/2006/main">
            <a:off x="6327648" y="3950208"/>
            <a:ext cx="5541264" cy="54864"/>
          </a:xfrm>
          <a:prstGeom xmlns:a="http://schemas.openxmlformats.org/drawingml/2006/main" prst="rect">
            <a:avLst/>
          </a:prstGeom>
          <a:solidFill xmlns:a="http://schemas.openxmlformats.org/drawingml/2006/main">
            <a:srgbClr val="FFA014"/>
          </a:solidFill>
          <a:ln xmlns:a="http://schemas.openxmlformats.org/drawingml/2006/main">
            <a:noFill/>
          </a:ln>
          <a:effectLst xmlns:a="http://schemas.openxmlformats.org/drawingml/2006/main">
            <a:glow rad="50800">
              <a:srgbClr val="FFA014">
                <a:alpha val="40000"/>
              </a:srgbClr>
            </a:glow>
          </a:effectLst>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27" name="TextBox 26">
            <a:extLst xmlns:a="http://schemas.openxmlformats.org/drawingml/2006/main">
              <a:ext uri="{FF2B5EF4-FFF2-40B4-BE49-F238E27FC236}">
                <a16:creationId xmlns:a16="http://schemas.microsoft.com/office/drawing/2014/main" id="{444E529A-F76C-4995-8262-C905B537CE7E}"/>
              </a:ext>
            </a:extLst>
          </p:cNvPr>
          <p:cNvSpPr>
            <a:spLocks xmlns:a="http://schemas.openxmlformats.org/drawingml/2006/main" noGrp="1"/>
          </p:cNvSpPr>
          <p:nvPr/>
        </p:nvSpPr>
        <p:spPr>
          <a:xfrm xmlns:a="http://schemas.openxmlformats.org/drawingml/2006/main">
            <a:off x="6492240" y="4096512"/>
            <a:ext cx="5212080" cy="36576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defRPr sz="1600" b="1">
                <a:solidFill>
                  <a:srgbClr val="FFA014"/>
                </a:solidFill>
                <a:latin typeface="Segoe UI"/>
                <a:ea typeface="Segoe UI"/>
                <a:cs typeface="Segoe UI"/>
              </a:defRPr>
            </a:pPr>
            <a:r>
              <a:t>ELSE</a:t>
            </a:r>
          </a:p>
        </p:txBody>
      </p:sp>
      <p:sp>
        <p:nvSpPr>
          <p:cNvPr id="28" name="TextBox 27">
            <a:extLst xmlns:a="http://schemas.openxmlformats.org/drawingml/2006/main">
              <a:ext uri="{FF2B5EF4-FFF2-40B4-BE49-F238E27FC236}">
                <a16:creationId xmlns:a16="http://schemas.microsoft.com/office/drawing/2014/main" id="{AB364A47-6DEA-41AA-BCF0-EC3B0D539B67}"/>
              </a:ext>
            </a:extLst>
          </p:cNvPr>
          <p:cNvSpPr>
            <a:spLocks xmlns:a="http://schemas.openxmlformats.org/drawingml/2006/main" noGrp="1"/>
          </p:cNvSpPr>
          <p:nvPr/>
        </p:nvSpPr>
        <p:spPr>
          <a:xfrm xmlns:a="http://schemas.openxmlformats.org/drawingml/2006/main">
            <a:off x="6492240" y="4480560"/>
            <a:ext cx="5212080" cy="27432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defRPr sz="1200" b="0">
                <a:solidFill>
                  <a:srgbClr val="E6EBF5"/>
                </a:solidFill>
                <a:latin typeface="Segoe UI"/>
                <a:ea typeface="Segoe UI"/>
                <a:cs typeface="Segoe UI"/>
              </a:defRPr>
            </a:pPr>
            <a:r>
              <a:t>Catch everything else</a:t>
            </a:r>
          </a:p>
        </p:txBody>
      </p:sp>
      <p:sp>
        <p:nvSpPr>
          <p:cNvPr id="29" name="TextBox 28">
            <a:extLst xmlns:a="http://schemas.openxmlformats.org/drawingml/2006/main">
              <a:ext uri="{FF2B5EF4-FFF2-40B4-BE49-F238E27FC236}">
                <a16:creationId xmlns:a16="http://schemas.microsoft.com/office/drawing/2014/main" id="{90356052-1EB4-47DC-AEF8-49AEE88BCE28}"/>
              </a:ext>
            </a:extLst>
          </p:cNvPr>
          <p:cNvSpPr>
            <a:spLocks xmlns:a="http://schemas.openxmlformats.org/drawingml/2006/main" noGrp="1"/>
          </p:cNvSpPr>
          <p:nvPr/>
        </p:nvSpPr>
        <p:spPr>
          <a:xfrm xmlns:a="http://schemas.openxmlformats.org/drawingml/2006/main">
            <a:off x="6492240" y="4736592"/>
            <a:ext cx="5212080" cy="27432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defRPr sz="1200" b="0">
                <a:solidFill>
                  <a:srgbClr val="E6EBF5"/>
                </a:solidFill>
                <a:latin typeface="Segoe UI"/>
                <a:ea typeface="Segoe UI"/>
                <a:cs typeface="Segoe UI"/>
              </a:defRPr>
            </a:pPr>
            <a:r>
              <a:t>No condition needed</a:t>
            </a:r>
          </a:p>
        </p:txBody>
      </p:sp>
      <p:sp>
        <p:nvSpPr>
          <p:cNvPr id="30" name="TextBox 29">
            <a:extLst xmlns:a="http://schemas.openxmlformats.org/drawingml/2006/main">
              <a:ext uri="{FF2B5EF4-FFF2-40B4-BE49-F238E27FC236}">
                <a16:creationId xmlns:a16="http://schemas.microsoft.com/office/drawing/2014/main" id="{106E53AB-A24A-459C-BF73-24F9E5809121}"/>
              </a:ext>
            </a:extLst>
          </p:cNvPr>
          <p:cNvSpPr>
            <a:spLocks xmlns:a="http://schemas.openxmlformats.org/drawingml/2006/main" noGrp="1"/>
          </p:cNvSpPr>
          <p:nvPr/>
        </p:nvSpPr>
        <p:spPr>
          <a:xfrm xmlns:a="http://schemas.openxmlformats.org/drawingml/2006/main">
            <a:off x="6492240" y="4992624"/>
            <a:ext cx="5212080" cy="27432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defRPr sz="1200" b="0">
                <a:solidFill>
                  <a:srgbClr val="E6EBF5"/>
                </a:solidFill>
                <a:latin typeface="Segoe UI"/>
                <a:ea typeface="Segoe UI"/>
                <a:cs typeface="Segoe UI"/>
              </a:defRPr>
            </a:pPr>
            <a:r>
              <a:t>One path wins</a:t>
            </a:r>
          </a:p>
        </p:txBody>
      </p:sp>
    </p:spTree>
    <p:extLst>
      <p:ext uri="{BB962C8B-B14F-4D97-AF65-F5344CB8AC3E}">
        <p14:creationId xmlns:p14="http://schemas.microsoft.com/office/powerpoint/2010/main" val="1611388872"/>
      </p:ext>
    </p:extLst>
  </p:cSld>
</p:sld>
</file>

<file path=ppt/slides/slide8.xml><?xml version="1.0" encoding="utf-8"?>
<p:sld xmlns:p="http://schemas.openxmlformats.org/presentationml/2006/main">
  <p:cSld>
    <p:spTree>
      <p:nvGrpSpPr>
        <p:cNvPr id="1" name=""/>
        <p:cNvGrpSpPr/>
        <p:nvPr/>
      </p:nvGrpSpPr>
      <p:grpSpPr>
        <a:xfrm xmlns:a="http://schemas.openxmlformats.org/drawingml/2006/main"/>
      </p:grpSpPr>
      <p:sp>
        <p:nvSpPr>
          <p:cNvPr id="2" name="Rectangle 1">
            <a:extLst xmlns:a="http://schemas.openxmlformats.org/drawingml/2006/main">
              <a:ext uri="{FF2B5EF4-FFF2-40B4-BE49-F238E27FC236}">
                <a16:creationId xmlns:a16="http://schemas.microsoft.com/office/drawing/2014/main" id="{8C5A3730-9128-4156-AD55-2E742CA1BB21}"/>
              </a:ext>
            </a:extLst>
          </p:cNvPr>
          <p:cNvSpPr>
            <a:spLocks xmlns:a="http://schemas.openxmlformats.org/drawingml/2006/main" noGrp="1"/>
          </p:cNvSpPr>
          <p:nvPr/>
        </p:nvSpPr>
        <p:spPr>
          <a:xfrm xmlns:a="http://schemas.openxmlformats.org/drawingml/2006/main">
            <a:off x="0" y="0"/>
            <a:ext cx="12188952" cy="6858000"/>
          </a:xfrm>
          <a:prstGeom xmlns:a="http://schemas.openxmlformats.org/drawingml/2006/main" prst="rect">
            <a:avLst/>
          </a:prstGeom>
          <a:gradFill xmlns:a="http://schemas.openxmlformats.org/drawingml/2006/main" rotWithShape="1">
            <a:gsLst>
              <a:gs pos="0">
                <a:srgbClr val="080C18"/>
              </a:gs>
              <a:gs pos="100000">
                <a:srgbClr val="0C1224"/>
              </a:gs>
            </a:gsLst>
            <a:lin ang="16200000" scaled="1"/>
          </a:gra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Rectangle 2">
            <a:extLst xmlns:a="http://schemas.openxmlformats.org/drawingml/2006/main">
              <a:ext uri="{FF2B5EF4-FFF2-40B4-BE49-F238E27FC236}">
                <a16:creationId xmlns:a16="http://schemas.microsoft.com/office/drawing/2014/main" id="{4F8297AF-BC8D-41FC-8584-766AA467A89C}"/>
              </a:ext>
            </a:extLst>
          </p:cNvPr>
          <p:cNvSpPr>
            <a:spLocks xmlns:a="http://schemas.openxmlformats.org/drawingml/2006/main" noGrp="1"/>
          </p:cNvSpPr>
          <p:nvPr/>
        </p:nvSpPr>
        <p:spPr>
          <a:xfrm xmlns:a="http://schemas.openxmlformats.org/drawingml/2006/main">
            <a:off x="0" y="0"/>
            <a:ext cx="12188952" cy="1188720"/>
          </a:xfrm>
          <a:prstGeom xmlns:a="http://schemas.openxmlformats.org/drawingml/2006/main" prst="rect">
            <a:avLst/>
          </a:prstGeom>
          <a:gradFill xmlns:a="http://schemas.openxmlformats.org/drawingml/2006/main" rotWithShape="1">
            <a:gsLst>
              <a:gs pos="0">
                <a:srgbClr val="080C18"/>
              </a:gs>
              <a:gs pos="100000">
                <a:srgbClr val="0F1932"/>
              </a:gs>
            </a:gsLst>
            <a:lin ang="0" scaled="1"/>
          </a:gra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 name="Rectangle 3">
            <a:extLst xmlns:a="http://schemas.openxmlformats.org/drawingml/2006/main">
              <a:ext uri="{FF2B5EF4-FFF2-40B4-BE49-F238E27FC236}">
                <a16:creationId xmlns:a16="http://schemas.microsoft.com/office/drawing/2014/main" id="{1605E291-2F7A-4319-A1C7-F25E5D140C8D}"/>
              </a:ext>
            </a:extLst>
          </p:cNvPr>
          <p:cNvSpPr>
            <a:spLocks xmlns:a="http://schemas.openxmlformats.org/drawingml/2006/main" noGrp="1"/>
          </p:cNvSpPr>
          <p:nvPr/>
        </p:nvSpPr>
        <p:spPr>
          <a:xfrm xmlns:a="http://schemas.openxmlformats.org/drawingml/2006/main">
            <a:off x="0" y="1188720"/>
            <a:ext cx="12188952" cy="36576"/>
          </a:xfrm>
          <a:prstGeom xmlns:a="http://schemas.openxmlformats.org/drawingml/2006/main" prst="rect">
            <a:avLst/>
          </a:prstGeom>
          <a:solidFill xmlns:a="http://schemas.openxmlformats.org/drawingml/2006/main">
            <a:srgbClr val="00F0FF"/>
          </a:solidFill>
          <a:ln xmlns:a="http://schemas.openxmlformats.org/drawingml/2006/main">
            <a:noFill/>
          </a:ln>
          <a:effectLst xmlns:a="http://schemas.openxmlformats.org/drawingml/2006/main">
            <a:glow rad="76200">
              <a:srgbClr val="00F0FF">
                <a:alpha val="30000"/>
              </a:srgbClr>
            </a:glow>
          </a:effectLst>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5" name="TextBox 4">
            <a:extLst xmlns:a="http://schemas.openxmlformats.org/drawingml/2006/main">
              <a:ext uri="{FF2B5EF4-FFF2-40B4-BE49-F238E27FC236}">
                <a16:creationId xmlns:a16="http://schemas.microsoft.com/office/drawing/2014/main" id="{C65439A8-2883-41F0-9FD0-CF5E3D688206}"/>
              </a:ext>
            </a:extLst>
          </p:cNvPr>
          <p:cNvSpPr>
            <a:spLocks xmlns:a="http://schemas.openxmlformats.org/drawingml/2006/main" noGrp="1"/>
          </p:cNvSpPr>
          <p:nvPr/>
        </p:nvSpPr>
        <p:spPr>
          <a:xfrm xmlns:a="http://schemas.openxmlformats.org/drawingml/2006/main">
            <a:off x="548640" y="256032"/>
            <a:ext cx="11091672" cy="64008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defRPr sz="3400" b="1">
                <a:solidFill>
                  <a:srgbClr val="FFFFFF"/>
                </a:solidFill>
                <a:latin typeface="Segoe UI Semibold"/>
                <a:ea typeface="Segoe UI Semibold"/>
                <a:cs typeface="Segoe UI Semibold"/>
              </a:defRPr>
            </a:pPr>
            <a:r>
              <a:t>The ladder checks from top to bottom</a:t>
            </a:r>
          </a:p>
        </p:txBody>
      </p:sp>
      <p:sp>
        <p:nvSpPr>
          <p:cNvPr id="6" name="TextBox 5">
            <a:extLst xmlns:a="http://schemas.openxmlformats.org/drawingml/2006/main">
              <a:ext uri="{FF2B5EF4-FFF2-40B4-BE49-F238E27FC236}">
                <a16:creationId xmlns:a16="http://schemas.microsoft.com/office/drawing/2014/main" id="{44BBA9E3-C937-4F4D-8380-F33350362FC5}"/>
              </a:ext>
            </a:extLst>
          </p:cNvPr>
          <p:cNvSpPr>
            <a:spLocks xmlns:a="http://schemas.openxmlformats.org/drawingml/2006/main" noGrp="1"/>
          </p:cNvSpPr>
          <p:nvPr/>
        </p:nvSpPr>
        <p:spPr>
          <a:xfrm xmlns:a="http://schemas.openxmlformats.org/drawingml/2006/main">
            <a:off x="548640" y="804672"/>
            <a:ext cx="11091672" cy="36576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defRPr sz="1500" b="0">
                <a:solidFill>
                  <a:srgbClr val="00F0FF"/>
                </a:solidFill>
                <a:latin typeface="Segoe UI"/>
                <a:ea typeface="Segoe UI"/>
                <a:cs typeface="Segoe UI"/>
              </a:defRPr>
            </a:pPr>
            <a:r>
              <a:t>Trace score 82 — do not run yet</a:t>
            </a:r>
          </a:p>
        </p:txBody>
      </p:sp>
      <p:sp>
        <p:nvSpPr>
          <p:cNvPr id="7" name="Rounded Rectangle 6">
            <a:extLst xmlns:a="http://schemas.openxmlformats.org/drawingml/2006/main">
              <a:ext uri="{FF2B5EF4-FFF2-40B4-BE49-F238E27FC236}">
                <a16:creationId xmlns:a16="http://schemas.microsoft.com/office/drawing/2014/main" id="{3118AEC6-B5B6-4336-8C65-DB6E3AA66501}"/>
              </a:ext>
            </a:extLst>
          </p:cNvPr>
          <p:cNvSpPr>
            <a:spLocks xmlns:a="http://schemas.openxmlformats.org/drawingml/2006/main" noGrp="1"/>
          </p:cNvSpPr>
          <p:nvPr/>
        </p:nvSpPr>
        <p:spPr>
          <a:xfrm xmlns:a="http://schemas.openxmlformats.org/drawingml/2006/main">
            <a:off x="365760" y="1508760"/>
            <a:ext cx="5577840" cy="2103120"/>
          </a:xfrm>
          <a:prstGeom xmlns:a="http://schemas.openxmlformats.org/drawingml/2006/main" prst="roundRect">
            <a:avLst/>
          </a:prstGeom>
          <a:solidFill xmlns:a="http://schemas.openxmlformats.org/drawingml/2006/main">
            <a:srgbClr val="121A32">
              <a:alpha val="70000"/>
            </a:srgbClr>
          </a:solidFill>
          <a:ln xmlns:a="http://schemas.openxmlformats.org/drawingml/2006/main" w="12700">
            <a:noFill/>
          </a:ln>
          <a:effectLst xmlns:a="http://schemas.openxmlformats.org/drawingml/2006/main">
            <a:outerShdw blurRad="127000" dist="50800" dir="8100000" rotWithShape="0">
              <a:srgbClr val="000000">
                <a:alpha val="40000"/>
              </a:srgbClr>
            </a:outerShdw>
          </a:effectLst>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8" name="Rectangle 7">
            <a:extLst xmlns:a="http://schemas.openxmlformats.org/drawingml/2006/main">
              <a:ext uri="{FF2B5EF4-FFF2-40B4-BE49-F238E27FC236}">
                <a16:creationId xmlns:a16="http://schemas.microsoft.com/office/drawing/2014/main" id="{8EC162AB-2051-4A04-9117-66CD75AC9613}"/>
              </a:ext>
            </a:extLst>
          </p:cNvPr>
          <p:cNvSpPr>
            <a:spLocks xmlns:a="http://schemas.openxmlformats.org/drawingml/2006/main" noGrp="1"/>
          </p:cNvSpPr>
          <p:nvPr/>
        </p:nvSpPr>
        <p:spPr>
          <a:xfrm xmlns:a="http://schemas.openxmlformats.org/drawingml/2006/main">
            <a:off x="384048" y="1527048"/>
            <a:ext cx="5541264" cy="54864"/>
          </a:xfrm>
          <a:prstGeom xmlns:a="http://schemas.openxmlformats.org/drawingml/2006/main" prst="rect">
            <a:avLst/>
          </a:prstGeom>
          <a:solidFill xmlns:a="http://schemas.openxmlformats.org/drawingml/2006/main">
            <a:srgbClr val="00F0FF"/>
          </a:solidFill>
          <a:ln xmlns:a="http://schemas.openxmlformats.org/drawingml/2006/main">
            <a:noFill/>
          </a:ln>
          <a:effectLst xmlns:a="http://schemas.openxmlformats.org/drawingml/2006/main">
            <a:glow rad="50800">
              <a:srgbClr val="00F0FF">
                <a:alpha val="40000"/>
              </a:srgbClr>
            </a:glow>
          </a:effectLst>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9" name="TextBox 8">
            <a:extLst xmlns:a="http://schemas.openxmlformats.org/drawingml/2006/main">
              <a:ext uri="{FF2B5EF4-FFF2-40B4-BE49-F238E27FC236}">
                <a16:creationId xmlns:a16="http://schemas.microsoft.com/office/drawing/2014/main" id="{DE576467-E6E6-4423-881E-BC79F724B6DF}"/>
              </a:ext>
            </a:extLst>
          </p:cNvPr>
          <p:cNvSpPr>
            <a:spLocks xmlns:a="http://schemas.openxmlformats.org/drawingml/2006/main" noGrp="1"/>
          </p:cNvSpPr>
          <p:nvPr/>
        </p:nvSpPr>
        <p:spPr>
          <a:xfrm xmlns:a="http://schemas.openxmlformats.org/drawingml/2006/main">
            <a:off x="548640" y="1673352"/>
            <a:ext cx="5212080" cy="36576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defRPr sz="1600" b="1">
                <a:solidFill>
                  <a:srgbClr val="00F0FF"/>
                </a:solidFill>
                <a:latin typeface="Segoe UI"/>
                <a:ea typeface="Segoe UI"/>
                <a:cs typeface="Segoe UI"/>
              </a:defRPr>
            </a:pPr>
            <a:r>
              <a:t>1. START</a:t>
            </a:r>
          </a:p>
        </p:txBody>
      </p:sp>
      <p:sp>
        <p:nvSpPr>
          <p:cNvPr id="10" name="TextBox 9">
            <a:extLst xmlns:a="http://schemas.openxmlformats.org/drawingml/2006/main">
              <a:ext uri="{FF2B5EF4-FFF2-40B4-BE49-F238E27FC236}">
                <a16:creationId xmlns:a16="http://schemas.microsoft.com/office/drawing/2014/main" id="{A76E4C09-6D88-4C3F-B943-1EC7560B1A51}"/>
              </a:ext>
            </a:extLst>
          </p:cNvPr>
          <p:cNvSpPr>
            <a:spLocks xmlns:a="http://schemas.openxmlformats.org/drawingml/2006/main" noGrp="1"/>
          </p:cNvSpPr>
          <p:nvPr/>
        </p:nvSpPr>
        <p:spPr>
          <a:xfrm xmlns:a="http://schemas.openxmlformats.org/drawingml/2006/main">
            <a:off x="548640" y="2057400"/>
            <a:ext cx="5212080" cy="27432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defRPr sz="1200" b="0">
                <a:solidFill>
                  <a:srgbClr val="E6EBF5"/>
                </a:solidFill>
                <a:latin typeface="Segoe UI"/>
                <a:ea typeface="Segoe UI"/>
                <a:cs typeface="Segoe UI"/>
              </a:defRPr>
            </a:pPr>
            <a:r>
              <a:t>score = 82</a:t>
            </a:r>
          </a:p>
        </p:txBody>
      </p:sp>
      <p:sp>
        <p:nvSpPr>
          <p:cNvPr id="11" name="TextBox 10">
            <a:extLst xmlns:a="http://schemas.openxmlformats.org/drawingml/2006/main">
              <a:ext uri="{FF2B5EF4-FFF2-40B4-BE49-F238E27FC236}">
                <a16:creationId xmlns:a16="http://schemas.microsoft.com/office/drawing/2014/main" id="{6EA13D38-78B0-46D4-BF7E-862ADB7C90BA}"/>
              </a:ext>
            </a:extLst>
          </p:cNvPr>
          <p:cNvSpPr>
            <a:spLocks xmlns:a="http://schemas.openxmlformats.org/drawingml/2006/main" noGrp="1"/>
          </p:cNvSpPr>
          <p:nvPr/>
        </p:nvSpPr>
        <p:spPr>
          <a:xfrm xmlns:a="http://schemas.openxmlformats.org/drawingml/2006/main">
            <a:off x="548640" y="2313432"/>
            <a:ext cx="5212080" cy="27432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defRPr sz="1200" b="0">
                <a:solidFill>
                  <a:srgbClr val="E6EBF5"/>
                </a:solidFill>
                <a:latin typeface="Segoe UI"/>
                <a:ea typeface="Segoe UI"/>
                <a:cs typeface="Segoe UI"/>
              </a:defRPr>
            </a:pPr>
            <a:r>
              <a:t>Begin at the top</a:t>
            </a:r>
          </a:p>
        </p:txBody>
      </p:sp>
      <p:sp>
        <p:nvSpPr>
          <p:cNvPr id="12" name="TextBox 11">
            <a:extLst xmlns:a="http://schemas.openxmlformats.org/drawingml/2006/main">
              <a:ext uri="{FF2B5EF4-FFF2-40B4-BE49-F238E27FC236}">
                <a16:creationId xmlns:a16="http://schemas.microsoft.com/office/drawing/2014/main" id="{E9013996-892C-4DE8-A47F-E3FFE5C300C3}"/>
              </a:ext>
            </a:extLst>
          </p:cNvPr>
          <p:cNvSpPr>
            <a:spLocks xmlns:a="http://schemas.openxmlformats.org/drawingml/2006/main" noGrp="1"/>
          </p:cNvSpPr>
          <p:nvPr/>
        </p:nvSpPr>
        <p:spPr>
          <a:xfrm xmlns:a="http://schemas.openxmlformats.org/drawingml/2006/main">
            <a:off x="548640" y="2569464"/>
            <a:ext cx="5212080" cy="27432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defRPr sz="1200" b="0">
                <a:solidFill>
                  <a:srgbClr val="E6EBF5"/>
                </a:solidFill>
                <a:latin typeface="Segoe UI"/>
                <a:ea typeface="Segoe UI"/>
                <a:cs typeface="Segoe UI"/>
              </a:defRPr>
            </a:pPr>
            <a:r>
              <a:t>Never jump ahead</a:t>
            </a:r>
          </a:p>
        </p:txBody>
      </p:sp>
      <p:sp>
        <p:nvSpPr>
          <p:cNvPr id="13" name="Rounded Rectangle 12">
            <a:extLst xmlns:a="http://schemas.openxmlformats.org/drawingml/2006/main">
              <a:ext uri="{FF2B5EF4-FFF2-40B4-BE49-F238E27FC236}">
                <a16:creationId xmlns:a16="http://schemas.microsoft.com/office/drawing/2014/main" id="{F0362A3A-4667-4029-AD23-E698126B98B0}"/>
              </a:ext>
            </a:extLst>
          </p:cNvPr>
          <p:cNvSpPr>
            <a:spLocks xmlns:a="http://schemas.openxmlformats.org/drawingml/2006/main" noGrp="1"/>
          </p:cNvSpPr>
          <p:nvPr/>
        </p:nvSpPr>
        <p:spPr>
          <a:xfrm xmlns:a="http://schemas.openxmlformats.org/drawingml/2006/main">
            <a:off x="6309360" y="1508760"/>
            <a:ext cx="5577840" cy="2103120"/>
          </a:xfrm>
          <a:prstGeom xmlns:a="http://schemas.openxmlformats.org/drawingml/2006/main" prst="roundRect">
            <a:avLst/>
          </a:prstGeom>
          <a:solidFill xmlns:a="http://schemas.openxmlformats.org/drawingml/2006/main">
            <a:srgbClr val="121A32">
              <a:alpha val="70000"/>
            </a:srgbClr>
          </a:solidFill>
          <a:ln xmlns:a="http://schemas.openxmlformats.org/drawingml/2006/main" w="12700">
            <a:noFill/>
          </a:ln>
          <a:effectLst xmlns:a="http://schemas.openxmlformats.org/drawingml/2006/main">
            <a:outerShdw blurRad="127000" dist="50800" dir="8100000" rotWithShape="0">
              <a:srgbClr val="000000">
                <a:alpha val="40000"/>
              </a:srgbClr>
            </a:outerShdw>
          </a:effectLst>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4" name="Rectangle 13">
            <a:extLst xmlns:a="http://schemas.openxmlformats.org/drawingml/2006/main">
              <a:ext uri="{FF2B5EF4-FFF2-40B4-BE49-F238E27FC236}">
                <a16:creationId xmlns:a16="http://schemas.microsoft.com/office/drawing/2014/main" id="{4640A243-0FC5-427E-96F8-103C41B217AB}"/>
              </a:ext>
            </a:extLst>
          </p:cNvPr>
          <p:cNvSpPr>
            <a:spLocks xmlns:a="http://schemas.openxmlformats.org/drawingml/2006/main" noGrp="1"/>
          </p:cNvSpPr>
          <p:nvPr/>
        </p:nvSpPr>
        <p:spPr>
          <a:xfrm xmlns:a="http://schemas.openxmlformats.org/drawingml/2006/main">
            <a:off x="6327648" y="1527048"/>
            <a:ext cx="5541264" cy="54864"/>
          </a:xfrm>
          <a:prstGeom xmlns:a="http://schemas.openxmlformats.org/drawingml/2006/main" prst="rect">
            <a:avLst/>
          </a:prstGeom>
          <a:solidFill xmlns:a="http://schemas.openxmlformats.org/drawingml/2006/main">
            <a:srgbClr val="00FF8C"/>
          </a:solidFill>
          <a:ln xmlns:a="http://schemas.openxmlformats.org/drawingml/2006/main">
            <a:noFill/>
          </a:ln>
          <a:effectLst xmlns:a="http://schemas.openxmlformats.org/drawingml/2006/main">
            <a:glow rad="50800">
              <a:srgbClr val="00FF8C">
                <a:alpha val="40000"/>
              </a:srgbClr>
            </a:glow>
          </a:effectLst>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5" name="TextBox 14">
            <a:extLst xmlns:a="http://schemas.openxmlformats.org/drawingml/2006/main">
              <a:ext uri="{FF2B5EF4-FFF2-40B4-BE49-F238E27FC236}">
                <a16:creationId xmlns:a16="http://schemas.microsoft.com/office/drawing/2014/main" id="{897D1B14-FD98-4146-ABB8-46010C32F573}"/>
              </a:ext>
            </a:extLst>
          </p:cNvPr>
          <p:cNvSpPr>
            <a:spLocks xmlns:a="http://schemas.openxmlformats.org/drawingml/2006/main" noGrp="1"/>
          </p:cNvSpPr>
          <p:nvPr/>
        </p:nvSpPr>
        <p:spPr>
          <a:xfrm xmlns:a="http://schemas.openxmlformats.org/drawingml/2006/main">
            <a:off x="6492240" y="1673352"/>
            <a:ext cx="5212080" cy="36576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defRPr sz="1600" b="1">
                <a:solidFill>
                  <a:srgbClr val="00FF8C"/>
                </a:solidFill>
                <a:latin typeface="Segoe UI"/>
                <a:ea typeface="Segoe UI"/>
                <a:cs typeface="Segoe UI"/>
              </a:defRPr>
            </a:pPr>
            <a:r>
              <a:t>2. CHECK 90</a:t>
            </a:r>
          </a:p>
        </p:txBody>
      </p:sp>
      <p:sp>
        <p:nvSpPr>
          <p:cNvPr id="16" name="TextBox 15">
            <a:extLst xmlns:a="http://schemas.openxmlformats.org/drawingml/2006/main">
              <a:ext uri="{FF2B5EF4-FFF2-40B4-BE49-F238E27FC236}">
                <a16:creationId xmlns:a16="http://schemas.microsoft.com/office/drawing/2014/main" id="{2E975D0D-A7B5-4E91-8139-9B926E5047A0}"/>
              </a:ext>
            </a:extLst>
          </p:cNvPr>
          <p:cNvSpPr>
            <a:spLocks xmlns:a="http://schemas.openxmlformats.org/drawingml/2006/main" noGrp="1"/>
          </p:cNvSpPr>
          <p:nvPr/>
        </p:nvSpPr>
        <p:spPr>
          <a:xfrm xmlns:a="http://schemas.openxmlformats.org/drawingml/2006/main">
            <a:off x="6492240" y="2057400"/>
            <a:ext cx="5212080" cy="27432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defRPr sz="1200" b="0">
                <a:solidFill>
                  <a:srgbClr val="E6EBF5"/>
                </a:solidFill>
                <a:latin typeface="Segoe UI"/>
                <a:ea typeface="Segoe UI"/>
                <a:cs typeface="Segoe UI"/>
              </a:defRPr>
            </a:pPr>
            <a:r>
              <a:t>82 &gt;= 90 is false</a:t>
            </a:r>
          </a:p>
        </p:txBody>
      </p:sp>
      <p:sp>
        <p:nvSpPr>
          <p:cNvPr id="17" name="TextBox 16">
            <a:extLst xmlns:a="http://schemas.openxmlformats.org/drawingml/2006/main">
              <a:ext uri="{FF2B5EF4-FFF2-40B4-BE49-F238E27FC236}">
                <a16:creationId xmlns:a16="http://schemas.microsoft.com/office/drawing/2014/main" id="{B009920E-FBBA-43A3-902A-C425D22C4D40}"/>
              </a:ext>
            </a:extLst>
          </p:cNvPr>
          <p:cNvSpPr>
            <a:spLocks xmlns:a="http://schemas.openxmlformats.org/drawingml/2006/main" noGrp="1"/>
          </p:cNvSpPr>
          <p:nvPr/>
        </p:nvSpPr>
        <p:spPr>
          <a:xfrm xmlns:a="http://schemas.openxmlformats.org/drawingml/2006/main">
            <a:off x="6492240" y="2313432"/>
            <a:ext cx="5212080" cy="27432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defRPr sz="1200" b="0">
                <a:solidFill>
                  <a:srgbClr val="E6EBF5"/>
                </a:solidFill>
                <a:latin typeface="Segoe UI"/>
                <a:ea typeface="Segoe UI"/>
                <a:cs typeface="Segoe UI"/>
              </a:defRPr>
            </a:pPr>
            <a:r>
              <a:t>Move down</a:t>
            </a:r>
          </a:p>
        </p:txBody>
      </p:sp>
      <p:sp>
        <p:nvSpPr>
          <p:cNvPr id="18" name="TextBox 17">
            <a:extLst xmlns:a="http://schemas.openxmlformats.org/drawingml/2006/main">
              <a:ext uri="{FF2B5EF4-FFF2-40B4-BE49-F238E27FC236}">
                <a16:creationId xmlns:a16="http://schemas.microsoft.com/office/drawing/2014/main" id="{988389EC-0F46-460B-879E-122152B5B69B}"/>
              </a:ext>
            </a:extLst>
          </p:cNvPr>
          <p:cNvSpPr>
            <a:spLocks xmlns:a="http://schemas.openxmlformats.org/drawingml/2006/main" noGrp="1"/>
          </p:cNvSpPr>
          <p:nvPr/>
        </p:nvSpPr>
        <p:spPr>
          <a:xfrm xmlns:a="http://schemas.openxmlformats.org/drawingml/2006/main">
            <a:off x="6492240" y="2569464"/>
            <a:ext cx="5212080" cy="27432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defRPr sz="1200" b="0">
                <a:solidFill>
                  <a:srgbClr val="E6EBF5"/>
                </a:solidFill>
                <a:latin typeface="Segoe UI"/>
                <a:ea typeface="Segoe UI"/>
                <a:cs typeface="Segoe UI"/>
              </a:defRPr>
            </a:pPr>
            <a:r>
              <a:t>Nothing prints yet</a:t>
            </a:r>
          </a:p>
        </p:txBody>
      </p:sp>
      <p:sp>
        <p:nvSpPr>
          <p:cNvPr id="19" name="Rounded Rectangle 18">
            <a:extLst xmlns:a="http://schemas.openxmlformats.org/drawingml/2006/main">
              <a:ext uri="{FF2B5EF4-FFF2-40B4-BE49-F238E27FC236}">
                <a16:creationId xmlns:a16="http://schemas.microsoft.com/office/drawing/2014/main" id="{D5560DDE-8F7B-4F22-8A87-73AA12DCA13F}"/>
              </a:ext>
            </a:extLst>
          </p:cNvPr>
          <p:cNvSpPr>
            <a:spLocks xmlns:a="http://schemas.openxmlformats.org/drawingml/2006/main" noGrp="1"/>
          </p:cNvSpPr>
          <p:nvPr/>
        </p:nvSpPr>
        <p:spPr>
          <a:xfrm xmlns:a="http://schemas.openxmlformats.org/drawingml/2006/main">
            <a:off x="365760" y="3931920"/>
            <a:ext cx="5577840" cy="2103120"/>
          </a:xfrm>
          <a:prstGeom xmlns:a="http://schemas.openxmlformats.org/drawingml/2006/main" prst="roundRect">
            <a:avLst/>
          </a:prstGeom>
          <a:solidFill xmlns:a="http://schemas.openxmlformats.org/drawingml/2006/main">
            <a:srgbClr val="121A32">
              <a:alpha val="70000"/>
            </a:srgbClr>
          </a:solidFill>
          <a:ln xmlns:a="http://schemas.openxmlformats.org/drawingml/2006/main" w="12700">
            <a:noFill/>
          </a:ln>
          <a:effectLst xmlns:a="http://schemas.openxmlformats.org/drawingml/2006/main">
            <a:outerShdw blurRad="127000" dist="50800" dir="8100000" rotWithShape="0">
              <a:srgbClr val="000000">
                <a:alpha val="40000"/>
              </a:srgbClr>
            </a:outerShdw>
          </a:effectLst>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20" name="Rectangle 19">
            <a:extLst xmlns:a="http://schemas.openxmlformats.org/drawingml/2006/main">
              <a:ext uri="{FF2B5EF4-FFF2-40B4-BE49-F238E27FC236}">
                <a16:creationId xmlns:a16="http://schemas.microsoft.com/office/drawing/2014/main" id="{C877E3A6-9811-4104-A391-543DD5CF1576}"/>
              </a:ext>
            </a:extLst>
          </p:cNvPr>
          <p:cNvSpPr>
            <a:spLocks xmlns:a="http://schemas.openxmlformats.org/drawingml/2006/main" noGrp="1"/>
          </p:cNvSpPr>
          <p:nvPr/>
        </p:nvSpPr>
        <p:spPr>
          <a:xfrm xmlns:a="http://schemas.openxmlformats.org/drawingml/2006/main">
            <a:off x="384048" y="3950208"/>
            <a:ext cx="5541264" cy="54864"/>
          </a:xfrm>
          <a:prstGeom xmlns:a="http://schemas.openxmlformats.org/drawingml/2006/main" prst="rect">
            <a:avLst/>
          </a:prstGeom>
          <a:solidFill xmlns:a="http://schemas.openxmlformats.org/drawingml/2006/main">
            <a:srgbClr val="A050FF"/>
          </a:solidFill>
          <a:ln xmlns:a="http://schemas.openxmlformats.org/drawingml/2006/main">
            <a:noFill/>
          </a:ln>
          <a:effectLst xmlns:a="http://schemas.openxmlformats.org/drawingml/2006/main">
            <a:glow rad="50800">
              <a:srgbClr val="A050FF">
                <a:alpha val="40000"/>
              </a:srgbClr>
            </a:glow>
          </a:effectLst>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21" name="TextBox 20">
            <a:extLst xmlns:a="http://schemas.openxmlformats.org/drawingml/2006/main">
              <a:ext uri="{FF2B5EF4-FFF2-40B4-BE49-F238E27FC236}">
                <a16:creationId xmlns:a16="http://schemas.microsoft.com/office/drawing/2014/main" id="{CC248041-DD86-4689-88BF-BCEF5545BB73}"/>
              </a:ext>
            </a:extLst>
          </p:cNvPr>
          <p:cNvSpPr>
            <a:spLocks xmlns:a="http://schemas.openxmlformats.org/drawingml/2006/main" noGrp="1"/>
          </p:cNvSpPr>
          <p:nvPr/>
        </p:nvSpPr>
        <p:spPr>
          <a:xfrm xmlns:a="http://schemas.openxmlformats.org/drawingml/2006/main">
            <a:off x="548640" y="4096512"/>
            <a:ext cx="5212080" cy="36576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defRPr sz="1600" b="1">
                <a:solidFill>
                  <a:srgbClr val="A050FF"/>
                </a:solidFill>
                <a:latin typeface="Segoe UI"/>
                <a:ea typeface="Segoe UI"/>
                <a:cs typeface="Segoe UI"/>
              </a:defRPr>
            </a:pPr>
            <a:r>
              <a:t>3. CHECK 70</a:t>
            </a:r>
          </a:p>
        </p:txBody>
      </p:sp>
      <p:sp>
        <p:nvSpPr>
          <p:cNvPr id="22" name="TextBox 21">
            <a:extLst xmlns:a="http://schemas.openxmlformats.org/drawingml/2006/main">
              <a:ext uri="{FF2B5EF4-FFF2-40B4-BE49-F238E27FC236}">
                <a16:creationId xmlns:a16="http://schemas.microsoft.com/office/drawing/2014/main" id="{6647EE28-3DE4-4A93-897A-125BE9825CC9}"/>
              </a:ext>
            </a:extLst>
          </p:cNvPr>
          <p:cNvSpPr>
            <a:spLocks xmlns:a="http://schemas.openxmlformats.org/drawingml/2006/main" noGrp="1"/>
          </p:cNvSpPr>
          <p:nvPr/>
        </p:nvSpPr>
        <p:spPr>
          <a:xfrm xmlns:a="http://schemas.openxmlformats.org/drawingml/2006/main">
            <a:off x="548640" y="4480560"/>
            <a:ext cx="5212080" cy="27432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defRPr sz="1200" b="0">
                <a:solidFill>
                  <a:srgbClr val="E6EBF5"/>
                </a:solidFill>
                <a:latin typeface="Segoe UI"/>
                <a:ea typeface="Segoe UI"/>
                <a:cs typeface="Segoe UI"/>
              </a:defRPr>
            </a:pPr>
            <a:r>
              <a:t>82 &gt;= 70 is true</a:t>
            </a:r>
          </a:p>
        </p:txBody>
      </p:sp>
      <p:sp>
        <p:nvSpPr>
          <p:cNvPr id="23" name="TextBox 22">
            <a:extLst xmlns:a="http://schemas.openxmlformats.org/drawingml/2006/main">
              <a:ext uri="{FF2B5EF4-FFF2-40B4-BE49-F238E27FC236}">
                <a16:creationId xmlns:a16="http://schemas.microsoft.com/office/drawing/2014/main" id="{5DEDD8EC-768A-4592-BE7B-ACF88D9ABD66}"/>
              </a:ext>
            </a:extLst>
          </p:cNvPr>
          <p:cNvSpPr>
            <a:spLocks xmlns:a="http://schemas.openxmlformats.org/drawingml/2006/main" noGrp="1"/>
          </p:cNvSpPr>
          <p:nvPr/>
        </p:nvSpPr>
        <p:spPr>
          <a:xfrm xmlns:a="http://schemas.openxmlformats.org/drawingml/2006/main">
            <a:off x="548640" y="4736592"/>
            <a:ext cx="5212080" cy="27432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defRPr sz="1200" b="0">
                <a:solidFill>
                  <a:srgbClr val="E6EBF5"/>
                </a:solidFill>
                <a:latin typeface="Segoe UI"/>
                <a:ea typeface="Segoe UI"/>
                <a:cs typeface="Segoe UI"/>
              </a:defRPr>
            </a:pPr>
            <a:r>
              <a:t>Print Hero</a:t>
            </a:r>
          </a:p>
        </p:txBody>
      </p:sp>
      <p:sp>
        <p:nvSpPr>
          <p:cNvPr id="24" name="TextBox 23">
            <a:extLst xmlns:a="http://schemas.openxmlformats.org/drawingml/2006/main">
              <a:ext uri="{FF2B5EF4-FFF2-40B4-BE49-F238E27FC236}">
                <a16:creationId xmlns:a16="http://schemas.microsoft.com/office/drawing/2014/main" id="{B93435DC-D5CC-4AD1-A05C-147E057A2ACB}"/>
              </a:ext>
            </a:extLst>
          </p:cNvPr>
          <p:cNvSpPr>
            <a:spLocks xmlns:a="http://schemas.openxmlformats.org/drawingml/2006/main" noGrp="1"/>
          </p:cNvSpPr>
          <p:nvPr/>
        </p:nvSpPr>
        <p:spPr>
          <a:xfrm xmlns:a="http://schemas.openxmlformats.org/drawingml/2006/main">
            <a:off x="548640" y="4992624"/>
            <a:ext cx="5212080" cy="27432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defRPr sz="1200" b="0">
                <a:solidFill>
                  <a:srgbClr val="E6EBF5"/>
                </a:solidFill>
                <a:latin typeface="Segoe UI"/>
                <a:ea typeface="Segoe UI"/>
                <a:cs typeface="Segoe UI"/>
              </a:defRPr>
            </a:pPr>
            <a:r>
              <a:t>First true branch</a:t>
            </a:r>
          </a:p>
        </p:txBody>
      </p:sp>
      <p:sp>
        <p:nvSpPr>
          <p:cNvPr id="25" name="Rounded Rectangle 24">
            <a:extLst xmlns:a="http://schemas.openxmlformats.org/drawingml/2006/main">
              <a:ext uri="{FF2B5EF4-FFF2-40B4-BE49-F238E27FC236}">
                <a16:creationId xmlns:a16="http://schemas.microsoft.com/office/drawing/2014/main" id="{31094A69-2CFA-443E-B15C-C0995C6B7FE1}"/>
              </a:ext>
            </a:extLst>
          </p:cNvPr>
          <p:cNvSpPr>
            <a:spLocks xmlns:a="http://schemas.openxmlformats.org/drawingml/2006/main" noGrp="1"/>
          </p:cNvSpPr>
          <p:nvPr/>
        </p:nvSpPr>
        <p:spPr>
          <a:xfrm xmlns:a="http://schemas.openxmlformats.org/drawingml/2006/main">
            <a:off x="6309360" y="3931920"/>
            <a:ext cx="5577840" cy="2103120"/>
          </a:xfrm>
          <a:prstGeom xmlns:a="http://schemas.openxmlformats.org/drawingml/2006/main" prst="roundRect">
            <a:avLst/>
          </a:prstGeom>
          <a:solidFill xmlns:a="http://schemas.openxmlformats.org/drawingml/2006/main">
            <a:srgbClr val="121A32">
              <a:alpha val="70000"/>
            </a:srgbClr>
          </a:solidFill>
          <a:ln xmlns:a="http://schemas.openxmlformats.org/drawingml/2006/main" w="12700">
            <a:noFill/>
          </a:ln>
          <a:effectLst xmlns:a="http://schemas.openxmlformats.org/drawingml/2006/main">
            <a:outerShdw blurRad="127000" dist="50800" dir="8100000" rotWithShape="0">
              <a:srgbClr val="000000">
                <a:alpha val="40000"/>
              </a:srgbClr>
            </a:outerShdw>
          </a:effectLst>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26" name="Rectangle 25">
            <a:extLst xmlns:a="http://schemas.openxmlformats.org/drawingml/2006/main">
              <a:ext uri="{FF2B5EF4-FFF2-40B4-BE49-F238E27FC236}">
                <a16:creationId xmlns:a16="http://schemas.microsoft.com/office/drawing/2014/main" id="{02ED9EE2-7962-4EAF-8C99-089888C9A1F8}"/>
              </a:ext>
            </a:extLst>
          </p:cNvPr>
          <p:cNvSpPr>
            <a:spLocks xmlns:a="http://schemas.openxmlformats.org/drawingml/2006/main" noGrp="1"/>
          </p:cNvSpPr>
          <p:nvPr/>
        </p:nvSpPr>
        <p:spPr>
          <a:xfrm xmlns:a="http://schemas.openxmlformats.org/drawingml/2006/main">
            <a:off x="6327648" y="3950208"/>
            <a:ext cx="5541264" cy="54864"/>
          </a:xfrm>
          <a:prstGeom xmlns:a="http://schemas.openxmlformats.org/drawingml/2006/main" prst="rect">
            <a:avLst/>
          </a:prstGeom>
          <a:solidFill xmlns:a="http://schemas.openxmlformats.org/drawingml/2006/main">
            <a:srgbClr val="FFA014"/>
          </a:solidFill>
          <a:ln xmlns:a="http://schemas.openxmlformats.org/drawingml/2006/main">
            <a:noFill/>
          </a:ln>
          <a:effectLst xmlns:a="http://schemas.openxmlformats.org/drawingml/2006/main">
            <a:glow rad="50800">
              <a:srgbClr val="FFA014">
                <a:alpha val="40000"/>
              </a:srgbClr>
            </a:glow>
          </a:effectLst>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27" name="TextBox 26">
            <a:extLst xmlns:a="http://schemas.openxmlformats.org/drawingml/2006/main">
              <a:ext uri="{FF2B5EF4-FFF2-40B4-BE49-F238E27FC236}">
                <a16:creationId xmlns:a16="http://schemas.microsoft.com/office/drawing/2014/main" id="{444E529A-F76C-4995-8262-C905B537CE7E}"/>
              </a:ext>
            </a:extLst>
          </p:cNvPr>
          <p:cNvSpPr>
            <a:spLocks xmlns:a="http://schemas.openxmlformats.org/drawingml/2006/main" noGrp="1"/>
          </p:cNvSpPr>
          <p:nvPr/>
        </p:nvSpPr>
        <p:spPr>
          <a:xfrm xmlns:a="http://schemas.openxmlformats.org/drawingml/2006/main">
            <a:off x="6492240" y="4096512"/>
            <a:ext cx="5212080" cy="36576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defRPr sz="1600" b="1">
                <a:solidFill>
                  <a:srgbClr val="FFA014"/>
                </a:solidFill>
                <a:latin typeface="Segoe UI"/>
                <a:ea typeface="Segoe UI"/>
                <a:cs typeface="Segoe UI"/>
              </a:defRPr>
            </a:pPr>
            <a:r>
              <a:t>4. STOP</a:t>
            </a:r>
          </a:p>
        </p:txBody>
      </p:sp>
      <p:sp>
        <p:nvSpPr>
          <p:cNvPr id="28" name="TextBox 27">
            <a:extLst xmlns:a="http://schemas.openxmlformats.org/drawingml/2006/main">
              <a:ext uri="{FF2B5EF4-FFF2-40B4-BE49-F238E27FC236}">
                <a16:creationId xmlns:a16="http://schemas.microsoft.com/office/drawing/2014/main" id="{AB364A47-6DEA-41AA-BCF0-EC3B0D539B67}"/>
              </a:ext>
            </a:extLst>
          </p:cNvPr>
          <p:cNvSpPr>
            <a:spLocks xmlns:a="http://schemas.openxmlformats.org/drawingml/2006/main" noGrp="1"/>
          </p:cNvSpPr>
          <p:nvPr/>
        </p:nvSpPr>
        <p:spPr>
          <a:xfrm xmlns:a="http://schemas.openxmlformats.org/drawingml/2006/main">
            <a:off x="6492240" y="4480560"/>
            <a:ext cx="5212080" cy="27432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defRPr sz="1200" b="0">
                <a:solidFill>
                  <a:srgbClr val="E6EBF5"/>
                </a:solidFill>
                <a:latin typeface="Segoe UI"/>
                <a:ea typeface="Segoe UI"/>
                <a:cs typeface="Segoe UI"/>
              </a:defRPr>
            </a:pPr>
            <a:r>
              <a:t>Ignore lower branches</a:t>
            </a:r>
          </a:p>
        </p:txBody>
      </p:sp>
      <p:sp>
        <p:nvSpPr>
          <p:cNvPr id="29" name="TextBox 28">
            <a:extLst xmlns:a="http://schemas.openxmlformats.org/drawingml/2006/main">
              <a:ext uri="{FF2B5EF4-FFF2-40B4-BE49-F238E27FC236}">
                <a16:creationId xmlns:a16="http://schemas.microsoft.com/office/drawing/2014/main" id="{90356052-1EB4-47DC-AEF8-49AEE88BCE28}"/>
              </a:ext>
            </a:extLst>
          </p:cNvPr>
          <p:cNvSpPr>
            <a:spLocks xmlns:a="http://schemas.openxmlformats.org/drawingml/2006/main" noGrp="1"/>
          </p:cNvSpPr>
          <p:nvPr/>
        </p:nvSpPr>
        <p:spPr>
          <a:xfrm xmlns:a="http://schemas.openxmlformats.org/drawingml/2006/main">
            <a:off x="6492240" y="4736592"/>
            <a:ext cx="5212080" cy="27432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defRPr sz="1200" b="0">
                <a:solidFill>
                  <a:srgbClr val="E6EBF5"/>
                </a:solidFill>
                <a:latin typeface="Segoe UI"/>
                <a:ea typeface="Segoe UI"/>
                <a:cs typeface="Segoe UI"/>
              </a:defRPr>
            </a:pPr>
            <a:r>
              <a:t>One result</a:t>
            </a:r>
          </a:p>
        </p:txBody>
      </p:sp>
      <p:sp>
        <p:nvSpPr>
          <p:cNvPr id="30" name="TextBox 29">
            <a:extLst xmlns:a="http://schemas.openxmlformats.org/drawingml/2006/main">
              <a:ext uri="{FF2B5EF4-FFF2-40B4-BE49-F238E27FC236}">
                <a16:creationId xmlns:a16="http://schemas.microsoft.com/office/drawing/2014/main" id="{106E53AB-A24A-459C-BF73-24F9E5809121}"/>
              </a:ext>
            </a:extLst>
          </p:cNvPr>
          <p:cNvSpPr>
            <a:spLocks xmlns:a="http://schemas.openxmlformats.org/drawingml/2006/main" noGrp="1"/>
          </p:cNvSpPr>
          <p:nvPr/>
        </p:nvSpPr>
        <p:spPr>
          <a:xfrm xmlns:a="http://schemas.openxmlformats.org/drawingml/2006/main">
            <a:off x="6492240" y="4992624"/>
            <a:ext cx="5212080" cy="27432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defRPr sz="1200" b="0">
                <a:solidFill>
                  <a:srgbClr val="E6EBF5"/>
                </a:solidFill>
                <a:latin typeface="Segoe UI"/>
                <a:ea typeface="Segoe UI"/>
                <a:cs typeface="Segoe UI"/>
              </a:defRPr>
            </a:pPr>
            <a:r>
              <a:t>Hero wins</a:t>
            </a:r>
          </a:p>
        </p:txBody>
      </p:sp>
    </p:spTree>
    <p:extLst>
      <p:ext uri="{BB962C8B-B14F-4D97-AF65-F5344CB8AC3E}">
        <p14:creationId xmlns:p14="http://schemas.microsoft.com/office/powerpoint/2010/main" val="1611388872"/>
      </p:ext>
    </p:extLst>
  </p:cSld>
</p:sld>
</file>

<file path=ppt/slides/slide9.xml><?xml version="1.0" encoding="utf-8"?>
<p:sld xmlns:p="http://schemas.openxmlformats.org/presentationml/2006/main">
  <p:cSld>
    <p:spTree>
      <p:nvGrpSpPr>
        <p:cNvPr id="1" name=""/>
        <p:cNvGrpSpPr/>
        <p:nvPr/>
      </p:nvGrpSpPr>
      <p:grpSpPr>
        <a:xfrm xmlns:a="http://schemas.openxmlformats.org/drawingml/2006/main"/>
      </p:grpSpPr>
      <p:sp>
        <p:nvSpPr>
          <p:cNvPr id="2" name="Rectangle 1">
            <a:extLst xmlns:a="http://schemas.openxmlformats.org/drawingml/2006/main">
              <a:ext uri="{FF2B5EF4-FFF2-40B4-BE49-F238E27FC236}">
                <a16:creationId xmlns:a16="http://schemas.microsoft.com/office/drawing/2014/main" id="{77B19780-A215-4913-88C8-779B5B3DFAFF}"/>
              </a:ext>
            </a:extLst>
          </p:cNvPr>
          <p:cNvSpPr>
            <a:spLocks xmlns:a="http://schemas.openxmlformats.org/drawingml/2006/main" noGrp="1"/>
          </p:cNvSpPr>
          <p:nvPr/>
        </p:nvSpPr>
        <p:spPr>
          <a:xfrm xmlns:a="http://schemas.openxmlformats.org/drawingml/2006/main">
            <a:off x="0" y="0"/>
            <a:ext cx="12188952" cy="6858000"/>
          </a:xfrm>
          <a:prstGeom xmlns:a="http://schemas.openxmlformats.org/drawingml/2006/main" prst="rect">
            <a:avLst/>
          </a:prstGeom>
          <a:gradFill xmlns:a="http://schemas.openxmlformats.org/drawingml/2006/main" rotWithShape="1">
            <a:gsLst>
              <a:gs pos="0">
                <a:srgbClr val="080C18"/>
              </a:gs>
              <a:gs pos="100000">
                <a:srgbClr val="0C1224"/>
              </a:gs>
            </a:gsLst>
            <a:lin ang="16200000" scaled="1"/>
          </a:gra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Rectangle 2">
            <a:extLst xmlns:a="http://schemas.openxmlformats.org/drawingml/2006/main">
              <a:ext uri="{FF2B5EF4-FFF2-40B4-BE49-F238E27FC236}">
                <a16:creationId xmlns:a16="http://schemas.microsoft.com/office/drawing/2014/main" id="{A4949485-5765-4443-ADFF-D23D6E8D83C0}"/>
              </a:ext>
            </a:extLst>
          </p:cNvPr>
          <p:cNvSpPr>
            <a:spLocks xmlns:a="http://schemas.openxmlformats.org/drawingml/2006/main" noGrp="1"/>
          </p:cNvSpPr>
          <p:nvPr/>
        </p:nvSpPr>
        <p:spPr>
          <a:xfrm xmlns:a="http://schemas.openxmlformats.org/drawingml/2006/main">
            <a:off x="0" y="0"/>
            <a:ext cx="12188952" cy="1188720"/>
          </a:xfrm>
          <a:prstGeom xmlns:a="http://schemas.openxmlformats.org/drawingml/2006/main" prst="rect">
            <a:avLst/>
          </a:prstGeom>
          <a:gradFill xmlns:a="http://schemas.openxmlformats.org/drawingml/2006/main" rotWithShape="1">
            <a:gsLst>
              <a:gs pos="0">
                <a:srgbClr val="080C18"/>
              </a:gs>
              <a:gs pos="100000">
                <a:srgbClr val="0F1932"/>
              </a:gs>
            </a:gsLst>
            <a:lin ang="0" scaled="1"/>
          </a:gra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 name="Rectangle 3">
            <a:extLst xmlns:a="http://schemas.openxmlformats.org/drawingml/2006/main">
              <a:ext uri="{FF2B5EF4-FFF2-40B4-BE49-F238E27FC236}">
                <a16:creationId xmlns:a16="http://schemas.microsoft.com/office/drawing/2014/main" id="{C2C3D2F4-5309-4E44-86BB-3ED0261B6644}"/>
              </a:ext>
            </a:extLst>
          </p:cNvPr>
          <p:cNvSpPr>
            <a:spLocks xmlns:a="http://schemas.openxmlformats.org/drawingml/2006/main" noGrp="1"/>
          </p:cNvSpPr>
          <p:nvPr/>
        </p:nvSpPr>
        <p:spPr>
          <a:xfrm xmlns:a="http://schemas.openxmlformats.org/drawingml/2006/main">
            <a:off x="0" y="1188720"/>
            <a:ext cx="12188952" cy="36576"/>
          </a:xfrm>
          <a:prstGeom xmlns:a="http://schemas.openxmlformats.org/drawingml/2006/main" prst="rect">
            <a:avLst/>
          </a:prstGeom>
          <a:solidFill xmlns:a="http://schemas.openxmlformats.org/drawingml/2006/main">
            <a:srgbClr val="00F0FF"/>
          </a:solidFill>
          <a:ln xmlns:a="http://schemas.openxmlformats.org/drawingml/2006/main">
            <a:noFill/>
          </a:ln>
          <a:effectLst xmlns:a="http://schemas.openxmlformats.org/drawingml/2006/main">
            <a:glow rad="76200">
              <a:srgbClr val="00F0FF">
                <a:alpha val="30000"/>
              </a:srgbClr>
            </a:glow>
          </a:effectLst>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5" name="TextBox 4">
            <a:extLst xmlns:a="http://schemas.openxmlformats.org/drawingml/2006/main">
              <a:ext uri="{FF2B5EF4-FFF2-40B4-BE49-F238E27FC236}">
                <a16:creationId xmlns:a16="http://schemas.microsoft.com/office/drawing/2014/main" id="{4ABE0C3B-F127-414C-8122-B71F530D2C9D}"/>
              </a:ext>
            </a:extLst>
          </p:cNvPr>
          <p:cNvSpPr>
            <a:spLocks xmlns:a="http://schemas.openxmlformats.org/drawingml/2006/main" noGrp="1"/>
          </p:cNvSpPr>
          <p:nvPr/>
        </p:nvSpPr>
        <p:spPr>
          <a:xfrm xmlns:a="http://schemas.openxmlformats.org/drawingml/2006/main">
            <a:off x="548640" y="256032"/>
            <a:ext cx="11091672" cy="64008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defRPr sz="3400" b="1">
                <a:solidFill>
                  <a:srgbClr val="FFFFFF"/>
                </a:solidFill>
                <a:latin typeface="Segoe UI Semibold"/>
                <a:ea typeface="Segoe UI Semibold"/>
                <a:cs typeface="Segoe UI Semibold"/>
              </a:defRPr>
            </a:pPr>
            <a:r>
              <a:t>First true branch wins</a:t>
            </a:r>
          </a:p>
        </p:txBody>
      </p:sp>
      <p:sp>
        <p:nvSpPr>
          <p:cNvPr id="6" name="TextBox 5">
            <a:extLst xmlns:a="http://schemas.openxmlformats.org/drawingml/2006/main">
              <a:ext uri="{FF2B5EF4-FFF2-40B4-BE49-F238E27FC236}">
                <a16:creationId xmlns:a16="http://schemas.microsoft.com/office/drawing/2014/main" id="{5489D69F-E930-4AEC-8D57-3E2730A16AEE}"/>
              </a:ext>
            </a:extLst>
          </p:cNvPr>
          <p:cNvSpPr>
            <a:spLocks xmlns:a="http://schemas.openxmlformats.org/drawingml/2006/main" noGrp="1"/>
          </p:cNvSpPr>
          <p:nvPr/>
        </p:nvSpPr>
        <p:spPr>
          <a:xfrm xmlns:a="http://schemas.openxmlformats.org/drawingml/2006/main">
            <a:off x="548640" y="804672"/>
            <a:ext cx="11091672" cy="36576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defRPr sz="1500" b="0">
                <a:solidFill>
                  <a:srgbClr val="00F0FF"/>
                </a:solidFill>
                <a:latin typeface="Segoe UI"/>
                <a:ea typeface="Segoe UI"/>
                <a:cs typeface="Segoe UI"/>
              </a:defRPr>
            </a:pPr>
            <a:r>
              <a:t>A connected ladder chooses exactly one result</a:t>
            </a:r>
          </a:p>
        </p:txBody>
      </p:sp>
      <p:sp>
        <p:nvSpPr>
          <p:cNvPr id="7" name="Rounded Rectangle 6">
            <a:extLst xmlns:a="http://schemas.openxmlformats.org/drawingml/2006/main">
              <a:ext uri="{FF2B5EF4-FFF2-40B4-BE49-F238E27FC236}">
                <a16:creationId xmlns:a16="http://schemas.microsoft.com/office/drawing/2014/main" id="{E424B392-569A-47C3-9D84-521ACE30E0DA}"/>
              </a:ext>
            </a:extLst>
          </p:cNvPr>
          <p:cNvSpPr>
            <a:spLocks xmlns:a="http://schemas.openxmlformats.org/drawingml/2006/main" noGrp="1"/>
          </p:cNvSpPr>
          <p:nvPr/>
        </p:nvSpPr>
        <p:spPr>
          <a:xfrm xmlns:a="http://schemas.openxmlformats.org/drawingml/2006/main">
            <a:off x="457200" y="1554480"/>
            <a:ext cx="3474720" cy="1645920"/>
          </a:xfrm>
          <a:prstGeom xmlns:a="http://schemas.openxmlformats.org/drawingml/2006/main" prst="roundRect">
            <a:avLst/>
          </a:prstGeom>
          <a:solidFill xmlns:a="http://schemas.openxmlformats.org/drawingml/2006/main">
            <a:srgbClr val="00F0FF">
              <a:alpha val="8000"/>
            </a:srgbClr>
          </a:solidFill>
          <a:ln xmlns:a="http://schemas.openxmlformats.org/drawingml/2006/main" w="19050">
            <a:solidFill>
              <a:srgbClr val="00F0FF"/>
            </a:solidFill>
          </a:ln>
          <a:effectLst xmlns:a="http://schemas.openxmlformats.org/drawingml/2006/main">
            <a:glow rad="76200">
              <a:srgbClr val="00F0FF">
                <a:alpha val="35000"/>
              </a:srgbClr>
            </a:glow>
          </a:effectLst>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wrap="square" anchor="ctr"/>
          <a:lstStyle xmlns:a="http://schemas.openxmlformats.org/drawingml/2006/main"/>
          <a:p xmlns:a="http://schemas.openxmlformats.org/drawingml/2006/main">
            <a:pPr algn="ctr">
              <a:spcBef>
                <a:spcPts val="800"/>
              </a:spcBef>
              <a:buNone/>
              <a:defRPr sz="2200" b="1">
                <a:solidFill>
                  <a:srgbClr val="FFFFFF"/>
                </a:solidFill>
                <a:latin typeface="Segoe UI"/>
                <a:ea typeface="Segoe UI"/>
                <a:cs typeface="Segoe UI"/>
              </a:defRPr>
            </a:pPr>
            <a:r>
              <a:t>&gt;= 90?</a:t>
            </a:r>
          </a:p>
          <a:p xmlns:a="http://schemas.openxmlformats.org/drawingml/2006/main">
            <a:pPr algn="ctr">
              <a:spcBef>
                <a:spcPts val="800"/>
              </a:spcBef>
              <a:buNone/>
              <a:defRPr sz="2200" b="1">
                <a:solidFill>
                  <a:srgbClr val="FFFFFF"/>
                </a:solidFill>
                <a:latin typeface="Segoe UI"/>
                <a:ea typeface="Segoe UI"/>
                <a:cs typeface="Segoe UI"/>
              </a:defRPr>
            </a:pPr>
            <a:r>
              <a:t>false</a:t>
            </a:r>
          </a:p>
        </p:txBody>
      </p:sp>
      <p:sp>
        <p:nvSpPr>
          <p:cNvPr id="8" name="Rounded Rectangle 7">
            <a:extLst xmlns:a="http://schemas.openxmlformats.org/drawingml/2006/main">
              <a:ext uri="{FF2B5EF4-FFF2-40B4-BE49-F238E27FC236}">
                <a16:creationId xmlns:a16="http://schemas.microsoft.com/office/drawing/2014/main" id="{A51EB11B-7933-4E7B-8175-70E038EB5989}"/>
              </a:ext>
            </a:extLst>
          </p:cNvPr>
          <p:cNvSpPr>
            <a:spLocks xmlns:a="http://schemas.openxmlformats.org/drawingml/2006/main" noGrp="1"/>
          </p:cNvSpPr>
          <p:nvPr/>
        </p:nvSpPr>
        <p:spPr>
          <a:xfrm xmlns:a="http://schemas.openxmlformats.org/drawingml/2006/main">
            <a:off x="4297680" y="1554480"/>
            <a:ext cx="3474720" cy="1645920"/>
          </a:xfrm>
          <a:prstGeom xmlns:a="http://schemas.openxmlformats.org/drawingml/2006/main" prst="roundRect">
            <a:avLst/>
          </a:prstGeom>
          <a:solidFill xmlns:a="http://schemas.openxmlformats.org/drawingml/2006/main">
            <a:srgbClr val="A050FF">
              <a:alpha val="8000"/>
            </a:srgbClr>
          </a:solidFill>
          <a:ln xmlns:a="http://schemas.openxmlformats.org/drawingml/2006/main" w="19050">
            <a:solidFill>
              <a:srgbClr val="A050FF"/>
            </a:solidFill>
          </a:ln>
          <a:effectLst xmlns:a="http://schemas.openxmlformats.org/drawingml/2006/main">
            <a:glow rad="76200">
              <a:srgbClr val="A050FF">
                <a:alpha val="35000"/>
              </a:srgbClr>
            </a:glow>
          </a:effectLst>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wrap="square" anchor="ctr"/>
          <a:lstStyle xmlns:a="http://schemas.openxmlformats.org/drawingml/2006/main"/>
          <a:p xmlns:a="http://schemas.openxmlformats.org/drawingml/2006/main">
            <a:pPr algn="ctr">
              <a:spcBef>
                <a:spcPts val="800"/>
              </a:spcBef>
              <a:buNone/>
              <a:defRPr sz="2200" b="1">
                <a:solidFill>
                  <a:srgbClr val="FFFFFF"/>
                </a:solidFill>
                <a:latin typeface="Segoe UI"/>
                <a:ea typeface="Segoe UI"/>
                <a:cs typeface="Segoe UI"/>
              </a:defRPr>
            </a:pPr>
            <a:r>
              <a:t>Move down</a:t>
            </a:r>
          </a:p>
        </p:txBody>
      </p:sp>
      <p:sp>
        <p:nvSpPr>
          <p:cNvPr id="9" name="Rounded Rectangle 8">
            <a:extLst xmlns:a="http://schemas.openxmlformats.org/drawingml/2006/main">
              <a:ext uri="{FF2B5EF4-FFF2-40B4-BE49-F238E27FC236}">
                <a16:creationId xmlns:a16="http://schemas.microsoft.com/office/drawing/2014/main" id="{E97F4477-5A66-4F6F-9F75-207C2E38C7A5}"/>
              </a:ext>
            </a:extLst>
          </p:cNvPr>
          <p:cNvSpPr>
            <a:spLocks xmlns:a="http://schemas.openxmlformats.org/drawingml/2006/main" noGrp="1"/>
          </p:cNvSpPr>
          <p:nvPr/>
        </p:nvSpPr>
        <p:spPr>
          <a:xfrm xmlns:a="http://schemas.openxmlformats.org/drawingml/2006/main">
            <a:off x="8138160" y="1554480"/>
            <a:ext cx="3474720" cy="1645920"/>
          </a:xfrm>
          <a:prstGeom xmlns:a="http://schemas.openxmlformats.org/drawingml/2006/main" prst="roundRect">
            <a:avLst/>
          </a:prstGeom>
          <a:solidFill xmlns:a="http://schemas.openxmlformats.org/drawingml/2006/main">
            <a:srgbClr val="00FF8C">
              <a:alpha val="8000"/>
            </a:srgbClr>
          </a:solidFill>
          <a:ln xmlns:a="http://schemas.openxmlformats.org/drawingml/2006/main" w="19050">
            <a:solidFill>
              <a:srgbClr val="00FF8C"/>
            </a:solidFill>
          </a:ln>
          <a:effectLst xmlns:a="http://schemas.openxmlformats.org/drawingml/2006/main">
            <a:glow rad="76200">
              <a:srgbClr val="00FF8C">
                <a:alpha val="35000"/>
              </a:srgbClr>
            </a:glow>
          </a:effectLst>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wrap="square" anchor="ctr"/>
          <a:lstStyle xmlns:a="http://schemas.openxmlformats.org/drawingml/2006/main"/>
          <a:p xmlns:a="http://schemas.openxmlformats.org/drawingml/2006/main">
            <a:pPr algn="ctr">
              <a:spcBef>
                <a:spcPts val="800"/>
              </a:spcBef>
              <a:buNone/>
              <a:defRPr sz="2200" b="1">
                <a:solidFill>
                  <a:srgbClr val="FFFFFF"/>
                </a:solidFill>
                <a:latin typeface="Segoe UI"/>
                <a:ea typeface="Segoe UI"/>
                <a:cs typeface="Segoe UI"/>
              </a:defRPr>
            </a:pPr>
            <a:r>
              <a:t>&gt;= 70?</a:t>
            </a:r>
          </a:p>
          <a:p xmlns:a="http://schemas.openxmlformats.org/drawingml/2006/main">
            <a:pPr algn="ctr">
              <a:spcBef>
                <a:spcPts val="800"/>
              </a:spcBef>
              <a:buNone/>
              <a:defRPr sz="2200" b="1">
                <a:solidFill>
                  <a:srgbClr val="FFFFFF"/>
                </a:solidFill>
                <a:latin typeface="Segoe UI"/>
                <a:ea typeface="Segoe UI"/>
                <a:cs typeface="Segoe UI"/>
              </a:defRPr>
            </a:pPr>
            <a:r>
              <a:t>true</a:t>
            </a:r>
          </a:p>
        </p:txBody>
      </p:sp>
      <p:sp>
        <p:nvSpPr>
          <p:cNvPr id="10" name="Rounded Rectangle 9">
            <a:extLst xmlns:a="http://schemas.openxmlformats.org/drawingml/2006/main">
              <a:ext uri="{FF2B5EF4-FFF2-40B4-BE49-F238E27FC236}">
                <a16:creationId xmlns:a16="http://schemas.microsoft.com/office/drawing/2014/main" id="{67493865-F97F-496F-AA1D-75D51989C3CD}"/>
              </a:ext>
            </a:extLst>
          </p:cNvPr>
          <p:cNvSpPr>
            <a:spLocks xmlns:a="http://schemas.openxmlformats.org/drawingml/2006/main" noGrp="1"/>
          </p:cNvSpPr>
          <p:nvPr/>
        </p:nvSpPr>
        <p:spPr>
          <a:xfrm xmlns:a="http://schemas.openxmlformats.org/drawingml/2006/main">
            <a:off x="457200" y="3566160"/>
            <a:ext cx="3474720" cy="1645920"/>
          </a:xfrm>
          <a:prstGeom xmlns:a="http://schemas.openxmlformats.org/drawingml/2006/main" prst="roundRect">
            <a:avLst/>
          </a:prstGeom>
          <a:gradFill xmlns:a="http://schemas.openxmlformats.org/drawingml/2006/main" rotWithShape="1">
            <a:gsLst>
              <a:gs pos="0">
                <a:srgbClr val="1EA0B4"/>
              </a:gs>
              <a:gs pos="100000">
                <a:srgbClr val="643CAA"/>
              </a:gs>
            </a:gsLst>
            <a:lin ang="16200000" scaled="1"/>
          </a:gradFill>
          <a:ln xmlns:a="http://schemas.openxmlformats.org/drawingml/2006/main">
            <a:noFill/>
          </a:ln>
          <a:effectLst xmlns:a="http://schemas.openxmlformats.org/drawingml/2006/main">
            <a:glow rad="101600">
              <a:srgbClr val="00F0FF">
                <a:alpha val="40000"/>
              </a:srgbClr>
            </a:glow>
            <a:outerShdw blurRad="76200" dist="0" dir="0" rotWithShape="0">
              <a:srgbClr val="000000">
                <a:alpha val="30000"/>
              </a:srgbClr>
            </a:outerShdw>
          </a:effectLst>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wrap="square" anchor="ctr"/>
          <a:lstStyle xmlns:a="http://schemas.openxmlformats.org/drawingml/2006/main"/>
          <a:p xmlns:a="http://schemas.openxmlformats.org/drawingml/2006/main">
            <a:pPr algn="ctr">
              <a:spcBef>
                <a:spcPts val="800"/>
              </a:spcBef>
              <a:buNone/>
              <a:defRPr sz="2000" b="1">
                <a:solidFill>
                  <a:srgbClr val="FFFFFF"/>
                </a:solidFill>
                <a:latin typeface="Segoe UI"/>
                <a:ea typeface="Segoe UI"/>
                <a:cs typeface="Segoe UI"/>
              </a:defRPr>
            </a:pPr>
            <a:r>
              <a:t>Run Hero</a:t>
            </a:r>
          </a:p>
        </p:txBody>
      </p:sp>
      <p:sp>
        <p:nvSpPr>
          <p:cNvPr id="11" name="Rounded Rectangle 10">
            <a:extLst xmlns:a="http://schemas.openxmlformats.org/drawingml/2006/main">
              <a:ext uri="{FF2B5EF4-FFF2-40B4-BE49-F238E27FC236}">
                <a16:creationId xmlns:a16="http://schemas.microsoft.com/office/drawing/2014/main" id="{BF182807-9500-4C29-9F38-5C31D163F49F}"/>
              </a:ext>
            </a:extLst>
          </p:cNvPr>
          <p:cNvSpPr>
            <a:spLocks xmlns:a="http://schemas.openxmlformats.org/drawingml/2006/main" noGrp="1"/>
          </p:cNvSpPr>
          <p:nvPr/>
        </p:nvSpPr>
        <p:spPr>
          <a:xfrm xmlns:a="http://schemas.openxmlformats.org/drawingml/2006/main">
            <a:off x="4297680" y="3566160"/>
            <a:ext cx="3474720" cy="1645920"/>
          </a:xfrm>
          <a:prstGeom xmlns:a="http://schemas.openxmlformats.org/drawingml/2006/main" prst="roundRect">
            <a:avLst/>
          </a:prstGeom>
          <a:gradFill xmlns:a="http://schemas.openxmlformats.org/drawingml/2006/main" rotWithShape="1">
            <a:gsLst>
              <a:gs pos="0">
                <a:srgbClr val="1EA064"/>
              </a:gs>
              <a:gs pos="100000">
                <a:srgbClr val="1EA0B4"/>
              </a:gs>
            </a:gsLst>
            <a:lin ang="16200000" scaled="1"/>
          </a:gradFill>
          <a:ln xmlns:a="http://schemas.openxmlformats.org/drawingml/2006/main">
            <a:noFill/>
          </a:ln>
          <a:effectLst xmlns:a="http://schemas.openxmlformats.org/drawingml/2006/main">
            <a:glow rad="101600">
              <a:srgbClr val="00FF8C">
                <a:alpha val="40000"/>
              </a:srgbClr>
            </a:glow>
            <a:outerShdw blurRad="76200" dist="0" dir="0" rotWithShape="0">
              <a:srgbClr val="000000">
                <a:alpha val="30000"/>
              </a:srgbClr>
            </a:outerShdw>
          </a:effectLst>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wrap="square" anchor="ctr"/>
          <a:lstStyle xmlns:a="http://schemas.openxmlformats.org/drawingml/2006/main"/>
          <a:p xmlns:a="http://schemas.openxmlformats.org/drawingml/2006/main">
            <a:pPr algn="ctr">
              <a:spcBef>
                <a:spcPts val="800"/>
              </a:spcBef>
              <a:buNone/>
              <a:defRPr sz="2000" b="1">
                <a:solidFill>
                  <a:srgbClr val="FFFFFF"/>
                </a:solidFill>
                <a:latin typeface="Segoe UI"/>
                <a:ea typeface="Segoe UI"/>
                <a:cs typeface="Segoe UI"/>
              </a:defRPr>
            </a:pPr>
            <a:r>
              <a:t>Stop ladder</a:t>
            </a:r>
          </a:p>
        </p:txBody>
      </p:sp>
      <p:sp>
        <p:nvSpPr>
          <p:cNvPr id="12" name="Rounded Rectangle 11">
            <a:extLst xmlns:a="http://schemas.openxmlformats.org/drawingml/2006/main">
              <a:ext uri="{FF2B5EF4-FFF2-40B4-BE49-F238E27FC236}">
                <a16:creationId xmlns:a16="http://schemas.microsoft.com/office/drawing/2014/main" id="{72F4F3D6-68CF-4451-A470-10385F65B077}"/>
              </a:ext>
            </a:extLst>
          </p:cNvPr>
          <p:cNvSpPr>
            <a:spLocks xmlns:a="http://schemas.openxmlformats.org/drawingml/2006/main" noGrp="1"/>
          </p:cNvSpPr>
          <p:nvPr/>
        </p:nvSpPr>
        <p:spPr>
          <a:xfrm xmlns:a="http://schemas.openxmlformats.org/drawingml/2006/main">
            <a:off x="8138160" y="3566160"/>
            <a:ext cx="3474720" cy="1645920"/>
          </a:xfrm>
          <a:prstGeom xmlns:a="http://schemas.openxmlformats.org/drawingml/2006/main" prst="roundRect">
            <a:avLst/>
          </a:prstGeom>
          <a:gradFill xmlns:a="http://schemas.openxmlformats.org/drawingml/2006/main" rotWithShape="1">
            <a:gsLst>
              <a:gs pos="0">
                <a:srgbClr val="C87814"/>
              </a:gs>
              <a:gs pos="100000">
                <a:srgbClr val="AA3282"/>
              </a:gs>
            </a:gsLst>
            <a:lin ang="16200000" scaled="1"/>
          </a:gradFill>
          <a:ln xmlns:a="http://schemas.openxmlformats.org/drawingml/2006/main">
            <a:noFill/>
          </a:ln>
          <a:effectLst xmlns:a="http://schemas.openxmlformats.org/drawingml/2006/main">
            <a:glow rad="101600">
              <a:srgbClr val="FFA014">
                <a:alpha val="40000"/>
              </a:srgbClr>
            </a:glow>
            <a:outerShdw blurRad="76200" dist="0" dir="0" rotWithShape="0">
              <a:srgbClr val="000000">
                <a:alpha val="30000"/>
              </a:srgbClr>
            </a:outerShdw>
          </a:effectLst>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wrap="square" anchor="ctr"/>
          <a:lstStyle xmlns:a="http://schemas.openxmlformats.org/drawingml/2006/main"/>
          <a:p xmlns:a="http://schemas.openxmlformats.org/drawingml/2006/main">
            <a:pPr algn="ctr">
              <a:spcBef>
                <a:spcPts val="800"/>
              </a:spcBef>
              <a:buNone/>
              <a:defRPr sz="2000" b="1">
                <a:solidFill>
                  <a:srgbClr val="FFFFFF"/>
                </a:solidFill>
                <a:latin typeface="Segoe UI"/>
                <a:ea typeface="Segoe UI"/>
                <a:cs typeface="Segoe UI"/>
              </a:defRPr>
            </a:pPr>
            <a:r>
              <a:t>Skip the rest</a:t>
            </a:r>
          </a:p>
        </p:txBody>
      </p:sp>
      <p:sp>
        <p:nvSpPr>
          <p:cNvPr id="13" name="Rounded Rectangle 12">
            <a:extLst xmlns:a="http://schemas.openxmlformats.org/drawingml/2006/main">
              <a:ext uri="{FF2B5EF4-FFF2-40B4-BE49-F238E27FC236}">
                <a16:creationId xmlns:a16="http://schemas.microsoft.com/office/drawing/2014/main" id="{2F1DE482-8A82-4220-AB9E-7E375F4AC58A}"/>
              </a:ext>
            </a:extLst>
          </p:cNvPr>
          <p:cNvSpPr>
            <a:spLocks xmlns:a="http://schemas.openxmlformats.org/drawingml/2006/main" noGrp="1"/>
          </p:cNvSpPr>
          <p:nvPr/>
        </p:nvSpPr>
        <p:spPr>
          <a:xfrm xmlns:a="http://schemas.openxmlformats.org/drawingml/2006/main">
            <a:off x="457200" y="5943600"/>
            <a:ext cx="11274552" cy="640080"/>
          </a:xfrm>
          <a:prstGeom xmlns:a="http://schemas.openxmlformats.org/drawingml/2006/main" prst="roundRect">
            <a:avLst/>
          </a:prstGeom>
          <a:solidFill xmlns:a="http://schemas.openxmlformats.org/drawingml/2006/main">
            <a:srgbClr val="00F0FF">
              <a:alpha val="10000"/>
            </a:srgbClr>
          </a:solidFill>
          <a:ln xmlns:a="http://schemas.openxmlformats.org/drawingml/2006/main" w="19050">
            <a:solidFill>
              <a:srgbClr val="00F0FF"/>
            </a:solidFill>
          </a:ln>
          <a:effectLst xmlns:a="http://schemas.openxmlformats.org/drawingml/2006/main">
            <a:glow rad="76200">
              <a:srgbClr val="00F0FF">
                <a:alpha val="35000"/>
              </a:srgbClr>
            </a:glow>
          </a:effectLst>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wrap="square" anchor="ctr"/>
          <a:lstStyle xmlns:a="http://schemas.openxmlformats.org/drawingml/2006/main"/>
          <a:p xmlns:a="http://schemas.openxmlformats.org/drawingml/2006/main">
            <a:pPr algn="ctr">
              <a:spcBef>
                <a:spcPts val="800"/>
              </a:spcBef>
              <a:buNone/>
              <a:defRPr sz="1600" b="1">
                <a:solidFill>
                  <a:srgbClr val="FFFFFF"/>
                </a:solidFill>
                <a:latin typeface="Segoe UI"/>
                <a:ea typeface="Segoe UI"/>
                <a:cs typeface="Segoe UI"/>
              </a:defRPr>
            </a:pPr>
            <a:r>
              <a:t>Top to bottom → first true → run → stop</a:t>
            </a:r>
          </a:p>
        </p:txBody>
      </p:sp>
    </p:spTree>
    <p:extLst>
      <p:ext uri="{BB962C8B-B14F-4D97-AF65-F5344CB8AC3E}">
        <p14:creationId xmlns:p14="http://schemas.microsoft.com/office/powerpoint/2010/main" val="731603439"/>
      </p:ext>
    </p:extLst>
  </p:cSld>
</p:sld>
</file>

<file path=ppt/slides/slide10.xml><?xml version="1.0" encoding="utf-8"?>
<p:sld xmlns:p="http://schemas.openxmlformats.org/presentationml/2006/main">
  <p:cSld>
    <p:spTree>
      <p:nvGrpSpPr>
        <p:cNvPr id="1" name=""/>
        <p:cNvGrpSpPr/>
        <p:nvPr/>
      </p:nvGrpSpPr>
      <p:grpSpPr>
        <a:xfrm xmlns:a="http://schemas.openxmlformats.org/drawingml/2006/main"/>
      </p:grpSpPr>
      <p:sp>
        <p:nvSpPr>
          <p:cNvPr id="2" name="Rectangle 1">
            <a:extLst xmlns:a="http://schemas.openxmlformats.org/drawingml/2006/main">
              <a:ext uri="{FF2B5EF4-FFF2-40B4-BE49-F238E27FC236}">
                <a16:creationId xmlns:a16="http://schemas.microsoft.com/office/drawing/2014/main" id="{0FB4FB54-2AC3-4C6F-AD95-EEBDA66BCFAD}"/>
              </a:ext>
            </a:extLst>
          </p:cNvPr>
          <p:cNvSpPr>
            <a:spLocks xmlns:a="http://schemas.openxmlformats.org/drawingml/2006/main" noGrp="1"/>
          </p:cNvSpPr>
          <p:nvPr/>
        </p:nvSpPr>
        <p:spPr>
          <a:xfrm xmlns:a="http://schemas.openxmlformats.org/drawingml/2006/main">
            <a:off x="0" y="0"/>
            <a:ext cx="12188952" cy="6858000"/>
          </a:xfrm>
          <a:prstGeom xmlns:a="http://schemas.openxmlformats.org/drawingml/2006/main" prst="rect">
            <a:avLst/>
          </a:prstGeom>
          <a:gradFill xmlns:a="http://schemas.openxmlformats.org/drawingml/2006/main" rotWithShape="1">
            <a:gsLst>
              <a:gs pos="0">
                <a:srgbClr val="080C18"/>
              </a:gs>
              <a:gs pos="100000">
                <a:srgbClr val="0C1224"/>
              </a:gs>
            </a:gsLst>
            <a:lin ang="16200000" scaled="1"/>
          </a:gra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Rectangle 2">
            <a:extLst xmlns:a="http://schemas.openxmlformats.org/drawingml/2006/main">
              <a:ext uri="{FF2B5EF4-FFF2-40B4-BE49-F238E27FC236}">
                <a16:creationId xmlns:a16="http://schemas.microsoft.com/office/drawing/2014/main" id="{78F2113C-C63F-41B0-ABA6-28F7C6E771F3}"/>
              </a:ext>
            </a:extLst>
          </p:cNvPr>
          <p:cNvSpPr>
            <a:spLocks xmlns:a="http://schemas.openxmlformats.org/drawingml/2006/main" noGrp="1"/>
          </p:cNvSpPr>
          <p:nvPr/>
        </p:nvSpPr>
        <p:spPr>
          <a:xfrm xmlns:a="http://schemas.openxmlformats.org/drawingml/2006/main">
            <a:off x="0" y="0"/>
            <a:ext cx="12188952" cy="1188720"/>
          </a:xfrm>
          <a:prstGeom xmlns:a="http://schemas.openxmlformats.org/drawingml/2006/main" prst="rect">
            <a:avLst/>
          </a:prstGeom>
          <a:gradFill xmlns:a="http://schemas.openxmlformats.org/drawingml/2006/main" rotWithShape="1">
            <a:gsLst>
              <a:gs pos="0">
                <a:srgbClr val="080C18"/>
              </a:gs>
              <a:gs pos="100000">
                <a:srgbClr val="0F1932"/>
              </a:gs>
            </a:gsLst>
            <a:lin ang="0" scaled="1"/>
          </a:gra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 name="Rectangle 3">
            <a:extLst xmlns:a="http://schemas.openxmlformats.org/drawingml/2006/main">
              <a:ext uri="{FF2B5EF4-FFF2-40B4-BE49-F238E27FC236}">
                <a16:creationId xmlns:a16="http://schemas.microsoft.com/office/drawing/2014/main" id="{8DBB1A7A-5ED5-4ED6-8FCB-A600908F06D8}"/>
              </a:ext>
            </a:extLst>
          </p:cNvPr>
          <p:cNvSpPr>
            <a:spLocks xmlns:a="http://schemas.openxmlformats.org/drawingml/2006/main" noGrp="1"/>
          </p:cNvSpPr>
          <p:nvPr/>
        </p:nvSpPr>
        <p:spPr>
          <a:xfrm xmlns:a="http://schemas.openxmlformats.org/drawingml/2006/main">
            <a:off x="0" y="1188720"/>
            <a:ext cx="12188952" cy="36576"/>
          </a:xfrm>
          <a:prstGeom xmlns:a="http://schemas.openxmlformats.org/drawingml/2006/main" prst="rect">
            <a:avLst/>
          </a:prstGeom>
          <a:solidFill xmlns:a="http://schemas.openxmlformats.org/drawingml/2006/main">
            <a:srgbClr val="00F0FF"/>
          </a:solidFill>
          <a:ln xmlns:a="http://schemas.openxmlformats.org/drawingml/2006/main">
            <a:noFill/>
          </a:ln>
          <a:effectLst xmlns:a="http://schemas.openxmlformats.org/drawingml/2006/main">
            <a:glow rad="76200">
              <a:srgbClr val="00F0FF">
                <a:alpha val="30000"/>
              </a:srgbClr>
            </a:glow>
          </a:effectLst>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5" name="TextBox 4">
            <a:extLst xmlns:a="http://schemas.openxmlformats.org/drawingml/2006/main">
              <a:ext uri="{FF2B5EF4-FFF2-40B4-BE49-F238E27FC236}">
                <a16:creationId xmlns:a16="http://schemas.microsoft.com/office/drawing/2014/main" id="{F8813B59-7084-4B21-BE64-0A97B7D9502A}"/>
              </a:ext>
            </a:extLst>
          </p:cNvPr>
          <p:cNvSpPr>
            <a:spLocks xmlns:a="http://schemas.openxmlformats.org/drawingml/2006/main" noGrp="1"/>
          </p:cNvSpPr>
          <p:nvPr/>
        </p:nvSpPr>
        <p:spPr>
          <a:xfrm xmlns:a="http://schemas.openxmlformats.org/drawingml/2006/main">
            <a:off x="548640" y="256032"/>
            <a:ext cx="11091672" cy="64008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defRPr sz="3400" b="1">
                <a:solidFill>
                  <a:srgbClr val="FFFFFF"/>
                </a:solidFill>
                <a:latin typeface="Segoe UI Semibold"/>
                <a:ea typeface="Segoe UI Semibold"/>
                <a:cs typeface="Segoe UI Semibold"/>
              </a:defRPr>
            </a:pPr>
            <a:r>
              <a:t>Build the Rank Engine together</a:t>
            </a:r>
          </a:p>
        </p:txBody>
      </p:sp>
      <p:sp>
        <p:nvSpPr>
          <p:cNvPr id="6" name="Oval 5">
            <a:extLst xmlns:a="http://schemas.openxmlformats.org/drawingml/2006/main">
              <a:ext uri="{FF2B5EF4-FFF2-40B4-BE49-F238E27FC236}">
                <a16:creationId xmlns:a16="http://schemas.microsoft.com/office/drawing/2014/main" id="{A9F2841E-136A-442F-B62D-23B9E2814076}"/>
              </a:ext>
            </a:extLst>
          </p:cNvPr>
          <p:cNvSpPr>
            <a:spLocks xmlns:a="http://schemas.openxmlformats.org/drawingml/2006/main" noGrp="1"/>
          </p:cNvSpPr>
          <p:nvPr/>
        </p:nvSpPr>
        <p:spPr>
          <a:xfrm xmlns:a="http://schemas.openxmlformats.org/drawingml/2006/main">
            <a:off x="731520" y="1572768"/>
            <a:ext cx="438912" cy="438912"/>
          </a:xfrm>
          <a:prstGeom xmlns:a="http://schemas.openxmlformats.org/drawingml/2006/main" prst="ellipse">
            <a:avLst/>
          </a:prstGeom>
          <a:solidFill xmlns:a="http://schemas.openxmlformats.org/drawingml/2006/main">
            <a:srgbClr val="00F0FF">
              <a:alpha val="20000"/>
            </a:srgbClr>
          </a:solidFill>
          <a:ln xmlns:a="http://schemas.openxmlformats.org/drawingml/2006/main" w="19050">
            <a:solidFill>
              <a:srgbClr val="00F0FF"/>
            </a:solidFill>
          </a:ln>
          <a:effectLst xmlns:a="http://schemas.openxmlformats.org/drawingml/2006/main">
            <a:glow rad="63500">
              <a:srgbClr val="00F0FF">
                <a:alpha val="35000"/>
              </a:srgbClr>
            </a:glow>
          </a:effectLst>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defRPr sz="1700" b="1">
                <a:solidFill>
                  <a:srgbClr val="00F0FF"/>
                </a:solidFill>
              </a:defRPr>
            </a:pPr>
            <a:r>
              <a:t>1</a:t>
            </a:r>
          </a:p>
        </p:txBody>
      </p:sp>
      <p:sp>
        <p:nvSpPr>
          <p:cNvPr id="7" name="TextBox 6">
            <a:extLst xmlns:a="http://schemas.openxmlformats.org/drawingml/2006/main">
              <a:ext uri="{FF2B5EF4-FFF2-40B4-BE49-F238E27FC236}">
                <a16:creationId xmlns:a16="http://schemas.microsoft.com/office/drawing/2014/main" id="{9AC911AD-30BB-4595-8502-663806DDF034}"/>
              </a:ext>
            </a:extLst>
          </p:cNvPr>
          <p:cNvSpPr>
            <a:spLocks xmlns:a="http://schemas.openxmlformats.org/drawingml/2006/main" noGrp="1"/>
          </p:cNvSpPr>
          <p:nvPr/>
        </p:nvSpPr>
        <p:spPr>
          <a:xfrm xmlns:a="http://schemas.openxmlformats.org/drawingml/2006/main">
            <a:off x="1417320" y="1600200"/>
            <a:ext cx="9601200" cy="41148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defRPr sz="1900" b="0">
                <a:solidFill>
                  <a:srgbClr val="E6EBF5"/>
                </a:solidFill>
                <a:latin typeface="Segoe UI"/>
                <a:ea typeface="Segoe UI"/>
                <a:cs typeface="Segoe UI"/>
              </a:defRPr>
            </a:pPr>
            <a:r>
              <a:t>Create the score variable</a:t>
            </a:r>
          </a:p>
        </p:txBody>
      </p:sp>
      <p:sp>
        <p:nvSpPr>
          <p:cNvPr id="8" name="Oval 7">
            <a:extLst xmlns:a="http://schemas.openxmlformats.org/drawingml/2006/main">
              <a:ext uri="{FF2B5EF4-FFF2-40B4-BE49-F238E27FC236}">
                <a16:creationId xmlns:a16="http://schemas.microsoft.com/office/drawing/2014/main" id="{A0B64122-068C-4AAF-B2B1-B17739BD82A1}"/>
              </a:ext>
            </a:extLst>
          </p:cNvPr>
          <p:cNvSpPr>
            <a:spLocks xmlns:a="http://schemas.openxmlformats.org/drawingml/2006/main" noGrp="1"/>
          </p:cNvSpPr>
          <p:nvPr/>
        </p:nvSpPr>
        <p:spPr>
          <a:xfrm xmlns:a="http://schemas.openxmlformats.org/drawingml/2006/main">
            <a:off x="731520" y="2286000"/>
            <a:ext cx="438912" cy="438912"/>
          </a:xfrm>
          <a:prstGeom xmlns:a="http://schemas.openxmlformats.org/drawingml/2006/main" prst="ellipse">
            <a:avLst/>
          </a:prstGeom>
          <a:solidFill xmlns:a="http://schemas.openxmlformats.org/drawingml/2006/main">
            <a:srgbClr val="A050FF">
              <a:alpha val="20000"/>
            </a:srgbClr>
          </a:solidFill>
          <a:ln xmlns:a="http://schemas.openxmlformats.org/drawingml/2006/main" w="19050">
            <a:solidFill>
              <a:srgbClr val="A050FF"/>
            </a:solidFill>
          </a:ln>
          <a:effectLst xmlns:a="http://schemas.openxmlformats.org/drawingml/2006/main">
            <a:glow rad="63500">
              <a:srgbClr val="A050FF">
                <a:alpha val="35000"/>
              </a:srgbClr>
            </a:glow>
          </a:effectLst>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defRPr sz="1700" b="1">
                <a:solidFill>
                  <a:srgbClr val="A050FF"/>
                </a:solidFill>
              </a:defRPr>
            </a:pPr>
            <a:r>
              <a:t>2</a:t>
            </a:r>
          </a:p>
        </p:txBody>
      </p:sp>
      <p:sp>
        <p:nvSpPr>
          <p:cNvPr id="9" name="TextBox 8">
            <a:extLst xmlns:a="http://schemas.openxmlformats.org/drawingml/2006/main">
              <a:ext uri="{FF2B5EF4-FFF2-40B4-BE49-F238E27FC236}">
                <a16:creationId xmlns:a16="http://schemas.microsoft.com/office/drawing/2014/main" id="{E4F5DCB3-03FE-4469-9F26-5D60982CF51D}"/>
              </a:ext>
            </a:extLst>
          </p:cNvPr>
          <p:cNvSpPr>
            <a:spLocks xmlns:a="http://schemas.openxmlformats.org/drawingml/2006/main" noGrp="1"/>
          </p:cNvSpPr>
          <p:nvPr/>
        </p:nvSpPr>
        <p:spPr>
          <a:xfrm xmlns:a="http://schemas.openxmlformats.org/drawingml/2006/main">
            <a:off x="1417320" y="2313432"/>
            <a:ext cx="9601200" cy="41148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defRPr sz="1900" b="0">
                <a:solidFill>
                  <a:srgbClr val="E6EBF5"/>
                </a:solidFill>
                <a:latin typeface="Segoe UI"/>
                <a:ea typeface="Segoe UI"/>
                <a:cs typeface="Segoe UI"/>
              </a:defRPr>
            </a:pPr>
            <a:r>
              <a:t>Add the highest if rule</a:t>
            </a:r>
          </a:p>
        </p:txBody>
      </p:sp>
      <p:sp>
        <p:nvSpPr>
          <p:cNvPr id="10" name="Oval 9">
            <a:extLst xmlns:a="http://schemas.openxmlformats.org/drawingml/2006/main">
              <a:ext uri="{FF2B5EF4-FFF2-40B4-BE49-F238E27FC236}">
                <a16:creationId xmlns:a16="http://schemas.microsoft.com/office/drawing/2014/main" id="{71A1B4D0-B8A6-49F9-9F9D-06FD9B4DF4BD}"/>
              </a:ext>
            </a:extLst>
          </p:cNvPr>
          <p:cNvSpPr>
            <a:spLocks xmlns:a="http://schemas.openxmlformats.org/drawingml/2006/main" noGrp="1"/>
          </p:cNvSpPr>
          <p:nvPr/>
        </p:nvSpPr>
        <p:spPr>
          <a:xfrm xmlns:a="http://schemas.openxmlformats.org/drawingml/2006/main">
            <a:off x="731520" y="2999232"/>
            <a:ext cx="438912" cy="438912"/>
          </a:xfrm>
          <a:prstGeom xmlns:a="http://schemas.openxmlformats.org/drawingml/2006/main" prst="ellipse">
            <a:avLst/>
          </a:prstGeom>
          <a:solidFill xmlns:a="http://schemas.openxmlformats.org/drawingml/2006/main">
            <a:srgbClr val="00FF8C">
              <a:alpha val="20000"/>
            </a:srgbClr>
          </a:solidFill>
          <a:ln xmlns:a="http://schemas.openxmlformats.org/drawingml/2006/main" w="19050">
            <a:solidFill>
              <a:srgbClr val="00FF8C"/>
            </a:solidFill>
          </a:ln>
          <a:effectLst xmlns:a="http://schemas.openxmlformats.org/drawingml/2006/main">
            <a:glow rad="63500">
              <a:srgbClr val="00FF8C">
                <a:alpha val="35000"/>
              </a:srgbClr>
            </a:glow>
          </a:effectLst>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defRPr sz="1700" b="1">
                <a:solidFill>
                  <a:srgbClr val="00FF8C"/>
                </a:solidFill>
              </a:defRPr>
            </a:pPr>
            <a:r>
              <a:t>3</a:t>
            </a:r>
          </a:p>
        </p:txBody>
      </p:sp>
      <p:sp>
        <p:nvSpPr>
          <p:cNvPr id="11" name="TextBox 10">
            <a:extLst xmlns:a="http://schemas.openxmlformats.org/drawingml/2006/main">
              <a:ext uri="{FF2B5EF4-FFF2-40B4-BE49-F238E27FC236}">
                <a16:creationId xmlns:a16="http://schemas.microsoft.com/office/drawing/2014/main" id="{B7F74192-81D2-4569-8CE7-EA6FA98A9A27}"/>
              </a:ext>
            </a:extLst>
          </p:cNvPr>
          <p:cNvSpPr>
            <a:spLocks xmlns:a="http://schemas.openxmlformats.org/drawingml/2006/main" noGrp="1"/>
          </p:cNvSpPr>
          <p:nvPr/>
        </p:nvSpPr>
        <p:spPr>
          <a:xfrm xmlns:a="http://schemas.openxmlformats.org/drawingml/2006/main">
            <a:off x="1417320" y="3026664"/>
            <a:ext cx="9601200" cy="41148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defRPr sz="1900" b="0">
                <a:solidFill>
                  <a:srgbClr val="E6EBF5"/>
                </a:solidFill>
                <a:latin typeface="Segoe UI"/>
                <a:ea typeface="Segoe UI"/>
                <a:cs typeface="Segoe UI"/>
              </a:defRPr>
            </a:pPr>
            <a:r>
              <a:t>Add the 70 else if</a:t>
            </a:r>
          </a:p>
        </p:txBody>
      </p:sp>
      <p:sp>
        <p:nvSpPr>
          <p:cNvPr id="12" name="Oval 11">
            <a:extLst xmlns:a="http://schemas.openxmlformats.org/drawingml/2006/main">
              <a:ext uri="{FF2B5EF4-FFF2-40B4-BE49-F238E27FC236}">
                <a16:creationId xmlns:a16="http://schemas.microsoft.com/office/drawing/2014/main" id="{9141AF2B-2704-460E-9C39-9B4753B94E1A}"/>
              </a:ext>
            </a:extLst>
          </p:cNvPr>
          <p:cNvSpPr>
            <a:spLocks xmlns:a="http://schemas.openxmlformats.org/drawingml/2006/main" noGrp="1"/>
          </p:cNvSpPr>
          <p:nvPr/>
        </p:nvSpPr>
        <p:spPr>
          <a:xfrm xmlns:a="http://schemas.openxmlformats.org/drawingml/2006/main">
            <a:off x="731520" y="3712464"/>
            <a:ext cx="438912" cy="438912"/>
          </a:xfrm>
          <a:prstGeom xmlns:a="http://schemas.openxmlformats.org/drawingml/2006/main" prst="ellipse">
            <a:avLst/>
          </a:prstGeom>
          <a:solidFill xmlns:a="http://schemas.openxmlformats.org/drawingml/2006/main">
            <a:srgbClr val="FFA014">
              <a:alpha val="20000"/>
            </a:srgbClr>
          </a:solidFill>
          <a:ln xmlns:a="http://schemas.openxmlformats.org/drawingml/2006/main" w="19050">
            <a:solidFill>
              <a:srgbClr val="FFA014"/>
            </a:solidFill>
          </a:ln>
          <a:effectLst xmlns:a="http://schemas.openxmlformats.org/drawingml/2006/main">
            <a:glow rad="63500">
              <a:srgbClr val="FFA014">
                <a:alpha val="35000"/>
              </a:srgbClr>
            </a:glow>
          </a:effectLst>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defRPr sz="1700" b="1">
                <a:solidFill>
                  <a:srgbClr val="FFA014"/>
                </a:solidFill>
              </a:defRPr>
            </a:pPr>
            <a:r>
              <a:t>4</a:t>
            </a:r>
          </a:p>
        </p:txBody>
      </p:sp>
      <p:sp>
        <p:nvSpPr>
          <p:cNvPr id="13" name="TextBox 12">
            <a:extLst xmlns:a="http://schemas.openxmlformats.org/drawingml/2006/main">
              <a:ext uri="{FF2B5EF4-FFF2-40B4-BE49-F238E27FC236}">
                <a16:creationId xmlns:a16="http://schemas.microsoft.com/office/drawing/2014/main" id="{0739E5D7-380C-4F85-9288-A286EBFEB06F}"/>
              </a:ext>
            </a:extLst>
          </p:cNvPr>
          <p:cNvSpPr>
            <a:spLocks xmlns:a="http://schemas.openxmlformats.org/drawingml/2006/main" noGrp="1"/>
          </p:cNvSpPr>
          <p:nvPr/>
        </p:nvSpPr>
        <p:spPr>
          <a:xfrm xmlns:a="http://schemas.openxmlformats.org/drawingml/2006/main">
            <a:off x="1417320" y="3739896"/>
            <a:ext cx="9601200" cy="41148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defRPr sz="1900" b="0">
                <a:solidFill>
                  <a:srgbClr val="E6EBF5"/>
                </a:solidFill>
                <a:latin typeface="Segoe UI"/>
                <a:ea typeface="Segoe UI"/>
                <a:cs typeface="Segoe UI"/>
              </a:defRPr>
            </a:pPr>
            <a:r>
              <a:t>Add the 50 else if</a:t>
            </a:r>
          </a:p>
        </p:txBody>
      </p:sp>
      <p:sp>
        <p:nvSpPr>
          <p:cNvPr id="14" name="Oval 13">
            <a:extLst xmlns:a="http://schemas.openxmlformats.org/drawingml/2006/main">
              <a:ext uri="{FF2B5EF4-FFF2-40B4-BE49-F238E27FC236}">
                <a16:creationId xmlns:a16="http://schemas.microsoft.com/office/drawing/2014/main" id="{B3F27987-DBF7-420E-B1E2-1BDC2350E246}"/>
              </a:ext>
            </a:extLst>
          </p:cNvPr>
          <p:cNvSpPr>
            <a:spLocks xmlns:a="http://schemas.openxmlformats.org/drawingml/2006/main" noGrp="1"/>
          </p:cNvSpPr>
          <p:nvPr/>
        </p:nvSpPr>
        <p:spPr>
          <a:xfrm xmlns:a="http://schemas.openxmlformats.org/drawingml/2006/main">
            <a:off x="731520" y="4425696"/>
            <a:ext cx="438912" cy="438912"/>
          </a:xfrm>
          <a:prstGeom xmlns:a="http://schemas.openxmlformats.org/drawingml/2006/main" prst="ellipse">
            <a:avLst/>
          </a:prstGeom>
          <a:solidFill xmlns:a="http://schemas.openxmlformats.org/drawingml/2006/main">
            <a:srgbClr val="FF32B4">
              <a:alpha val="20000"/>
            </a:srgbClr>
          </a:solidFill>
          <a:ln xmlns:a="http://schemas.openxmlformats.org/drawingml/2006/main" w="19050">
            <a:solidFill>
              <a:srgbClr val="FF32B4"/>
            </a:solidFill>
          </a:ln>
          <a:effectLst xmlns:a="http://schemas.openxmlformats.org/drawingml/2006/main">
            <a:glow rad="63500">
              <a:srgbClr val="FF32B4">
                <a:alpha val="35000"/>
              </a:srgbClr>
            </a:glow>
          </a:effectLst>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defRPr sz="1700" b="1">
                <a:solidFill>
                  <a:srgbClr val="FF32B4"/>
                </a:solidFill>
              </a:defRPr>
            </a:pPr>
            <a:r>
              <a:t>5</a:t>
            </a:r>
          </a:p>
        </p:txBody>
      </p:sp>
      <p:sp>
        <p:nvSpPr>
          <p:cNvPr id="15" name="TextBox 14">
            <a:extLst xmlns:a="http://schemas.openxmlformats.org/drawingml/2006/main">
              <a:ext uri="{FF2B5EF4-FFF2-40B4-BE49-F238E27FC236}">
                <a16:creationId xmlns:a16="http://schemas.microsoft.com/office/drawing/2014/main" id="{BF4FF5A5-E6EB-462B-A8A2-A2703C6DE29C}"/>
              </a:ext>
            </a:extLst>
          </p:cNvPr>
          <p:cNvSpPr>
            <a:spLocks xmlns:a="http://schemas.openxmlformats.org/drawingml/2006/main" noGrp="1"/>
          </p:cNvSpPr>
          <p:nvPr/>
        </p:nvSpPr>
        <p:spPr>
          <a:xfrm xmlns:a="http://schemas.openxmlformats.org/drawingml/2006/main">
            <a:off x="1417320" y="4453128"/>
            <a:ext cx="9601200" cy="41148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defRPr sz="1900" b="0">
                <a:solidFill>
                  <a:srgbClr val="E6EBF5"/>
                </a:solidFill>
                <a:latin typeface="Segoe UI"/>
                <a:ea typeface="Segoe UI"/>
                <a:cs typeface="Segoe UI"/>
              </a:defRPr>
            </a:pPr>
            <a:r>
              <a:t>Add the final else</a:t>
            </a:r>
          </a:p>
        </p:txBody>
      </p:sp>
      <p:sp>
        <p:nvSpPr>
          <p:cNvPr id="16" name="Oval 15">
            <a:extLst xmlns:a="http://schemas.openxmlformats.org/drawingml/2006/main">
              <a:ext uri="{FF2B5EF4-FFF2-40B4-BE49-F238E27FC236}">
                <a16:creationId xmlns:a16="http://schemas.microsoft.com/office/drawing/2014/main" id="{DD3047D6-0C8D-41C8-A963-2958761586C4}"/>
              </a:ext>
            </a:extLst>
          </p:cNvPr>
          <p:cNvSpPr>
            <a:spLocks xmlns:a="http://schemas.openxmlformats.org/drawingml/2006/main" noGrp="1"/>
          </p:cNvSpPr>
          <p:nvPr/>
        </p:nvSpPr>
        <p:spPr>
          <a:xfrm xmlns:a="http://schemas.openxmlformats.org/drawingml/2006/main">
            <a:off x="731520" y="5138928"/>
            <a:ext cx="438912" cy="438912"/>
          </a:xfrm>
          <a:prstGeom xmlns:a="http://schemas.openxmlformats.org/drawingml/2006/main" prst="ellipse">
            <a:avLst/>
          </a:prstGeom>
          <a:solidFill xmlns:a="http://schemas.openxmlformats.org/drawingml/2006/main">
            <a:srgbClr val="3C8CFF">
              <a:alpha val="20000"/>
            </a:srgbClr>
          </a:solidFill>
          <a:ln xmlns:a="http://schemas.openxmlformats.org/drawingml/2006/main" w="19050">
            <a:solidFill>
              <a:srgbClr val="3C8CFF"/>
            </a:solidFill>
          </a:ln>
          <a:effectLst xmlns:a="http://schemas.openxmlformats.org/drawingml/2006/main">
            <a:glow rad="63500">
              <a:srgbClr val="3C8CFF">
                <a:alpha val="35000"/>
              </a:srgbClr>
            </a:glow>
          </a:effectLst>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defRPr sz="1700" b="1">
                <a:solidFill>
                  <a:srgbClr val="3C8CFF"/>
                </a:solidFill>
              </a:defRPr>
            </a:pPr>
            <a:r>
              <a:t>6</a:t>
            </a:r>
          </a:p>
        </p:txBody>
      </p:sp>
      <p:sp>
        <p:nvSpPr>
          <p:cNvPr id="17" name="TextBox 16">
            <a:extLst xmlns:a="http://schemas.openxmlformats.org/drawingml/2006/main">
              <a:ext uri="{FF2B5EF4-FFF2-40B4-BE49-F238E27FC236}">
                <a16:creationId xmlns:a16="http://schemas.microsoft.com/office/drawing/2014/main" id="{5037F228-4454-47B7-BAEA-549E054DE22B}"/>
              </a:ext>
            </a:extLst>
          </p:cNvPr>
          <p:cNvSpPr>
            <a:spLocks xmlns:a="http://schemas.openxmlformats.org/drawingml/2006/main" noGrp="1"/>
          </p:cNvSpPr>
          <p:nvPr/>
        </p:nvSpPr>
        <p:spPr>
          <a:xfrm xmlns:a="http://schemas.openxmlformats.org/drawingml/2006/main">
            <a:off x="1417320" y="5166360"/>
            <a:ext cx="9601200" cy="41148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defRPr sz="1900" b="0">
                <a:solidFill>
                  <a:srgbClr val="E6EBF5"/>
                </a:solidFill>
                <a:latin typeface="Segoe UI"/>
                <a:ea typeface="Segoe UI"/>
                <a:cs typeface="Segoe UI"/>
              </a:defRPr>
            </a:pPr>
            <a:r>
              <a:t>Test several values</a:t>
            </a:r>
          </a:p>
        </p:txBody>
      </p:sp>
    </p:spTree>
    <p:extLst>
      <p:ext uri="{BB962C8B-B14F-4D97-AF65-F5344CB8AC3E}">
        <p14:creationId xmlns:p14="http://schemas.microsoft.com/office/powerpoint/2010/main" val="1013220158"/>
      </p:ext>
    </p:extLst>
  </p:cSld>
</p:sld>
</file>

<file path=ppt/slides/slide11.xml><?xml version="1.0" encoding="utf-8"?>
<p:sld xmlns:p="http://schemas.openxmlformats.org/presentationml/2006/main">
  <p:cSld>
    <p:spTree>
      <p:nvGrpSpPr>
        <p:cNvPr id="1" name=""/>
        <p:cNvGrpSpPr/>
        <p:nvPr/>
      </p:nvGrpSpPr>
      <p:grpSpPr>
        <a:xfrm xmlns:a="http://schemas.openxmlformats.org/drawingml/2006/main"/>
      </p:grpSpPr>
      <p:sp>
        <p:nvSpPr>
          <p:cNvPr id="2" name="Rectangle 1">
            <a:extLst xmlns:a="http://schemas.openxmlformats.org/drawingml/2006/main">
              <a:ext uri="{FF2B5EF4-FFF2-40B4-BE49-F238E27FC236}">
                <a16:creationId xmlns:a16="http://schemas.microsoft.com/office/drawing/2014/main" id="{8C5A3730-9128-4156-AD55-2E742CA1BB21}"/>
              </a:ext>
            </a:extLst>
          </p:cNvPr>
          <p:cNvSpPr>
            <a:spLocks xmlns:a="http://schemas.openxmlformats.org/drawingml/2006/main" noGrp="1"/>
          </p:cNvSpPr>
          <p:nvPr/>
        </p:nvSpPr>
        <p:spPr>
          <a:xfrm xmlns:a="http://schemas.openxmlformats.org/drawingml/2006/main">
            <a:off x="0" y="0"/>
            <a:ext cx="12188952" cy="6858000"/>
          </a:xfrm>
          <a:prstGeom xmlns:a="http://schemas.openxmlformats.org/drawingml/2006/main" prst="rect">
            <a:avLst/>
          </a:prstGeom>
          <a:gradFill xmlns:a="http://schemas.openxmlformats.org/drawingml/2006/main" rotWithShape="1">
            <a:gsLst>
              <a:gs pos="0">
                <a:srgbClr val="080C18"/>
              </a:gs>
              <a:gs pos="100000">
                <a:srgbClr val="0C1224"/>
              </a:gs>
            </a:gsLst>
            <a:lin ang="16200000" scaled="1"/>
          </a:gra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Rectangle 2">
            <a:extLst xmlns:a="http://schemas.openxmlformats.org/drawingml/2006/main">
              <a:ext uri="{FF2B5EF4-FFF2-40B4-BE49-F238E27FC236}">
                <a16:creationId xmlns:a16="http://schemas.microsoft.com/office/drawing/2014/main" id="{4F8297AF-BC8D-41FC-8584-766AA467A89C}"/>
              </a:ext>
            </a:extLst>
          </p:cNvPr>
          <p:cNvSpPr>
            <a:spLocks xmlns:a="http://schemas.openxmlformats.org/drawingml/2006/main" noGrp="1"/>
          </p:cNvSpPr>
          <p:nvPr/>
        </p:nvSpPr>
        <p:spPr>
          <a:xfrm xmlns:a="http://schemas.openxmlformats.org/drawingml/2006/main">
            <a:off x="0" y="0"/>
            <a:ext cx="12188952" cy="1188720"/>
          </a:xfrm>
          <a:prstGeom xmlns:a="http://schemas.openxmlformats.org/drawingml/2006/main" prst="rect">
            <a:avLst/>
          </a:prstGeom>
          <a:gradFill xmlns:a="http://schemas.openxmlformats.org/drawingml/2006/main" rotWithShape="1">
            <a:gsLst>
              <a:gs pos="0">
                <a:srgbClr val="080C18"/>
              </a:gs>
              <a:gs pos="100000">
                <a:srgbClr val="0F1932"/>
              </a:gs>
            </a:gsLst>
            <a:lin ang="0" scaled="1"/>
          </a:gra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 name="Rectangle 3">
            <a:extLst xmlns:a="http://schemas.openxmlformats.org/drawingml/2006/main">
              <a:ext uri="{FF2B5EF4-FFF2-40B4-BE49-F238E27FC236}">
                <a16:creationId xmlns:a16="http://schemas.microsoft.com/office/drawing/2014/main" id="{1605E291-2F7A-4319-A1C7-F25E5D140C8D}"/>
              </a:ext>
            </a:extLst>
          </p:cNvPr>
          <p:cNvSpPr>
            <a:spLocks xmlns:a="http://schemas.openxmlformats.org/drawingml/2006/main" noGrp="1"/>
          </p:cNvSpPr>
          <p:nvPr/>
        </p:nvSpPr>
        <p:spPr>
          <a:xfrm xmlns:a="http://schemas.openxmlformats.org/drawingml/2006/main">
            <a:off x="0" y="1188720"/>
            <a:ext cx="12188952" cy="36576"/>
          </a:xfrm>
          <a:prstGeom xmlns:a="http://schemas.openxmlformats.org/drawingml/2006/main" prst="rect">
            <a:avLst/>
          </a:prstGeom>
          <a:solidFill xmlns:a="http://schemas.openxmlformats.org/drawingml/2006/main">
            <a:srgbClr val="00F0FF"/>
          </a:solidFill>
          <a:ln xmlns:a="http://schemas.openxmlformats.org/drawingml/2006/main">
            <a:noFill/>
          </a:ln>
          <a:effectLst xmlns:a="http://schemas.openxmlformats.org/drawingml/2006/main">
            <a:glow rad="76200">
              <a:srgbClr val="00F0FF">
                <a:alpha val="30000"/>
              </a:srgbClr>
            </a:glow>
          </a:effectLst>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5" name="TextBox 4">
            <a:extLst xmlns:a="http://schemas.openxmlformats.org/drawingml/2006/main">
              <a:ext uri="{FF2B5EF4-FFF2-40B4-BE49-F238E27FC236}">
                <a16:creationId xmlns:a16="http://schemas.microsoft.com/office/drawing/2014/main" id="{C65439A8-2883-41F0-9FD0-CF5E3D688206}"/>
              </a:ext>
            </a:extLst>
          </p:cNvPr>
          <p:cNvSpPr>
            <a:spLocks xmlns:a="http://schemas.openxmlformats.org/drawingml/2006/main" noGrp="1"/>
          </p:cNvSpPr>
          <p:nvPr/>
        </p:nvSpPr>
        <p:spPr>
          <a:xfrm xmlns:a="http://schemas.openxmlformats.org/drawingml/2006/main">
            <a:off x="548640" y="256032"/>
            <a:ext cx="11091672" cy="64008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defRPr sz="3400" b="1">
                <a:solidFill>
                  <a:srgbClr val="FFFFFF"/>
                </a:solidFill>
                <a:latin typeface="Segoe UI Semibold"/>
                <a:ea typeface="Segoe UI Semibold"/>
                <a:cs typeface="Segoe UI Semibold"/>
              </a:defRPr>
            </a:pPr>
            <a:r>
              <a:t>Rank Engine: one connected ladder</a:t>
            </a:r>
          </a:p>
        </p:txBody>
      </p:sp>
      <p:sp>
        <p:nvSpPr>
          <p:cNvPr id="6" name="TextBox 5">
            <a:extLst xmlns:a="http://schemas.openxmlformats.org/drawingml/2006/main">
              <a:ext uri="{FF2B5EF4-FFF2-40B4-BE49-F238E27FC236}">
                <a16:creationId xmlns:a16="http://schemas.microsoft.com/office/drawing/2014/main" id="{44BBA9E3-C937-4F4D-8380-F33350362FC5}"/>
              </a:ext>
            </a:extLst>
          </p:cNvPr>
          <p:cNvSpPr>
            <a:spLocks xmlns:a="http://schemas.openxmlformats.org/drawingml/2006/main" noGrp="1"/>
          </p:cNvSpPr>
          <p:nvPr/>
        </p:nvSpPr>
        <p:spPr>
          <a:xfrm xmlns:a="http://schemas.openxmlformats.org/drawingml/2006/main">
            <a:off x="548640" y="804672"/>
            <a:ext cx="11091672" cy="36576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defRPr sz="1500" b="0">
                <a:solidFill>
                  <a:srgbClr val="00F0FF"/>
                </a:solidFill>
                <a:latin typeface="Segoe UI"/>
                <a:ea typeface="Segoe UI"/>
                <a:cs typeface="Segoe UI"/>
              </a:defRPr>
            </a:pPr>
            <a:r>
              <a:t>Change only score, then predict before Run</a:t>
            </a:r>
          </a:p>
        </p:txBody>
      </p:sp>
      <p:sp>
        <p:nvSpPr>
          <p:cNvPr id="7" name="Rounded Rectangle 6">
            <a:extLst xmlns:a="http://schemas.openxmlformats.org/drawingml/2006/main">
              <a:ext uri="{FF2B5EF4-FFF2-40B4-BE49-F238E27FC236}">
                <a16:creationId xmlns:a16="http://schemas.microsoft.com/office/drawing/2014/main" id="{3118AEC6-B5B6-4336-8C65-DB6E3AA66501}"/>
              </a:ext>
            </a:extLst>
          </p:cNvPr>
          <p:cNvSpPr>
            <a:spLocks xmlns:a="http://schemas.openxmlformats.org/drawingml/2006/main" noGrp="1"/>
          </p:cNvSpPr>
          <p:nvPr/>
        </p:nvSpPr>
        <p:spPr>
          <a:xfrm xmlns:a="http://schemas.openxmlformats.org/drawingml/2006/main">
            <a:off x="365760" y="1508760"/>
            <a:ext cx="5577840" cy="2103120"/>
          </a:xfrm>
          <a:prstGeom xmlns:a="http://schemas.openxmlformats.org/drawingml/2006/main" prst="roundRect">
            <a:avLst/>
          </a:prstGeom>
          <a:solidFill xmlns:a="http://schemas.openxmlformats.org/drawingml/2006/main">
            <a:srgbClr val="121A32">
              <a:alpha val="70000"/>
            </a:srgbClr>
          </a:solidFill>
          <a:ln xmlns:a="http://schemas.openxmlformats.org/drawingml/2006/main" w="12700">
            <a:noFill/>
          </a:ln>
          <a:effectLst xmlns:a="http://schemas.openxmlformats.org/drawingml/2006/main">
            <a:outerShdw blurRad="127000" dist="50800" dir="8100000" rotWithShape="0">
              <a:srgbClr val="000000">
                <a:alpha val="40000"/>
              </a:srgbClr>
            </a:outerShdw>
          </a:effectLst>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8" name="Rectangle 7">
            <a:extLst xmlns:a="http://schemas.openxmlformats.org/drawingml/2006/main">
              <a:ext uri="{FF2B5EF4-FFF2-40B4-BE49-F238E27FC236}">
                <a16:creationId xmlns:a16="http://schemas.microsoft.com/office/drawing/2014/main" id="{8EC162AB-2051-4A04-9117-66CD75AC9613}"/>
              </a:ext>
            </a:extLst>
          </p:cNvPr>
          <p:cNvSpPr>
            <a:spLocks xmlns:a="http://schemas.openxmlformats.org/drawingml/2006/main" noGrp="1"/>
          </p:cNvSpPr>
          <p:nvPr/>
        </p:nvSpPr>
        <p:spPr>
          <a:xfrm xmlns:a="http://schemas.openxmlformats.org/drawingml/2006/main">
            <a:off x="384048" y="1527048"/>
            <a:ext cx="5541264" cy="54864"/>
          </a:xfrm>
          <a:prstGeom xmlns:a="http://schemas.openxmlformats.org/drawingml/2006/main" prst="rect">
            <a:avLst/>
          </a:prstGeom>
          <a:solidFill xmlns:a="http://schemas.openxmlformats.org/drawingml/2006/main">
            <a:srgbClr val="00F0FF"/>
          </a:solidFill>
          <a:ln xmlns:a="http://schemas.openxmlformats.org/drawingml/2006/main">
            <a:noFill/>
          </a:ln>
          <a:effectLst xmlns:a="http://schemas.openxmlformats.org/drawingml/2006/main">
            <a:glow rad="50800">
              <a:srgbClr val="00F0FF">
                <a:alpha val="40000"/>
              </a:srgbClr>
            </a:glow>
          </a:effectLst>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9" name="TextBox 8">
            <a:extLst xmlns:a="http://schemas.openxmlformats.org/drawingml/2006/main">
              <a:ext uri="{FF2B5EF4-FFF2-40B4-BE49-F238E27FC236}">
                <a16:creationId xmlns:a16="http://schemas.microsoft.com/office/drawing/2014/main" id="{DE576467-E6E6-4423-881E-BC79F724B6DF}"/>
              </a:ext>
            </a:extLst>
          </p:cNvPr>
          <p:cNvSpPr>
            <a:spLocks xmlns:a="http://schemas.openxmlformats.org/drawingml/2006/main" noGrp="1"/>
          </p:cNvSpPr>
          <p:nvPr/>
        </p:nvSpPr>
        <p:spPr>
          <a:xfrm xmlns:a="http://schemas.openxmlformats.org/drawingml/2006/main">
            <a:off x="548640" y="1673352"/>
            <a:ext cx="5212080" cy="36576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defRPr sz="1600" b="1">
                <a:solidFill>
                  <a:srgbClr val="00F0FF"/>
                </a:solidFill>
                <a:latin typeface="Segoe UI"/>
                <a:ea typeface="Segoe UI"/>
                <a:cs typeface="Segoe UI"/>
              </a:defRPr>
            </a:pPr>
            <a:r>
              <a:t>START</a:t>
            </a:r>
          </a:p>
        </p:txBody>
      </p:sp>
      <p:sp>
        <p:nvSpPr>
          <p:cNvPr id="10" name="TextBox 9">
            <a:extLst xmlns:a="http://schemas.openxmlformats.org/drawingml/2006/main">
              <a:ext uri="{FF2B5EF4-FFF2-40B4-BE49-F238E27FC236}">
                <a16:creationId xmlns:a16="http://schemas.microsoft.com/office/drawing/2014/main" id="{A76E4C09-6D88-4C3F-B943-1EC7560B1A51}"/>
              </a:ext>
            </a:extLst>
          </p:cNvPr>
          <p:cNvSpPr>
            <a:spLocks xmlns:a="http://schemas.openxmlformats.org/drawingml/2006/main" noGrp="1"/>
          </p:cNvSpPr>
          <p:nvPr/>
        </p:nvSpPr>
        <p:spPr>
          <a:xfrm xmlns:a="http://schemas.openxmlformats.org/drawingml/2006/main">
            <a:off x="548640" y="2057400"/>
            <a:ext cx="5212080" cy="27432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defRPr sz="1200" b="0">
                <a:solidFill>
                  <a:srgbClr val="E6EBF5"/>
                </a:solidFill>
                <a:latin typeface="Segoe UI"/>
                <a:ea typeface="Segoe UI"/>
                <a:cs typeface="Segoe UI"/>
              </a:defRPr>
            </a:pPr>
            <a:r>
              <a:t>const score: number = 82;</a:t>
            </a:r>
          </a:p>
        </p:txBody>
      </p:sp>
      <p:sp>
        <p:nvSpPr>
          <p:cNvPr id="11" name="TextBox 10">
            <a:extLst xmlns:a="http://schemas.openxmlformats.org/drawingml/2006/main">
              <a:ext uri="{FF2B5EF4-FFF2-40B4-BE49-F238E27FC236}">
                <a16:creationId xmlns:a16="http://schemas.microsoft.com/office/drawing/2014/main" id="{6EA13D38-78B0-46D4-BF7E-862ADB7C90BA}"/>
              </a:ext>
            </a:extLst>
          </p:cNvPr>
          <p:cNvSpPr>
            <a:spLocks xmlns:a="http://schemas.openxmlformats.org/drawingml/2006/main" noGrp="1"/>
          </p:cNvSpPr>
          <p:nvPr/>
        </p:nvSpPr>
        <p:spPr>
          <a:xfrm xmlns:a="http://schemas.openxmlformats.org/drawingml/2006/main">
            <a:off x="548640" y="2313432"/>
            <a:ext cx="5212080" cy="27432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defRPr sz="1200" b="0">
                <a:solidFill>
                  <a:srgbClr val="E6EBF5"/>
                </a:solidFill>
                <a:latin typeface="Segoe UI"/>
                <a:ea typeface="Segoe UI"/>
                <a:cs typeface="Segoe UI"/>
              </a:defRPr>
            </a:pPr>
            <a:r>
              <a:t/>
            </a:r>
          </a:p>
        </p:txBody>
      </p:sp>
      <p:sp>
        <p:nvSpPr>
          <p:cNvPr id="12" name="TextBox 11">
            <a:extLst xmlns:a="http://schemas.openxmlformats.org/drawingml/2006/main">
              <a:ext uri="{FF2B5EF4-FFF2-40B4-BE49-F238E27FC236}">
                <a16:creationId xmlns:a16="http://schemas.microsoft.com/office/drawing/2014/main" id="{E9013996-892C-4DE8-A47F-E3FFE5C300C3}"/>
              </a:ext>
            </a:extLst>
          </p:cNvPr>
          <p:cNvSpPr>
            <a:spLocks xmlns:a="http://schemas.openxmlformats.org/drawingml/2006/main" noGrp="1"/>
          </p:cNvSpPr>
          <p:nvPr/>
        </p:nvSpPr>
        <p:spPr>
          <a:xfrm xmlns:a="http://schemas.openxmlformats.org/drawingml/2006/main">
            <a:off x="548640" y="2569464"/>
            <a:ext cx="5212080" cy="27432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defRPr sz="1200" b="0">
                <a:solidFill>
                  <a:srgbClr val="E6EBF5"/>
                </a:solidFill>
                <a:latin typeface="Segoe UI"/>
                <a:ea typeface="Segoe UI"/>
                <a:cs typeface="Segoe UI"/>
              </a:defRPr>
            </a:pPr>
            <a:r>
              <a:t>Predict before Run</a:t>
            </a:r>
          </a:p>
        </p:txBody>
      </p:sp>
      <p:sp>
        <p:nvSpPr>
          <p:cNvPr id="13" name="Rounded Rectangle 12">
            <a:extLst xmlns:a="http://schemas.openxmlformats.org/drawingml/2006/main">
              <a:ext uri="{FF2B5EF4-FFF2-40B4-BE49-F238E27FC236}">
                <a16:creationId xmlns:a16="http://schemas.microsoft.com/office/drawing/2014/main" id="{F0362A3A-4667-4029-AD23-E698126B98B0}"/>
              </a:ext>
            </a:extLst>
          </p:cNvPr>
          <p:cNvSpPr>
            <a:spLocks xmlns:a="http://schemas.openxmlformats.org/drawingml/2006/main" noGrp="1"/>
          </p:cNvSpPr>
          <p:nvPr/>
        </p:nvSpPr>
        <p:spPr>
          <a:xfrm xmlns:a="http://schemas.openxmlformats.org/drawingml/2006/main">
            <a:off x="6309360" y="1508760"/>
            <a:ext cx="5577840" cy="2103120"/>
          </a:xfrm>
          <a:prstGeom xmlns:a="http://schemas.openxmlformats.org/drawingml/2006/main" prst="roundRect">
            <a:avLst/>
          </a:prstGeom>
          <a:solidFill xmlns:a="http://schemas.openxmlformats.org/drawingml/2006/main">
            <a:srgbClr val="121A32">
              <a:alpha val="70000"/>
            </a:srgbClr>
          </a:solidFill>
          <a:ln xmlns:a="http://schemas.openxmlformats.org/drawingml/2006/main" w="12700">
            <a:noFill/>
          </a:ln>
          <a:effectLst xmlns:a="http://schemas.openxmlformats.org/drawingml/2006/main">
            <a:outerShdw blurRad="127000" dist="50800" dir="8100000" rotWithShape="0">
              <a:srgbClr val="000000">
                <a:alpha val="40000"/>
              </a:srgbClr>
            </a:outerShdw>
          </a:effectLst>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4" name="Rectangle 13">
            <a:extLst xmlns:a="http://schemas.openxmlformats.org/drawingml/2006/main">
              <a:ext uri="{FF2B5EF4-FFF2-40B4-BE49-F238E27FC236}">
                <a16:creationId xmlns:a16="http://schemas.microsoft.com/office/drawing/2014/main" id="{4640A243-0FC5-427E-96F8-103C41B217AB}"/>
              </a:ext>
            </a:extLst>
          </p:cNvPr>
          <p:cNvSpPr>
            <a:spLocks xmlns:a="http://schemas.openxmlformats.org/drawingml/2006/main" noGrp="1"/>
          </p:cNvSpPr>
          <p:nvPr/>
        </p:nvSpPr>
        <p:spPr>
          <a:xfrm xmlns:a="http://schemas.openxmlformats.org/drawingml/2006/main">
            <a:off x="6327648" y="1527048"/>
            <a:ext cx="5541264" cy="54864"/>
          </a:xfrm>
          <a:prstGeom xmlns:a="http://schemas.openxmlformats.org/drawingml/2006/main" prst="rect">
            <a:avLst/>
          </a:prstGeom>
          <a:solidFill xmlns:a="http://schemas.openxmlformats.org/drawingml/2006/main">
            <a:srgbClr val="00FF8C"/>
          </a:solidFill>
          <a:ln xmlns:a="http://schemas.openxmlformats.org/drawingml/2006/main">
            <a:noFill/>
          </a:ln>
          <a:effectLst xmlns:a="http://schemas.openxmlformats.org/drawingml/2006/main">
            <a:glow rad="50800">
              <a:srgbClr val="00FF8C">
                <a:alpha val="40000"/>
              </a:srgbClr>
            </a:glow>
          </a:effectLst>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5" name="TextBox 14">
            <a:extLst xmlns:a="http://schemas.openxmlformats.org/drawingml/2006/main">
              <a:ext uri="{FF2B5EF4-FFF2-40B4-BE49-F238E27FC236}">
                <a16:creationId xmlns:a16="http://schemas.microsoft.com/office/drawing/2014/main" id="{897D1B14-FD98-4146-ABB8-46010C32F573}"/>
              </a:ext>
            </a:extLst>
          </p:cNvPr>
          <p:cNvSpPr>
            <a:spLocks xmlns:a="http://schemas.openxmlformats.org/drawingml/2006/main" noGrp="1"/>
          </p:cNvSpPr>
          <p:nvPr/>
        </p:nvSpPr>
        <p:spPr>
          <a:xfrm xmlns:a="http://schemas.openxmlformats.org/drawingml/2006/main">
            <a:off x="6492240" y="1673352"/>
            <a:ext cx="5212080" cy="36576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defRPr sz="1600" b="1">
                <a:solidFill>
                  <a:srgbClr val="00FF8C"/>
                </a:solidFill>
                <a:latin typeface="Segoe UI"/>
                <a:ea typeface="Segoe UI"/>
                <a:cs typeface="Segoe UI"/>
              </a:defRPr>
            </a:pPr>
            <a:r>
              <a:t>FIRST CHECK</a:t>
            </a:r>
          </a:p>
        </p:txBody>
      </p:sp>
      <p:sp>
        <p:nvSpPr>
          <p:cNvPr id="16" name="TextBox 15">
            <a:extLst xmlns:a="http://schemas.openxmlformats.org/drawingml/2006/main">
              <a:ext uri="{FF2B5EF4-FFF2-40B4-BE49-F238E27FC236}">
                <a16:creationId xmlns:a16="http://schemas.microsoft.com/office/drawing/2014/main" id="{2E975D0D-A7B5-4E91-8139-9B926E5047A0}"/>
              </a:ext>
            </a:extLst>
          </p:cNvPr>
          <p:cNvSpPr>
            <a:spLocks xmlns:a="http://schemas.openxmlformats.org/drawingml/2006/main" noGrp="1"/>
          </p:cNvSpPr>
          <p:nvPr/>
        </p:nvSpPr>
        <p:spPr>
          <a:xfrm xmlns:a="http://schemas.openxmlformats.org/drawingml/2006/main">
            <a:off x="6492240" y="2057400"/>
            <a:ext cx="5212080" cy="27432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defRPr sz="1200" b="0">
                <a:solidFill>
                  <a:srgbClr val="E6EBF5"/>
                </a:solidFill>
                <a:latin typeface="Segoe UI"/>
                <a:ea typeface="Segoe UI"/>
                <a:cs typeface="Segoe UI"/>
              </a:defRPr>
            </a:pPr>
            <a:r>
              <a:t>if (score &gt;= 90) {</a:t>
            </a:r>
          </a:p>
        </p:txBody>
      </p:sp>
      <p:sp>
        <p:nvSpPr>
          <p:cNvPr id="17" name="TextBox 16">
            <a:extLst xmlns:a="http://schemas.openxmlformats.org/drawingml/2006/main">
              <a:ext uri="{FF2B5EF4-FFF2-40B4-BE49-F238E27FC236}">
                <a16:creationId xmlns:a16="http://schemas.microsoft.com/office/drawing/2014/main" id="{B009920E-FBBA-43A3-902A-C425D22C4D40}"/>
              </a:ext>
            </a:extLst>
          </p:cNvPr>
          <p:cNvSpPr>
            <a:spLocks xmlns:a="http://schemas.openxmlformats.org/drawingml/2006/main" noGrp="1"/>
          </p:cNvSpPr>
          <p:nvPr/>
        </p:nvSpPr>
        <p:spPr>
          <a:xfrm xmlns:a="http://schemas.openxmlformats.org/drawingml/2006/main">
            <a:off x="6492240" y="2313432"/>
            <a:ext cx="5212080" cy="27432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defRPr sz="1200" b="0">
                <a:solidFill>
                  <a:srgbClr val="E6EBF5"/>
                </a:solidFill>
                <a:latin typeface="Segoe UI"/>
                <a:ea typeface="Segoe UI"/>
                <a:cs typeface="Segoe UI"/>
              </a:defRPr>
            </a:pPr>
            <a:r>
              <a:t>  console.log("Legendary");</a:t>
            </a:r>
          </a:p>
        </p:txBody>
      </p:sp>
      <p:sp>
        <p:nvSpPr>
          <p:cNvPr id="18" name="TextBox 17">
            <a:extLst xmlns:a="http://schemas.openxmlformats.org/drawingml/2006/main">
              <a:ext uri="{FF2B5EF4-FFF2-40B4-BE49-F238E27FC236}">
                <a16:creationId xmlns:a16="http://schemas.microsoft.com/office/drawing/2014/main" id="{988389EC-0F46-460B-879E-122152B5B69B}"/>
              </a:ext>
            </a:extLst>
          </p:cNvPr>
          <p:cNvSpPr>
            <a:spLocks xmlns:a="http://schemas.openxmlformats.org/drawingml/2006/main" noGrp="1"/>
          </p:cNvSpPr>
          <p:nvPr/>
        </p:nvSpPr>
        <p:spPr>
          <a:xfrm xmlns:a="http://schemas.openxmlformats.org/drawingml/2006/main">
            <a:off x="6492240" y="2569464"/>
            <a:ext cx="5212080" cy="27432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defRPr sz="1200" b="0">
                <a:solidFill>
                  <a:srgbClr val="E6EBF5"/>
                </a:solidFill>
                <a:latin typeface="Segoe UI"/>
                <a:ea typeface="Segoe UI"/>
                <a:cs typeface="Segoe UI"/>
              </a:defRPr>
            </a:pPr>
            <a:r>
              <a:t>} else if (score &gt;= 70) {</a:t>
            </a:r>
          </a:p>
        </p:txBody>
      </p:sp>
      <p:sp>
        <p:nvSpPr>
          <p:cNvPr id="19" name="Rounded Rectangle 18">
            <a:extLst xmlns:a="http://schemas.openxmlformats.org/drawingml/2006/main">
              <a:ext uri="{FF2B5EF4-FFF2-40B4-BE49-F238E27FC236}">
                <a16:creationId xmlns:a16="http://schemas.microsoft.com/office/drawing/2014/main" id="{D5560DDE-8F7B-4F22-8A87-73AA12DCA13F}"/>
              </a:ext>
            </a:extLst>
          </p:cNvPr>
          <p:cNvSpPr>
            <a:spLocks xmlns:a="http://schemas.openxmlformats.org/drawingml/2006/main" noGrp="1"/>
          </p:cNvSpPr>
          <p:nvPr/>
        </p:nvSpPr>
        <p:spPr>
          <a:xfrm xmlns:a="http://schemas.openxmlformats.org/drawingml/2006/main">
            <a:off x="365760" y="3931920"/>
            <a:ext cx="5577840" cy="2103120"/>
          </a:xfrm>
          <a:prstGeom xmlns:a="http://schemas.openxmlformats.org/drawingml/2006/main" prst="roundRect">
            <a:avLst/>
          </a:prstGeom>
          <a:solidFill xmlns:a="http://schemas.openxmlformats.org/drawingml/2006/main">
            <a:srgbClr val="121A32">
              <a:alpha val="70000"/>
            </a:srgbClr>
          </a:solidFill>
          <a:ln xmlns:a="http://schemas.openxmlformats.org/drawingml/2006/main" w="12700">
            <a:noFill/>
          </a:ln>
          <a:effectLst xmlns:a="http://schemas.openxmlformats.org/drawingml/2006/main">
            <a:outerShdw blurRad="127000" dist="50800" dir="8100000" rotWithShape="0">
              <a:srgbClr val="000000">
                <a:alpha val="40000"/>
              </a:srgbClr>
            </a:outerShdw>
          </a:effectLst>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20" name="Rectangle 19">
            <a:extLst xmlns:a="http://schemas.openxmlformats.org/drawingml/2006/main">
              <a:ext uri="{FF2B5EF4-FFF2-40B4-BE49-F238E27FC236}">
                <a16:creationId xmlns:a16="http://schemas.microsoft.com/office/drawing/2014/main" id="{C877E3A6-9811-4104-A391-543DD5CF1576}"/>
              </a:ext>
            </a:extLst>
          </p:cNvPr>
          <p:cNvSpPr>
            <a:spLocks xmlns:a="http://schemas.openxmlformats.org/drawingml/2006/main" noGrp="1"/>
          </p:cNvSpPr>
          <p:nvPr/>
        </p:nvSpPr>
        <p:spPr>
          <a:xfrm xmlns:a="http://schemas.openxmlformats.org/drawingml/2006/main">
            <a:off x="384048" y="3950208"/>
            <a:ext cx="5541264" cy="54864"/>
          </a:xfrm>
          <a:prstGeom xmlns:a="http://schemas.openxmlformats.org/drawingml/2006/main" prst="rect">
            <a:avLst/>
          </a:prstGeom>
          <a:solidFill xmlns:a="http://schemas.openxmlformats.org/drawingml/2006/main">
            <a:srgbClr val="A050FF"/>
          </a:solidFill>
          <a:ln xmlns:a="http://schemas.openxmlformats.org/drawingml/2006/main">
            <a:noFill/>
          </a:ln>
          <a:effectLst xmlns:a="http://schemas.openxmlformats.org/drawingml/2006/main">
            <a:glow rad="50800">
              <a:srgbClr val="A050FF">
                <a:alpha val="40000"/>
              </a:srgbClr>
            </a:glow>
          </a:effectLst>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21" name="TextBox 20">
            <a:extLst xmlns:a="http://schemas.openxmlformats.org/drawingml/2006/main">
              <a:ext uri="{FF2B5EF4-FFF2-40B4-BE49-F238E27FC236}">
                <a16:creationId xmlns:a16="http://schemas.microsoft.com/office/drawing/2014/main" id="{CC248041-DD86-4689-88BF-BCEF5545BB73}"/>
              </a:ext>
            </a:extLst>
          </p:cNvPr>
          <p:cNvSpPr>
            <a:spLocks xmlns:a="http://schemas.openxmlformats.org/drawingml/2006/main" noGrp="1"/>
          </p:cNvSpPr>
          <p:nvPr/>
        </p:nvSpPr>
        <p:spPr>
          <a:xfrm xmlns:a="http://schemas.openxmlformats.org/drawingml/2006/main">
            <a:off x="548640" y="4096512"/>
            <a:ext cx="5212080" cy="36576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defRPr sz="1600" b="1">
                <a:solidFill>
                  <a:srgbClr val="A050FF"/>
                </a:solidFill>
                <a:latin typeface="Segoe UI"/>
                <a:ea typeface="Segoe UI"/>
                <a:cs typeface="Segoe UI"/>
              </a:defRPr>
            </a:pPr>
            <a:r>
              <a:t>MORE PATHS</a:t>
            </a:r>
          </a:p>
        </p:txBody>
      </p:sp>
      <p:sp>
        <p:nvSpPr>
          <p:cNvPr id="22" name="TextBox 21">
            <a:extLst xmlns:a="http://schemas.openxmlformats.org/drawingml/2006/main">
              <a:ext uri="{FF2B5EF4-FFF2-40B4-BE49-F238E27FC236}">
                <a16:creationId xmlns:a16="http://schemas.microsoft.com/office/drawing/2014/main" id="{6647EE28-3DE4-4A93-897A-125BE9825CC9}"/>
              </a:ext>
            </a:extLst>
          </p:cNvPr>
          <p:cNvSpPr>
            <a:spLocks xmlns:a="http://schemas.openxmlformats.org/drawingml/2006/main" noGrp="1"/>
          </p:cNvSpPr>
          <p:nvPr/>
        </p:nvSpPr>
        <p:spPr>
          <a:xfrm xmlns:a="http://schemas.openxmlformats.org/drawingml/2006/main">
            <a:off x="548640" y="4480560"/>
            <a:ext cx="5212080" cy="27432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defRPr sz="1200" b="0">
                <a:solidFill>
                  <a:srgbClr val="E6EBF5"/>
                </a:solidFill>
                <a:latin typeface="Segoe UI"/>
                <a:ea typeface="Segoe UI"/>
                <a:cs typeface="Segoe UI"/>
              </a:defRPr>
            </a:pPr>
            <a:r>
              <a:t>  console.log("Hero");</a:t>
            </a:r>
          </a:p>
        </p:txBody>
      </p:sp>
      <p:sp>
        <p:nvSpPr>
          <p:cNvPr id="23" name="TextBox 22">
            <a:extLst xmlns:a="http://schemas.openxmlformats.org/drawingml/2006/main">
              <a:ext uri="{FF2B5EF4-FFF2-40B4-BE49-F238E27FC236}">
                <a16:creationId xmlns:a16="http://schemas.microsoft.com/office/drawing/2014/main" id="{5DEDD8EC-768A-4592-BE7B-ACF88D9ABD66}"/>
              </a:ext>
            </a:extLst>
          </p:cNvPr>
          <p:cNvSpPr>
            <a:spLocks xmlns:a="http://schemas.openxmlformats.org/drawingml/2006/main" noGrp="1"/>
          </p:cNvSpPr>
          <p:nvPr/>
        </p:nvSpPr>
        <p:spPr>
          <a:xfrm xmlns:a="http://schemas.openxmlformats.org/drawingml/2006/main">
            <a:off x="548640" y="4736592"/>
            <a:ext cx="5212080" cy="27432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defRPr sz="1200" b="0">
                <a:solidFill>
                  <a:srgbClr val="E6EBF5"/>
                </a:solidFill>
                <a:latin typeface="Segoe UI"/>
                <a:ea typeface="Segoe UI"/>
                <a:cs typeface="Segoe UI"/>
              </a:defRPr>
            </a:pPr>
            <a:r>
              <a:t>} else if (score &gt;= 50) {</a:t>
            </a:r>
          </a:p>
        </p:txBody>
      </p:sp>
      <p:sp>
        <p:nvSpPr>
          <p:cNvPr id="24" name="TextBox 23">
            <a:extLst xmlns:a="http://schemas.openxmlformats.org/drawingml/2006/main">
              <a:ext uri="{FF2B5EF4-FFF2-40B4-BE49-F238E27FC236}">
                <a16:creationId xmlns:a16="http://schemas.microsoft.com/office/drawing/2014/main" id="{B93435DC-D5CC-4AD1-A05C-147E057A2ACB}"/>
              </a:ext>
            </a:extLst>
          </p:cNvPr>
          <p:cNvSpPr>
            <a:spLocks xmlns:a="http://schemas.openxmlformats.org/drawingml/2006/main" noGrp="1"/>
          </p:cNvSpPr>
          <p:nvPr/>
        </p:nvSpPr>
        <p:spPr>
          <a:xfrm xmlns:a="http://schemas.openxmlformats.org/drawingml/2006/main">
            <a:off x="548640" y="4992624"/>
            <a:ext cx="5212080" cy="27432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defRPr sz="1200" b="0">
                <a:solidFill>
                  <a:srgbClr val="E6EBF5"/>
                </a:solidFill>
                <a:latin typeface="Segoe UI"/>
                <a:ea typeface="Segoe UI"/>
                <a:cs typeface="Segoe UI"/>
              </a:defRPr>
            </a:pPr>
            <a:r>
              <a:t>  console.log("Explorer");</a:t>
            </a:r>
          </a:p>
        </p:txBody>
      </p:sp>
      <p:sp>
        <p:nvSpPr>
          <p:cNvPr id="25" name="Rounded Rectangle 24">
            <a:extLst xmlns:a="http://schemas.openxmlformats.org/drawingml/2006/main">
              <a:ext uri="{FF2B5EF4-FFF2-40B4-BE49-F238E27FC236}">
                <a16:creationId xmlns:a16="http://schemas.microsoft.com/office/drawing/2014/main" id="{31094A69-2CFA-443E-B15C-C0995C6B7FE1}"/>
              </a:ext>
            </a:extLst>
          </p:cNvPr>
          <p:cNvSpPr>
            <a:spLocks xmlns:a="http://schemas.openxmlformats.org/drawingml/2006/main" noGrp="1"/>
          </p:cNvSpPr>
          <p:nvPr/>
        </p:nvSpPr>
        <p:spPr>
          <a:xfrm xmlns:a="http://schemas.openxmlformats.org/drawingml/2006/main">
            <a:off x="6309360" y="3931920"/>
            <a:ext cx="5577840" cy="2103120"/>
          </a:xfrm>
          <a:prstGeom xmlns:a="http://schemas.openxmlformats.org/drawingml/2006/main" prst="roundRect">
            <a:avLst/>
          </a:prstGeom>
          <a:solidFill xmlns:a="http://schemas.openxmlformats.org/drawingml/2006/main">
            <a:srgbClr val="121A32">
              <a:alpha val="70000"/>
            </a:srgbClr>
          </a:solidFill>
          <a:ln xmlns:a="http://schemas.openxmlformats.org/drawingml/2006/main" w="12700">
            <a:noFill/>
          </a:ln>
          <a:effectLst xmlns:a="http://schemas.openxmlformats.org/drawingml/2006/main">
            <a:outerShdw blurRad="127000" dist="50800" dir="8100000" rotWithShape="0">
              <a:srgbClr val="000000">
                <a:alpha val="40000"/>
              </a:srgbClr>
            </a:outerShdw>
          </a:effectLst>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26" name="Rectangle 25">
            <a:extLst xmlns:a="http://schemas.openxmlformats.org/drawingml/2006/main">
              <a:ext uri="{FF2B5EF4-FFF2-40B4-BE49-F238E27FC236}">
                <a16:creationId xmlns:a16="http://schemas.microsoft.com/office/drawing/2014/main" id="{02ED9EE2-7962-4EAF-8C99-089888C9A1F8}"/>
              </a:ext>
            </a:extLst>
          </p:cNvPr>
          <p:cNvSpPr>
            <a:spLocks xmlns:a="http://schemas.openxmlformats.org/drawingml/2006/main" noGrp="1"/>
          </p:cNvSpPr>
          <p:nvPr/>
        </p:nvSpPr>
        <p:spPr>
          <a:xfrm xmlns:a="http://schemas.openxmlformats.org/drawingml/2006/main">
            <a:off x="6327648" y="3950208"/>
            <a:ext cx="5541264" cy="54864"/>
          </a:xfrm>
          <a:prstGeom xmlns:a="http://schemas.openxmlformats.org/drawingml/2006/main" prst="rect">
            <a:avLst/>
          </a:prstGeom>
          <a:solidFill xmlns:a="http://schemas.openxmlformats.org/drawingml/2006/main">
            <a:srgbClr val="FFA014"/>
          </a:solidFill>
          <a:ln xmlns:a="http://schemas.openxmlformats.org/drawingml/2006/main">
            <a:noFill/>
          </a:ln>
          <a:effectLst xmlns:a="http://schemas.openxmlformats.org/drawingml/2006/main">
            <a:glow rad="50800">
              <a:srgbClr val="FFA014">
                <a:alpha val="40000"/>
              </a:srgbClr>
            </a:glow>
          </a:effectLst>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27" name="TextBox 26">
            <a:extLst xmlns:a="http://schemas.openxmlformats.org/drawingml/2006/main">
              <a:ext uri="{FF2B5EF4-FFF2-40B4-BE49-F238E27FC236}">
                <a16:creationId xmlns:a16="http://schemas.microsoft.com/office/drawing/2014/main" id="{444E529A-F76C-4995-8262-C905B537CE7E}"/>
              </a:ext>
            </a:extLst>
          </p:cNvPr>
          <p:cNvSpPr>
            <a:spLocks xmlns:a="http://schemas.openxmlformats.org/drawingml/2006/main" noGrp="1"/>
          </p:cNvSpPr>
          <p:nvPr/>
        </p:nvSpPr>
        <p:spPr>
          <a:xfrm xmlns:a="http://schemas.openxmlformats.org/drawingml/2006/main">
            <a:off x="6492240" y="4096512"/>
            <a:ext cx="5212080" cy="36576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defRPr sz="1600" b="1">
                <a:solidFill>
                  <a:srgbClr val="FFA014"/>
                </a:solidFill>
                <a:latin typeface="Segoe UI"/>
                <a:ea typeface="Segoe UI"/>
                <a:cs typeface="Segoe UI"/>
              </a:defRPr>
            </a:pPr>
            <a:r>
              <a:t>FALLBACK</a:t>
            </a:r>
          </a:p>
        </p:txBody>
      </p:sp>
      <p:sp>
        <p:nvSpPr>
          <p:cNvPr id="28" name="TextBox 27">
            <a:extLst xmlns:a="http://schemas.openxmlformats.org/drawingml/2006/main">
              <a:ext uri="{FF2B5EF4-FFF2-40B4-BE49-F238E27FC236}">
                <a16:creationId xmlns:a16="http://schemas.microsoft.com/office/drawing/2014/main" id="{AB364A47-6DEA-41AA-BCF0-EC3B0D539B67}"/>
              </a:ext>
            </a:extLst>
          </p:cNvPr>
          <p:cNvSpPr>
            <a:spLocks xmlns:a="http://schemas.openxmlformats.org/drawingml/2006/main" noGrp="1"/>
          </p:cNvSpPr>
          <p:nvPr/>
        </p:nvSpPr>
        <p:spPr>
          <a:xfrm xmlns:a="http://schemas.openxmlformats.org/drawingml/2006/main">
            <a:off x="6492240" y="4480560"/>
            <a:ext cx="5212080" cy="27432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defRPr sz="1200" b="0">
                <a:solidFill>
                  <a:srgbClr val="E6EBF5"/>
                </a:solidFill>
                <a:latin typeface="Segoe UI"/>
                <a:ea typeface="Segoe UI"/>
                <a:cs typeface="Segoe UI"/>
              </a:defRPr>
            </a:pPr>
            <a:r>
              <a:t>} else {</a:t>
            </a:r>
          </a:p>
        </p:txBody>
      </p:sp>
      <p:sp>
        <p:nvSpPr>
          <p:cNvPr id="29" name="TextBox 28">
            <a:extLst xmlns:a="http://schemas.openxmlformats.org/drawingml/2006/main">
              <a:ext uri="{FF2B5EF4-FFF2-40B4-BE49-F238E27FC236}">
                <a16:creationId xmlns:a16="http://schemas.microsoft.com/office/drawing/2014/main" id="{90356052-1EB4-47DC-AEF8-49AEE88BCE28}"/>
              </a:ext>
            </a:extLst>
          </p:cNvPr>
          <p:cNvSpPr>
            <a:spLocks xmlns:a="http://schemas.openxmlformats.org/drawingml/2006/main" noGrp="1"/>
          </p:cNvSpPr>
          <p:nvPr/>
        </p:nvSpPr>
        <p:spPr>
          <a:xfrm xmlns:a="http://schemas.openxmlformats.org/drawingml/2006/main">
            <a:off x="6492240" y="4736592"/>
            <a:ext cx="5212080" cy="27432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defRPr sz="1200" b="0">
                <a:solidFill>
                  <a:srgbClr val="E6EBF5"/>
                </a:solidFill>
                <a:latin typeface="Segoe UI"/>
                <a:ea typeface="Segoe UI"/>
                <a:cs typeface="Segoe UI"/>
              </a:defRPr>
            </a:pPr>
            <a:r>
              <a:t>  console.log("Rookie");</a:t>
            </a:r>
          </a:p>
        </p:txBody>
      </p:sp>
      <p:sp>
        <p:nvSpPr>
          <p:cNvPr id="30" name="TextBox 29">
            <a:extLst xmlns:a="http://schemas.openxmlformats.org/drawingml/2006/main">
              <a:ext uri="{FF2B5EF4-FFF2-40B4-BE49-F238E27FC236}">
                <a16:creationId xmlns:a16="http://schemas.microsoft.com/office/drawing/2014/main" id="{106E53AB-A24A-459C-BF73-24F9E5809121}"/>
              </a:ext>
            </a:extLst>
          </p:cNvPr>
          <p:cNvSpPr>
            <a:spLocks xmlns:a="http://schemas.openxmlformats.org/drawingml/2006/main" noGrp="1"/>
          </p:cNvSpPr>
          <p:nvPr/>
        </p:nvSpPr>
        <p:spPr>
          <a:xfrm xmlns:a="http://schemas.openxmlformats.org/drawingml/2006/main">
            <a:off x="6492240" y="4992624"/>
            <a:ext cx="5212080" cy="27432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defRPr sz="1200" b="0">
                <a:solidFill>
                  <a:srgbClr val="E6EBF5"/>
                </a:solidFill>
                <a:latin typeface="Segoe UI"/>
                <a:ea typeface="Segoe UI"/>
                <a:cs typeface="Segoe UI"/>
              </a:defRPr>
            </a:pPr>
            <a:r>
              <a:t>}</a:t>
            </a:r>
          </a:p>
        </p:txBody>
      </p:sp>
    </p:spTree>
    <p:extLst>
      <p:ext uri="{BB962C8B-B14F-4D97-AF65-F5344CB8AC3E}">
        <p14:creationId xmlns:p14="http://schemas.microsoft.com/office/powerpoint/2010/main" val="1611388872"/>
      </p:ext>
    </p:extLst>
  </p:cSld>
</p:sld>
</file>

<file path=ppt/slides/slide12.xml><?xml version="1.0" encoding="utf-8"?>
<p:sld xmlns:p="http://schemas.openxmlformats.org/presentationml/2006/main">
  <p:cSld>
    <p:spTree>
      <p:nvGrpSpPr>
        <p:cNvPr id="1" name=""/>
        <p:cNvGrpSpPr/>
        <p:nvPr/>
      </p:nvGrpSpPr>
      <p:grpSpPr>
        <a:xfrm xmlns:a="http://schemas.openxmlformats.org/drawingml/2006/main"/>
      </p:grpSpPr>
      <p:sp>
        <p:nvSpPr>
          <p:cNvPr id="2" name="Rectangle 1">
            <a:extLst xmlns:a="http://schemas.openxmlformats.org/drawingml/2006/main">
              <a:ext uri="{FF2B5EF4-FFF2-40B4-BE49-F238E27FC236}">
                <a16:creationId xmlns:a16="http://schemas.microsoft.com/office/drawing/2014/main" id="{77B19780-A215-4913-88C8-779B5B3DFAFF}"/>
              </a:ext>
            </a:extLst>
          </p:cNvPr>
          <p:cNvSpPr>
            <a:spLocks xmlns:a="http://schemas.openxmlformats.org/drawingml/2006/main" noGrp="1"/>
          </p:cNvSpPr>
          <p:nvPr/>
        </p:nvSpPr>
        <p:spPr>
          <a:xfrm xmlns:a="http://schemas.openxmlformats.org/drawingml/2006/main">
            <a:off x="0" y="0"/>
            <a:ext cx="12188952" cy="6858000"/>
          </a:xfrm>
          <a:prstGeom xmlns:a="http://schemas.openxmlformats.org/drawingml/2006/main" prst="rect">
            <a:avLst/>
          </a:prstGeom>
          <a:gradFill xmlns:a="http://schemas.openxmlformats.org/drawingml/2006/main" rotWithShape="1">
            <a:gsLst>
              <a:gs pos="0">
                <a:srgbClr val="080C18"/>
              </a:gs>
              <a:gs pos="100000">
                <a:srgbClr val="0C1224"/>
              </a:gs>
            </a:gsLst>
            <a:lin ang="16200000" scaled="1"/>
          </a:gra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Rectangle 2">
            <a:extLst xmlns:a="http://schemas.openxmlformats.org/drawingml/2006/main">
              <a:ext uri="{FF2B5EF4-FFF2-40B4-BE49-F238E27FC236}">
                <a16:creationId xmlns:a16="http://schemas.microsoft.com/office/drawing/2014/main" id="{A4949485-5765-4443-ADFF-D23D6E8D83C0}"/>
              </a:ext>
            </a:extLst>
          </p:cNvPr>
          <p:cNvSpPr>
            <a:spLocks xmlns:a="http://schemas.openxmlformats.org/drawingml/2006/main" noGrp="1"/>
          </p:cNvSpPr>
          <p:nvPr/>
        </p:nvSpPr>
        <p:spPr>
          <a:xfrm xmlns:a="http://schemas.openxmlformats.org/drawingml/2006/main">
            <a:off x="0" y="0"/>
            <a:ext cx="12188952" cy="1188720"/>
          </a:xfrm>
          <a:prstGeom xmlns:a="http://schemas.openxmlformats.org/drawingml/2006/main" prst="rect">
            <a:avLst/>
          </a:prstGeom>
          <a:gradFill xmlns:a="http://schemas.openxmlformats.org/drawingml/2006/main" rotWithShape="1">
            <a:gsLst>
              <a:gs pos="0">
                <a:srgbClr val="080C18"/>
              </a:gs>
              <a:gs pos="100000">
                <a:srgbClr val="0F1932"/>
              </a:gs>
            </a:gsLst>
            <a:lin ang="0" scaled="1"/>
          </a:gra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 name="Rectangle 3">
            <a:extLst xmlns:a="http://schemas.openxmlformats.org/drawingml/2006/main">
              <a:ext uri="{FF2B5EF4-FFF2-40B4-BE49-F238E27FC236}">
                <a16:creationId xmlns:a16="http://schemas.microsoft.com/office/drawing/2014/main" id="{C2C3D2F4-5309-4E44-86BB-3ED0261B6644}"/>
              </a:ext>
            </a:extLst>
          </p:cNvPr>
          <p:cNvSpPr>
            <a:spLocks xmlns:a="http://schemas.openxmlformats.org/drawingml/2006/main" noGrp="1"/>
          </p:cNvSpPr>
          <p:nvPr/>
        </p:nvSpPr>
        <p:spPr>
          <a:xfrm xmlns:a="http://schemas.openxmlformats.org/drawingml/2006/main">
            <a:off x="0" y="1188720"/>
            <a:ext cx="12188952" cy="36576"/>
          </a:xfrm>
          <a:prstGeom xmlns:a="http://schemas.openxmlformats.org/drawingml/2006/main" prst="rect">
            <a:avLst/>
          </a:prstGeom>
          <a:solidFill xmlns:a="http://schemas.openxmlformats.org/drawingml/2006/main">
            <a:srgbClr val="00F0FF"/>
          </a:solidFill>
          <a:ln xmlns:a="http://schemas.openxmlformats.org/drawingml/2006/main">
            <a:noFill/>
          </a:ln>
          <a:effectLst xmlns:a="http://schemas.openxmlformats.org/drawingml/2006/main">
            <a:glow rad="76200">
              <a:srgbClr val="00F0FF">
                <a:alpha val="30000"/>
              </a:srgbClr>
            </a:glow>
          </a:effectLst>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5" name="TextBox 4">
            <a:extLst xmlns:a="http://schemas.openxmlformats.org/drawingml/2006/main">
              <a:ext uri="{FF2B5EF4-FFF2-40B4-BE49-F238E27FC236}">
                <a16:creationId xmlns:a16="http://schemas.microsoft.com/office/drawing/2014/main" id="{4ABE0C3B-F127-414C-8122-B71F530D2C9D}"/>
              </a:ext>
            </a:extLst>
          </p:cNvPr>
          <p:cNvSpPr>
            <a:spLocks xmlns:a="http://schemas.openxmlformats.org/drawingml/2006/main" noGrp="1"/>
          </p:cNvSpPr>
          <p:nvPr/>
        </p:nvSpPr>
        <p:spPr>
          <a:xfrm xmlns:a="http://schemas.openxmlformats.org/drawingml/2006/main">
            <a:off x="548640" y="256032"/>
            <a:ext cx="11091672" cy="64008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defRPr sz="3400" b="1">
                <a:solidFill>
                  <a:srgbClr val="FFFFFF"/>
                </a:solidFill>
                <a:latin typeface="Segoe UI Semibold"/>
                <a:ea typeface="Segoe UI Semibold"/>
                <a:cs typeface="Segoe UI Semibold"/>
              </a:defRPr>
            </a:pPr>
            <a:r>
              <a:t>Boundary Boss Battle</a:t>
            </a:r>
          </a:p>
        </p:txBody>
      </p:sp>
      <p:sp>
        <p:nvSpPr>
          <p:cNvPr id="6" name="TextBox 5">
            <a:extLst xmlns:a="http://schemas.openxmlformats.org/drawingml/2006/main">
              <a:ext uri="{FF2B5EF4-FFF2-40B4-BE49-F238E27FC236}">
                <a16:creationId xmlns:a16="http://schemas.microsoft.com/office/drawing/2014/main" id="{5489D69F-E930-4AEC-8D57-3E2730A16AEE}"/>
              </a:ext>
            </a:extLst>
          </p:cNvPr>
          <p:cNvSpPr>
            <a:spLocks xmlns:a="http://schemas.openxmlformats.org/drawingml/2006/main" noGrp="1"/>
          </p:cNvSpPr>
          <p:nvPr/>
        </p:nvSpPr>
        <p:spPr>
          <a:xfrm xmlns:a="http://schemas.openxmlformats.org/drawingml/2006/main">
            <a:off x="548640" y="804672"/>
            <a:ext cx="11091672" cy="36576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defRPr sz="1500" b="0">
                <a:solidFill>
                  <a:srgbClr val="00F0FF"/>
                </a:solidFill>
                <a:latin typeface="Segoe UI"/>
                <a:ea typeface="Segoe UI"/>
                <a:cs typeface="Segoe UI"/>
              </a:defRPr>
            </a:pPr>
            <a:r>
              <a:t>Test the edge and the number just below it</a:t>
            </a:r>
          </a:p>
        </p:txBody>
      </p:sp>
      <p:sp>
        <p:nvSpPr>
          <p:cNvPr id="7" name="Rounded Rectangle 6">
            <a:extLst xmlns:a="http://schemas.openxmlformats.org/drawingml/2006/main">
              <a:ext uri="{FF2B5EF4-FFF2-40B4-BE49-F238E27FC236}">
                <a16:creationId xmlns:a16="http://schemas.microsoft.com/office/drawing/2014/main" id="{E424B392-569A-47C3-9D84-521ACE30E0DA}"/>
              </a:ext>
            </a:extLst>
          </p:cNvPr>
          <p:cNvSpPr>
            <a:spLocks xmlns:a="http://schemas.openxmlformats.org/drawingml/2006/main" noGrp="1"/>
          </p:cNvSpPr>
          <p:nvPr/>
        </p:nvSpPr>
        <p:spPr>
          <a:xfrm xmlns:a="http://schemas.openxmlformats.org/drawingml/2006/main">
            <a:off x="457200" y="1554480"/>
            <a:ext cx="3474720" cy="1645920"/>
          </a:xfrm>
          <a:prstGeom xmlns:a="http://schemas.openxmlformats.org/drawingml/2006/main" prst="roundRect">
            <a:avLst/>
          </a:prstGeom>
          <a:solidFill xmlns:a="http://schemas.openxmlformats.org/drawingml/2006/main">
            <a:srgbClr val="00F0FF">
              <a:alpha val="8000"/>
            </a:srgbClr>
          </a:solidFill>
          <a:ln xmlns:a="http://schemas.openxmlformats.org/drawingml/2006/main" w="19050">
            <a:solidFill>
              <a:srgbClr val="00F0FF"/>
            </a:solidFill>
          </a:ln>
          <a:effectLst xmlns:a="http://schemas.openxmlformats.org/drawingml/2006/main">
            <a:glow rad="76200">
              <a:srgbClr val="00F0FF">
                <a:alpha val="35000"/>
              </a:srgbClr>
            </a:glow>
          </a:effectLst>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wrap="square" anchor="ctr"/>
          <a:lstStyle xmlns:a="http://schemas.openxmlformats.org/drawingml/2006/main"/>
          <a:p xmlns:a="http://schemas.openxmlformats.org/drawingml/2006/main">
            <a:pPr algn="ctr">
              <a:spcBef>
                <a:spcPts val="800"/>
              </a:spcBef>
              <a:buNone/>
              <a:defRPr sz="2200" b="1">
                <a:solidFill>
                  <a:srgbClr val="FFFFFF"/>
                </a:solidFill>
                <a:latin typeface="Segoe UI"/>
                <a:ea typeface="Segoe UI"/>
                <a:cs typeface="Segoe UI"/>
              </a:defRPr>
            </a:pPr>
            <a:r>
              <a:t>90 → Legendary</a:t>
            </a:r>
          </a:p>
        </p:txBody>
      </p:sp>
      <p:sp>
        <p:nvSpPr>
          <p:cNvPr id="8" name="Rounded Rectangle 7">
            <a:extLst xmlns:a="http://schemas.openxmlformats.org/drawingml/2006/main">
              <a:ext uri="{FF2B5EF4-FFF2-40B4-BE49-F238E27FC236}">
                <a16:creationId xmlns:a16="http://schemas.microsoft.com/office/drawing/2014/main" id="{A51EB11B-7933-4E7B-8175-70E038EB5989}"/>
              </a:ext>
            </a:extLst>
          </p:cNvPr>
          <p:cNvSpPr>
            <a:spLocks xmlns:a="http://schemas.openxmlformats.org/drawingml/2006/main" noGrp="1"/>
          </p:cNvSpPr>
          <p:nvPr/>
        </p:nvSpPr>
        <p:spPr>
          <a:xfrm xmlns:a="http://schemas.openxmlformats.org/drawingml/2006/main">
            <a:off x="4297680" y="1554480"/>
            <a:ext cx="3474720" cy="1645920"/>
          </a:xfrm>
          <a:prstGeom xmlns:a="http://schemas.openxmlformats.org/drawingml/2006/main" prst="roundRect">
            <a:avLst/>
          </a:prstGeom>
          <a:solidFill xmlns:a="http://schemas.openxmlformats.org/drawingml/2006/main">
            <a:srgbClr val="A050FF">
              <a:alpha val="8000"/>
            </a:srgbClr>
          </a:solidFill>
          <a:ln xmlns:a="http://schemas.openxmlformats.org/drawingml/2006/main" w="19050">
            <a:solidFill>
              <a:srgbClr val="A050FF"/>
            </a:solidFill>
          </a:ln>
          <a:effectLst xmlns:a="http://schemas.openxmlformats.org/drawingml/2006/main">
            <a:glow rad="76200">
              <a:srgbClr val="A050FF">
                <a:alpha val="35000"/>
              </a:srgbClr>
            </a:glow>
          </a:effectLst>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wrap="square" anchor="ctr"/>
          <a:lstStyle xmlns:a="http://schemas.openxmlformats.org/drawingml/2006/main"/>
          <a:p xmlns:a="http://schemas.openxmlformats.org/drawingml/2006/main">
            <a:pPr algn="ctr">
              <a:spcBef>
                <a:spcPts val="800"/>
              </a:spcBef>
              <a:buNone/>
              <a:defRPr sz="2200" b="1">
                <a:solidFill>
                  <a:srgbClr val="FFFFFF"/>
                </a:solidFill>
                <a:latin typeface="Segoe UI"/>
                <a:ea typeface="Segoe UI"/>
                <a:cs typeface="Segoe UI"/>
              </a:defRPr>
            </a:pPr>
            <a:r>
              <a:t>89 → Hero</a:t>
            </a:r>
          </a:p>
        </p:txBody>
      </p:sp>
      <p:sp>
        <p:nvSpPr>
          <p:cNvPr id="9" name="Rounded Rectangle 8">
            <a:extLst xmlns:a="http://schemas.openxmlformats.org/drawingml/2006/main">
              <a:ext uri="{FF2B5EF4-FFF2-40B4-BE49-F238E27FC236}">
                <a16:creationId xmlns:a16="http://schemas.microsoft.com/office/drawing/2014/main" id="{E97F4477-5A66-4F6F-9F75-207C2E38C7A5}"/>
              </a:ext>
            </a:extLst>
          </p:cNvPr>
          <p:cNvSpPr>
            <a:spLocks xmlns:a="http://schemas.openxmlformats.org/drawingml/2006/main" noGrp="1"/>
          </p:cNvSpPr>
          <p:nvPr/>
        </p:nvSpPr>
        <p:spPr>
          <a:xfrm xmlns:a="http://schemas.openxmlformats.org/drawingml/2006/main">
            <a:off x="8138160" y="1554480"/>
            <a:ext cx="3474720" cy="1645920"/>
          </a:xfrm>
          <a:prstGeom xmlns:a="http://schemas.openxmlformats.org/drawingml/2006/main" prst="roundRect">
            <a:avLst/>
          </a:prstGeom>
          <a:solidFill xmlns:a="http://schemas.openxmlformats.org/drawingml/2006/main">
            <a:srgbClr val="00FF8C">
              <a:alpha val="8000"/>
            </a:srgbClr>
          </a:solidFill>
          <a:ln xmlns:a="http://schemas.openxmlformats.org/drawingml/2006/main" w="19050">
            <a:solidFill>
              <a:srgbClr val="00FF8C"/>
            </a:solidFill>
          </a:ln>
          <a:effectLst xmlns:a="http://schemas.openxmlformats.org/drawingml/2006/main">
            <a:glow rad="76200">
              <a:srgbClr val="00FF8C">
                <a:alpha val="35000"/>
              </a:srgbClr>
            </a:glow>
          </a:effectLst>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wrap="square" anchor="ctr"/>
          <a:lstStyle xmlns:a="http://schemas.openxmlformats.org/drawingml/2006/main"/>
          <a:p xmlns:a="http://schemas.openxmlformats.org/drawingml/2006/main">
            <a:pPr algn="ctr">
              <a:spcBef>
                <a:spcPts val="800"/>
              </a:spcBef>
              <a:buNone/>
              <a:defRPr sz="2200" b="1">
                <a:solidFill>
                  <a:srgbClr val="FFFFFF"/>
                </a:solidFill>
                <a:latin typeface="Segoe UI"/>
                <a:ea typeface="Segoe UI"/>
                <a:cs typeface="Segoe UI"/>
              </a:defRPr>
            </a:pPr>
            <a:r>
              <a:t>70 → Hero</a:t>
            </a:r>
          </a:p>
        </p:txBody>
      </p:sp>
      <p:sp>
        <p:nvSpPr>
          <p:cNvPr id="10" name="Rounded Rectangle 9">
            <a:extLst xmlns:a="http://schemas.openxmlformats.org/drawingml/2006/main">
              <a:ext uri="{FF2B5EF4-FFF2-40B4-BE49-F238E27FC236}">
                <a16:creationId xmlns:a16="http://schemas.microsoft.com/office/drawing/2014/main" id="{67493865-F97F-496F-AA1D-75D51989C3CD}"/>
              </a:ext>
            </a:extLst>
          </p:cNvPr>
          <p:cNvSpPr>
            <a:spLocks xmlns:a="http://schemas.openxmlformats.org/drawingml/2006/main" noGrp="1"/>
          </p:cNvSpPr>
          <p:nvPr/>
        </p:nvSpPr>
        <p:spPr>
          <a:xfrm xmlns:a="http://schemas.openxmlformats.org/drawingml/2006/main">
            <a:off x="457200" y="3566160"/>
            <a:ext cx="3474720" cy="1645920"/>
          </a:xfrm>
          <a:prstGeom xmlns:a="http://schemas.openxmlformats.org/drawingml/2006/main" prst="roundRect">
            <a:avLst/>
          </a:prstGeom>
          <a:gradFill xmlns:a="http://schemas.openxmlformats.org/drawingml/2006/main" rotWithShape="1">
            <a:gsLst>
              <a:gs pos="0">
                <a:srgbClr val="1EA0B4"/>
              </a:gs>
              <a:gs pos="100000">
                <a:srgbClr val="643CAA"/>
              </a:gs>
            </a:gsLst>
            <a:lin ang="16200000" scaled="1"/>
          </a:gradFill>
          <a:ln xmlns:a="http://schemas.openxmlformats.org/drawingml/2006/main">
            <a:noFill/>
          </a:ln>
          <a:effectLst xmlns:a="http://schemas.openxmlformats.org/drawingml/2006/main">
            <a:glow rad="101600">
              <a:srgbClr val="00F0FF">
                <a:alpha val="40000"/>
              </a:srgbClr>
            </a:glow>
            <a:outerShdw blurRad="76200" dist="0" dir="0" rotWithShape="0">
              <a:srgbClr val="000000">
                <a:alpha val="30000"/>
              </a:srgbClr>
            </a:outerShdw>
          </a:effectLst>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wrap="square" anchor="ctr"/>
          <a:lstStyle xmlns:a="http://schemas.openxmlformats.org/drawingml/2006/main"/>
          <a:p xmlns:a="http://schemas.openxmlformats.org/drawingml/2006/main">
            <a:pPr algn="ctr">
              <a:spcBef>
                <a:spcPts val="800"/>
              </a:spcBef>
              <a:buNone/>
              <a:defRPr sz="2000" b="1">
                <a:solidFill>
                  <a:srgbClr val="FFFFFF"/>
                </a:solidFill>
                <a:latin typeface="Segoe UI"/>
                <a:ea typeface="Segoe UI"/>
                <a:cs typeface="Segoe UI"/>
              </a:defRPr>
            </a:pPr>
            <a:r>
              <a:t>69 → Explorer</a:t>
            </a:r>
          </a:p>
        </p:txBody>
      </p:sp>
      <p:sp>
        <p:nvSpPr>
          <p:cNvPr id="11" name="Rounded Rectangle 10">
            <a:extLst xmlns:a="http://schemas.openxmlformats.org/drawingml/2006/main">
              <a:ext uri="{FF2B5EF4-FFF2-40B4-BE49-F238E27FC236}">
                <a16:creationId xmlns:a16="http://schemas.microsoft.com/office/drawing/2014/main" id="{BF182807-9500-4C29-9F38-5C31D163F49F}"/>
              </a:ext>
            </a:extLst>
          </p:cNvPr>
          <p:cNvSpPr>
            <a:spLocks xmlns:a="http://schemas.openxmlformats.org/drawingml/2006/main" noGrp="1"/>
          </p:cNvSpPr>
          <p:nvPr/>
        </p:nvSpPr>
        <p:spPr>
          <a:xfrm xmlns:a="http://schemas.openxmlformats.org/drawingml/2006/main">
            <a:off x="4297680" y="3566160"/>
            <a:ext cx="3474720" cy="1645920"/>
          </a:xfrm>
          <a:prstGeom xmlns:a="http://schemas.openxmlformats.org/drawingml/2006/main" prst="roundRect">
            <a:avLst/>
          </a:prstGeom>
          <a:gradFill xmlns:a="http://schemas.openxmlformats.org/drawingml/2006/main" rotWithShape="1">
            <a:gsLst>
              <a:gs pos="0">
                <a:srgbClr val="1EA064"/>
              </a:gs>
              <a:gs pos="100000">
                <a:srgbClr val="1EA0B4"/>
              </a:gs>
            </a:gsLst>
            <a:lin ang="16200000" scaled="1"/>
          </a:gradFill>
          <a:ln xmlns:a="http://schemas.openxmlformats.org/drawingml/2006/main">
            <a:noFill/>
          </a:ln>
          <a:effectLst xmlns:a="http://schemas.openxmlformats.org/drawingml/2006/main">
            <a:glow rad="101600">
              <a:srgbClr val="00FF8C">
                <a:alpha val="40000"/>
              </a:srgbClr>
            </a:glow>
            <a:outerShdw blurRad="76200" dist="0" dir="0" rotWithShape="0">
              <a:srgbClr val="000000">
                <a:alpha val="30000"/>
              </a:srgbClr>
            </a:outerShdw>
          </a:effectLst>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wrap="square" anchor="ctr"/>
          <a:lstStyle xmlns:a="http://schemas.openxmlformats.org/drawingml/2006/main"/>
          <a:p xmlns:a="http://schemas.openxmlformats.org/drawingml/2006/main">
            <a:pPr algn="ctr">
              <a:spcBef>
                <a:spcPts val="800"/>
              </a:spcBef>
              <a:buNone/>
              <a:defRPr sz="2000" b="1">
                <a:solidFill>
                  <a:srgbClr val="FFFFFF"/>
                </a:solidFill>
                <a:latin typeface="Segoe UI"/>
                <a:ea typeface="Segoe UI"/>
                <a:cs typeface="Segoe UI"/>
              </a:defRPr>
            </a:pPr>
            <a:r>
              <a:t>50 → Explorer</a:t>
            </a:r>
          </a:p>
        </p:txBody>
      </p:sp>
      <p:sp>
        <p:nvSpPr>
          <p:cNvPr id="12" name="Rounded Rectangle 11">
            <a:extLst xmlns:a="http://schemas.openxmlformats.org/drawingml/2006/main">
              <a:ext uri="{FF2B5EF4-FFF2-40B4-BE49-F238E27FC236}">
                <a16:creationId xmlns:a16="http://schemas.microsoft.com/office/drawing/2014/main" id="{72F4F3D6-68CF-4451-A470-10385F65B077}"/>
              </a:ext>
            </a:extLst>
          </p:cNvPr>
          <p:cNvSpPr>
            <a:spLocks xmlns:a="http://schemas.openxmlformats.org/drawingml/2006/main" noGrp="1"/>
          </p:cNvSpPr>
          <p:nvPr/>
        </p:nvSpPr>
        <p:spPr>
          <a:xfrm xmlns:a="http://schemas.openxmlformats.org/drawingml/2006/main">
            <a:off x="8138160" y="3566160"/>
            <a:ext cx="3474720" cy="1645920"/>
          </a:xfrm>
          <a:prstGeom xmlns:a="http://schemas.openxmlformats.org/drawingml/2006/main" prst="roundRect">
            <a:avLst/>
          </a:prstGeom>
          <a:gradFill xmlns:a="http://schemas.openxmlformats.org/drawingml/2006/main" rotWithShape="1">
            <a:gsLst>
              <a:gs pos="0">
                <a:srgbClr val="C87814"/>
              </a:gs>
              <a:gs pos="100000">
                <a:srgbClr val="AA3282"/>
              </a:gs>
            </a:gsLst>
            <a:lin ang="16200000" scaled="1"/>
          </a:gradFill>
          <a:ln xmlns:a="http://schemas.openxmlformats.org/drawingml/2006/main">
            <a:noFill/>
          </a:ln>
          <a:effectLst xmlns:a="http://schemas.openxmlformats.org/drawingml/2006/main">
            <a:glow rad="101600">
              <a:srgbClr val="FFA014">
                <a:alpha val="40000"/>
              </a:srgbClr>
            </a:glow>
            <a:outerShdw blurRad="76200" dist="0" dir="0" rotWithShape="0">
              <a:srgbClr val="000000">
                <a:alpha val="30000"/>
              </a:srgbClr>
            </a:outerShdw>
          </a:effectLst>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wrap="square" anchor="ctr"/>
          <a:lstStyle xmlns:a="http://schemas.openxmlformats.org/drawingml/2006/main"/>
          <a:p xmlns:a="http://schemas.openxmlformats.org/drawingml/2006/main">
            <a:pPr algn="ctr">
              <a:spcBef>
                <a:spcPts val="800"/>
              </a:spcBef>
              <a:buNone/>
              <a:defRPr sz="2000" b="1">
                <a:solidFill>
                  <a:srgbClr val="FFFFFF"/>
                </a:solidFill>
                <a:latin typeface="Segoe UI"/>
                <a:ea typeface="Segoe UI"/>
                <a:cs typeface="Segoe UI"/>
              </a:defRPr>
            </a:pPr>
            <a:r>
              <a:t>49 → Rookie</a:t>
            </a:r>
          </a:p>
        </p:txBody>
      </p:sp>
      <p:sp>
        <p:nvSpPr>
          <p:cNvPr id="13" name="Rounded Rectangle 12">
            <a:extLst xmlns:a="http://schemas.openxmlformats.org/drawingml/2006/main">
              <a:ext uri="{FF2B5EF4-FFF2-40B4-BE49-F238E27FC236}">
                <a16:creationId xmlns:a16="http://schemas.microsoft.com/office/drawing/2014/main" id="{2F1DE482-8A82-4220-AB9E-7E375F4AC58A}"/>
              </a:ext>
            </a:extLst>
          </p:cNvPr>
          <p:cNvSpPr>
            <a:spLocks xmlns:a="http://schemas.openxmlformats.org/drawingml/2006/main" noGrp="1"/>
          </p:cNvSpPr>
          <p:nvPr/>
        </p:nvSpPr>
        <p:spPr>
          <a:xfrm xmlns:a="http://schemas.openxmlformats.org/drawingml/2006/main">
            <a:off x="457200" y="5943600"/>
            <a:ext cx="11274552" cy="640080"/>
          </a:xfrm>
          <a:prstGeom xmlns:a="http://schemas.openxmlformats.org/drawingml/2006/main" prst="roundRect">
            <a:avLst/>
          </a:prstGeom>
          <a:solidFill xmlns:a="http://schemas.openxmlformats.org/drawingml/2006/main">
            <a:srgbClr val="00F0FF">
              <a:alpha val="10000"/>
            </a:srgbClr>
          </a:solidFill>
          <a:ln xmlns:a="http://schemas.openxmlformats.org/drawingml/2006/main" w="19050">
            <a:solidFill>
              <a:srgbClr val="00F0FF"/>
            </a:solidFill>
          </a:ln>
          <a:effectLst xmlns:a="http://schemas.openxmlformats.org/drawingml/2006/main">
            <a:glow rad="76200">
              <a:srgbClr val="00F0FF">
                <a:alpha val="35000"/>
              </a:srgbClr>
            </a:glow>
          </a:effectLst>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wrap="square" anchor="ctr"/>
          <a:lstStyle xmlns:a="http://schemas.openxmlformats.org/drawingml/2006/main"/>
          <a:p xmlns:a="http://schemas.openxmlformats.org/drawingml/2006/main">
            <a:pPr algn="ctr">
              <a:spcBef>
                <a:spcPts val="800"/>
              </a:spcBef>
              <a:buNone/>
              <a:defRPr sz="1600" b="1">
                <a:solidFill>
                  <a:srgbClr val="FFFFFF"/>
                </a:solidFill>
                <a:latin typeface="Segoe UI"/>
                <a:ea typeface="Segoe UI"/>
                <a:cs typeface="Segoe UI"/>
              </a:defRPr>
            </a:pPr>
            <a:r>
              <a:t>Boundaries reveal whether the written rule matches the game rule</a:t>
            </a:r>
          </a:p>
        </p:txBody>
      </p:sp>
    </p:spTree>
    <p:extLst>
      <p:ext uri="{BB962C8B-B14F-4D97-AF65-F5344CB8AC3E}">
        <p14:creationId xmlns:p14="http://schemas.microsoft.com/office/powerpoint/2010/main" val="731603439"/>
      </p:ext>
    </p:extLst>
  </p:cSld>
</p:sld>
</file>

<file path=ppt/slides/slide13.xml><?xml version="1.0" encoding="utf-8"?>
<p:sld xmlns:p="http://schemas.openxmlformats.org/presentationml/2006/main">
  <p:cSld>
    <p:spTree>
      <p:nvGrpSpPr>
        <p:cNvPr id="1" name=""/>
        <p:cNvGrpSpPr/>
        <p:nvPr/>
      </p:nvGrpSpPr>
      <p:grpSpPr>
        <a:xfrm xmlns:a="http://schemas.openxmlformats.org/drawingml/2006/main"/>
      </p:grpSpPr>
      <p:sp>
        <p:nvSpPr>
          <p:cNvPr id="2" name="Rectangle 1">
            <a:extLst xmlns:a="http://schemas.openxmlformats.org/drawingml/2006/main">
              <a:ext uri="{FF2B5EF4-FFF2-40B4-BE49-F238E27FC236}">
                <a16:creationId xmlns:a16="http://schemas.microsoft.com/office/drawing/2014/main" id="{8C5A3730-9128-4156-AD55-2E742CA1BB21}"/>
              </a:ext>
            </a:extLst>
          </p:cNvPr>
          <p:cNvSpPr>
            <a:spLocks xmlns:a="http://schemas.openxmlformats.org/drawingml/2006/main" noGrp="1"/>
          </p:cNvSpPr>
          <p:nvPr/>
        </p:nvSpPr>
        <p:spPr>
          <a:xfrm xmlns:a="http://schemas.openxmlformats.org/drawingml/2006/main">
            <a:off x="0" y="0"/>
            <a:ext cx="12188952" cy="6858000"/>
          </a:xfrm>
          <a:prstGeom xmlns:a="http://schemas.openxmlformats.org/drawingml/2006/main" prst="rect">
            <a:avLst/>
          </a:prstGeom>
          <a:gradFill xmlns:a="http://schemas.openxmlformats.org/drawingml/2006/main" rotWithShape="1">
            <a:gsLst>
              <a:gs pos="0">
                <a:srgbClr val="080C18"/>
              </a:gs>
              <a:gs pos="100000">
                <a:srgbClr val="0C1224"/>
              </a:gs>
            </a:gsLst>
            <a:lin ang="16200000" scaled="1"/>
          </a:gra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Rectangle 2">
            <a:extLst xmlns:a="http://schemas.openxmlformats.org/drawingml/2006/main">
              <a:ext uri="{FF2B5EF4-FFF2-40B4-BE49-F238E27FC236}">
                <a16:creationId xmlns:a16="http://schemas.microsoft.com/office/drawing/2014/main" id="{4F8297AF-BC8D-41FC-8584-766AA467A89C}"/>
              </a:ext>
            </a:extLst>
          </p:cNvPr>
          <p:cNvSpPr>
            <a:spLocks xmlns:a="http://schemas.openxmlformats.org/drawingml/2006/main" noGrp="1"/>
          </p:cNvSpPr>
          <p:nvPr/>
        </p:nvSpPr>
        <p:spPr>
          <a:xfrm xmlns:a="http://schemas.openxmlformats.org/drawingml/2006/main">
            <a:off x="0" y="0"/>
            <a:ext cx="12188952" cy="1188720"/>
          </a:xfrm>
          <a:prstGeom xmlns:a="http://schemas.openxmlformats.org/drawingml/2006/main" prst="rect">
            <a:avLst/>
          </a:prstGeom>
          <a:gradFill xmlns:a="http://schemas.openxmlformats.org/drawingml/2006/main" rotWithShape="1">
            <a:gsLst>
              <a:gs pos="0">
                <a:srgbClr val="080C18"/>
              </a:gs>
              <a:gs pos="100000">
                <a:srgbClr val="0F1932"/>
              </a:gs>
            </a:gsLst>
            <a:lin ang="0" scaled="1"/>
          </a:gra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 name="Rectangle 3">
            <a:extLst xmlns:a="http://schemas.openxmlformats.org/drawingml/2006/main">
              <a:ext uri="{FF2B5EF4-FFF2-40B4-BE49-F238E27FC236}">
                <a16:creationId xmlns:a16="http://schemas.microsoft.com/office/drawing/2014/main" id="{1605E291-2F7A-4319-A1C7-F25E5D140C8D}"/>
              </a:ext>
            </a:extLst>
          </p:cNvPr>
          <p:cNvSpPr>
            <a:spLocks xmlns:a="http://schemas.openxmlformats.org/drawingml/2006/main" noGrp="1"/>
          </p:cNvSpPr>
          <p:nvPr/>
        </p:nvSpPr>
        <p:spPr>
          <a:xfrm xmlns:a="http://schemas.openxmlformats.org/drawingml/2006/main">
            <a:off x="0" y="1188720"/>
            <a:ext cx="12188952" cy="36576"/>
          </a:xfrm>
          <a:prstGeom xmlns:a="http://schemas.openxmlformats.org/drawingml/2006/main" prst="rect">
            <a:avLst/>
          </a:prstGeom>
          <a:solidFill xmlns:a="http://schemas.openxmlformats.org/drawingml/2006/main">
            <a:srgbClr val="00F0FF"/>
          </a:solidFill>
          <a:ln xmlns:a="http://schemas.openxmlformats.org/drawingml/2006/main">
            <a:noFill/>
          </a:ln>
          <a:effectLst xmlns:a="http://schemas.openxmlformats.org/drawingml/2006/main">
            <a:glow rad="76200">
              <a:srgbClr val="00F0FF">
                <a:alpha val="30000"/>
              </a:srgbClr>
            </a:glow>
          </a:effectLst>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5" name="TextBox 4">
            <a:extLst xmlns:a="http://schemas.openxmlformats.org/drawingml/2006/main">
              <a:ext uri="{FF2B5EF4-FFF2-40B4-BE49-F238E27FC236}">
                <a16:creationId xmlns:a16="http://schemas.microsoft.com/office/drawing/2014/main" id="{C65439A8-2883-41F0-9FD0-CF5E3D688206}"/>
              </a:ext>
            </a:extLst>
          </p:cNvPr>
          <p:cNvSpPr>
            <a:spLocks xmlns:a="http://schemas.openxmlformats.org/drawingml/2006/main" noGrp="1"/>
          </p:cNvSpPr>
          <p:nvPr/>
        </p:nvSpPr>
        <p:spPr>
          <a:xfrm xmlns:a="http://schemas.openxmlformats.org/drawingml/2006/main">
            <a:off x="548640" y="256032"/>
            <a:ext cx="11091672" cy="64008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defRPr sz="3400" b="1">
                <a:solidFill>
                  <a:srgbClr val="FFFFFF"/>
                </a:solidFill>
                <a:latin typeface="Segoe UI Semibold"/>
                <a:ea typeface="Segoe UI Semibold"/>
                <a:cs typeface="Segoe UI Semibold"/>
              </a:defRPr>
            </a:pPr>
            <a:r>
              <a:t>Mission 1: Galactic Gatekeeper</a:t>
            </a:r>
          </a:p>
        </p:txBody>
      </p:sp>
      <p:sp>
        <p:nvSpPr>
          <p:cNvPr id="6" name="TextBox 5">
            <a:extLst xmlns:a="http://schemas.openxmlformats.org/drawingml/2006/main">
              <a:ext uri="{FF2B5EF4-FFF2-40B4-BE49-F238E27FC236}">
                <a16:creationId xmlns:a16="http://schemas.microsoft.com/office/drawing/2014/main" id="{44BBA9E3-C937-4F4D-8380-F33350362FC5}"/>
              </a:ext>
            </a:extLst>
          </p:cNvPr>
          <p:cNvSpPr>
            <a:spLocks xmlns:a="http://schemas.openxmlformats.org/drawingml/2006/main" noGrp="1"/>
          </p:cNvSpPr>
          <p:nvPr/>
        </p:nvSpPr>
        <p:spPr>
          <a:xfrm xmlns:a="http://schemas.openxmlformats.org/drawingml/2006/main">
            <a:off x="548640" y="804672"/>
            <a:ext cx="11091672" cy="36576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defRPr sz="1500" b="0">
                <a:solidFill>
                  <a:srgbClr val="00F0FF"/>
                </a:solidFill>
                <a:latin typeface="Segoe UI"/>
                <a:ea typeface="Segoe UI"/>
                <a:cs typeface="Segoe UI"/>
              </a:defRPr>
            </a:pPr>
            <a:r>
              <a:t>Build a fuel-status game in the Playground</a:t>
            </a:r>
          </a:p>
        </p:txBody>
      </p:sp>
      <p:sp>
        <p:nvSpPr>
          <p:cNvPr id="7" name="Rounded Rectangle 6">
            <a:extLst xmlns:a="http://schemas.openxmlformats.org/drawingml/2006/main">
              <a:ext uri="{FF2B5EF4-FFF2-40B4-BE49-F238E27FC236}">
                <a16:creationId xmlns:a16="http://schemas.microsoft.com/office/drawing/2014/main" id="{3118AEC6-B5B6-4336-8C65-DB6E3AA66501}"/>
              </a:ext>
            </a:extLst>
          </p:cNvPr>
          <p:cNvSpPr>
            <a:spLocks xmlns:a="http://schemas.openxmlformats.org/drawingml/2006/main" noGrp="1"/>
          </p:cNvSpPr>
          <p:nvPr/>
        </p:nvSpPr>
        <p:spPr>
          <a:xfrm xmlns:a="http://schemas.openxmlformats.org/drawingml/2006/main">
            <a:off x="365760" y="1508760"/>
            <a:ext cx="5577840" cy="2103120"/>
          </a:xfrm>
          <a:prstGeom xmlns:a="http://schemas.openxmlformats.org/drawingml/2006/main" prst="roundRect">
            <a:avLst/>
          </a:prstGeom>
          <a:solidFill xmlns:a="http://schemas.openxmlformats.org/drawingml/2006/main">
            <a:srgbClr val="121A32">
              <a:alpha val="70000"/>
            </a:srgbClr>
          </a:solidFill>
          <a:ln xmlns:a="http://schemas.openxmlformats.org/drawingml/2006/main" w="12700">
            <a:noFill/>
          </a:ln>
          <a:effectLst xmlns:a="http://schemas.openxmlformats.org/drawingml/2006/main">
            <a:outerShdw blurRad="127000" dist="50800" dir="8100000" rotWithShape="0">
              <a:srgbClr val="000000">
                <a:alpha val="40000"/>
              </a:srgbClr>
            </a:outerShdw>
          </a:effectLst>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8" name="Rectangle 7">
            <a:extLst xmlns:a="http://schemas.openxmlformats.org/drawingml/2006/main">
              <a:ext uri="{FF2B5EF4-FFF2-40B4-BE49-F238E27FC236}">
                <a16:creationId xmlns:a16="http://schemas.microsoft.com/office/drawing/2014/main" id="{8EC162AB-2051-4A04-9117-66CD75AC9613}"/>
              </a:ext>
            </a:extLst>
          </p:cNvPr>
          <p:cNvSpPr>
            <a:spLocks xmlns:a="http://schemas.openxmlformats.org/drawingml/2006/main" noGrp="1"/>
          </p:cNvSpPr>
          <p:nvPr/>
        </p:nvSpPr>
        <p:spPr>
          <a:xfrm xmlns:a="http://schemas.openxmlformats.org/drawingml/2006/main">
            <a:off x="384048" y="1527048"/>
            <a:ext cx="5541264" cy="54864"/>
          </a:xfrm>
          <a:prstGeom xmlns:a="http://schemas.openxmlformats.org/drawingml/2006/main" prst="rect">
            <a:avLst/>
          </a:prstGeom>
          <a:solidFill xmlns:a="http://schemas.openxmlformats.org/drawingml/2006/main">
            <a:srgbClr val="00F0FF"/>
          </a:solidFill>
          <a:ln xmlns:a="http://schemas.openxmlformats.org/drawingml/2006/main">
            <a:noFill/>
          </a:ln>
          <a:effectLst xmlns:a="http://schemas.openxmlformats.org/drawingml/2006/main">
            <a:glow rad="50800">
              <a:srgbClr val="00F0FF">
                <a:alpha val="40000"/>
              </a:srgbClr>
            </a:glow>
          </a:effectLst>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9" name="TextBox 8">
            <a:extLst xmlns:a="http://schemas.openxmlformats.org/drawingml/2006/main">
              <a:ext uri="{FF2B5EF4-FFF2-40B4-BE49-F238E27FC236}">
                <a16:creationId xmlns:a16="http://schemas.microsoft.com/office/drawing/2014/main" id="{DE576467-E6E6-4423-881E-BC79F724B6DF}"/>
              </a:ext>
            </a:extLst>
          </p:cNvPr>
          <p:cNvSpPr>
            <a:spLocks xmlns:a="http://schemas.openxmlformats.org/drawingml/2006/main" noGrp="1"/>
          </p:cNvSpPr>
          <p:nvPr/>
        </p:nvSpPr>
        <p:spPr>
          <a:xfrm xmlns:a="http://schemas.openxmlformats.org/drawingml/2006/main">
            <a:off x="548640" y="1673352"/>
            <a:ext cx="5212080" cy="36576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defRPr sz="1600" b="1">
                <a:solidFill>
                  <a:srgbClr val="00F0FF"/>
                </a:solidFill>
                <a:latin typeface="Segoe UI"/>
                <a:ea typeface="Segoe UI"/>
                <a:cs typeface="Segoe UI"/>
              </a:defRPr>
            </a:pPr>
            <a:r>
              <a:t>RULES</a:t>
            </a:r>
          </a:p>
        </p:txBody>
      </p:sp>
      <p:sp>
        <p:nvSpPr>
          <p:cNvPr id="10" name="TextBox 9">
            <a:extLst xmlns:a="http://schemas.openxmlformats.org/drawingml/2006/main">
              <a:ext uri="{FF2B5EF4-FFF2-40B4-BE49-F238E27FC236}">
                <a16:creationId xmlns:a16="http://schemas.microsoft.com/office/drawing/2014/main" id="{A76E4C09-6D88-4C3F-B943-1EC7560B1A51}"/>
              </a:ext>
            </a:extLst>
          </p:cNvPr>
          <p:cNvSpPr>
            <a:spLocks xmlns:a="http://schemas.openxmlformats.org/drawingml/2006/main" noGrp="1"/>
          </p:cNvSpPr>
          <p:nvPr/>
        </p:nvSpPr>
        <p:spPr>
          <a:xfrm xmlns:a="http://schemas.openxmlformats.org/drawingml/2006/main">
            <a:off x="548640" y="2057400"/>
            <a:ext cx="5212080" cy="27432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defRPr sz="1200" b="0">
                <a:solidFill>
                  <a:srgbClr val="E6EBF5"/>
                </a:solidFill>
                <a:latin typeface="Segoe UI"/>
                <a:ea typeface="Segoe UI"/>
                <a:cs typeface="Segoe UI"/>
              </a:defRPr>
            </a:pPr>
            <a:r>
              <a:t>80+ Warp speed!</a:t>
            </a:r>
          </a:p>
        </p:txBody>
      </p:sp>
      <p:sp>
        <p:nvSpPr>
          <p:cNvPr id="11" name="TextBox 10">
            <a:extLst xmlns:a="http://schemas.openxmlformats.org/drawingml/2006/main">
              <a:ext uri="{FF2B5EF4-FFF2-40B4-BE49-F238E27FC236}">
                <a16:creationId xmlns:a16="http://schemas.microsoft.com/office/drawing/2014/main" id="{6EA13D38-78B0-46D4-BF7E-862ADB7C90BA}"/>
              </a:ext>
            </a:extLst>
          </p:cNvPr>
          <p:cNvSpPr>
            <a:spLocks xmlns:a="http://schemas.openxmlformats.org/drawingml/2006/main" noGrp="1"/>
          </p:cNvSpPr>
          <p:nvPr/>
        </p:nvSpPr>
        <p:spPr>
          <a:xfrm xmlns:a="http://schemas.openxmlformats.org/drawingml/2006/main">
            <a:off x="548640" y="2313432"/>
            <a:ext cx="5212080" cy="27432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defRPr sz="1200" b="0">
                <a:solidFill>
                  <a:srgbClr val="E6EBF5"/>
                </a:solidFill>
                <a:latin typeface="Segoe UI"/>
                <a:ea typeface="Segoe UI"/>
                <a:cs typeface="Segoe UI"/>
              </a:defRPr>
            </a:pPr>
            <a:r>
              <a:t>50+ Cruise mode</a:t>
            </a:r>
          </a:p>
        </p:txBody>
      </p:sp>
      <p:sp>
        <p:nvSpPr>
          <p:cNvPr id="12" name="TextBox 11">
            <a:extLst xmlns:a="http://schemas.openxmlformats.org/drawingml/2006/main">
              <a:ext uri="{FF2B5EF4-FFF2-40B4-BE49-F238E27FC236}">
                <a16:creationId xmlns:a16="http://schemas.microsoft.com/office/drawing/2014/main" id="{E9013996-892C-4DE8-A47F-E3FFE5C300C3}"/>
              </a:ext>
            </a:extLst>
          </p:cNvPr>
          <p:cNvSpPr>
            <a:spLocks xmlns:a="http://schemas.openxmlformats.org/drawingml/2006/main" noGrp="1"/>
          </p:cNvSpPr>
          <p:nvPr/>
        </p:nvSpPr>
        <p:spPr>
          <a:xfrm xmlns:a="http://schemas.openxmlformats.org/drawingml/2006/main">
            <a:off x="548640" y="2569464"/>
            <a:ext cx="5212080" cy="27432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defRPr sz="1200" b="0">
                <a:solidFill>
                  <a:srgbClr val="E6EBF5"/>
                </a:solidFill>
                <a:latin typeface="Segoe UI"/>
                <a:ea typeface="Segoe UI"/>
                <a:cs typeface="Segoe UI"/>
              </a:defRPr>
            </a:pPr>
            <a:r>
              <a:t>20+ Emergency reserve</a:t>
            </a:r>
          </a:p>
        </p:txBody>
      </p:sp>
      <p:sp>
        <p:nvSpPr>
          <p:cNvPr id="13" name="Rounded Rectangle 12">
            <a:extLst xmlns:a="http://schemas.openxmlformats.org/drawingml/2006/main">
              <a:ext uri="{FF2B5EF4-FFF2-40B4-BE49-F238E27FC236}">
                <a16:creationId xmlns:a16="http://schemas.microsoft.com/office/drawing/2014/main" id="{F0362A3A-4667-4029-AD23-E698126B98B0}"/>
              </a:ext>
            </a:extLst>
          </p:cNvPr>
          <p:cNvSpPr>
            <a:spLocks xmlns:a="http://schemas.openxmlformats.org/drawingml/2006/main" noGrp="1"/>
          </p:cNvSpPr>
          <p:nvPr/>
        </p:nvSpPr>
        <p:spPr>
          <a:xfrm xmlns:a="http://schemas.openxmlformats.org/drawingml/2006/main">
            <a:off x="6309360" y="1508760"/>
            <a:ext cx="5577840" cy="2103120"/>
          </a:xfrm>
          <a:prstGeom xmlns:a="http://schemas.openxmlformats.org/drawingml/2006/main" prst="roundRect">
            <a:avLst/>
          </a:prstGeom>
          <a:solidFill xmlns:a="http://schemas.openxmlformats.org/drawingml/2006/main">
            <a:srgbClr val="121A32">
              <a:alpha val="70000"/>
            </a:srgbClr>
          </a:solidFill>
          <a:ln xmlns:a="http://schemas.openxmlformats.org/drawingml/2006/main" w="12700">
            <a:noFill/>
          </a:ln>
          <a:effectLst xmlns:a="http://schemas.openxmlformats.org/drawingml/2006/main">
            <a:outerShdw blurRad="127000" dist="50800" dir="8100000" rotWithShape="0">
              <a:srgbClr val="000000">
                <a:alpha val="40000"/>
              </a:srgbClr>
            </a:outerShdw>
          </a:effectLst>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4" name="Rectangle 13">
            <a:extLst xmlns:a="http://schemas.openxmlformats.org/drawingml/2006/main">
              <a:ext uri="{FF2B5EF4-FFF2-40B4-BE49-F238E27FC236}">
                <a16:creationId xmlns:a16="http://schemas.microsoft.com/office/drawing/2014/main" id="{4640A243-0FC5-427E-96F8-103C41B217AB}"/>
              </a:ext>
            </a:extLst>
          </p:cNvPr>
          <p:cNvSpPr>
            <a:spLocks xmlns:a="http://schemas.openxmlformats.org/drawingml/2006/main" noGrp="1"/>
          </p:cNvSpPr>
          <p:nvPr/>
        </p:nvSpPr>
        <p:spPr>
          <a:xfrm xmlns:a="http://schemas.openxmlformats.org/drawingml/2006/main">
            <a:off x="6327648" y="1527048"/>
            <a:ext cx="5541264" cy="54864"/>
          </a:xfrm>
          <a:prstGeom xmlns:a="http://schemas.openxmlformats.org/drawingml/2006/main" prst="rect">
            <a:avLst/>
          </a:prstGeom>
          <a:solidFill xmlns:a="http://schemas.openxmlformats.org/drawingml/2006/main">
            <a:srgbClr val="00FF8C"/>
          </a:solidFill>
          <a:ln xmlns:a="http://schemas.openxmlformats.org/drawingml/2006/main">
            <a:noFill/>
          </a:ln>
          <a:effectLst xmlns:a="http://schemas.openxmlformats.org/drawingml/2006/main">
            <a:glow rad="50800">
              <a:srgbClr val="00FF8C">
                <a:alpha val="40000"/>
              </a:srgbClr>
            </a:glow>
          </a:effectLst>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5" name="TextBox 14">
            <a:extLst xmlns:a="http://schemas.openxmlformats.org/drawingml/2006/main">
              <a:ext uri="{FF2B5EF4-FFF2-40B4-BE49-F238E27FC236}">
                <a16:creationId xmlns:a16="http://schemas.microsoft.com/office/drawing/2014/main" id="{897D1B14-FD98-4146-ABB8-46010C32F573}"/>
              </a:ext>
            </a:extLst>
          </p:cNvPr>
          <p:cNvSpPr>
            <a:spLocks xmlns:a="http://schemas.openxmlformats.org/drawingml/2006/main" noGrp="1"/>
          </p:cNvSpPr>
          <p:nvPr/>
        </p:nvSpPr>
        <p:spPr>
          <a:xfrm xmlns:a="http://schemas.openxmlformats.org/drawingml/2006/main">
            <a:off x="6492240" y="1673352"/>
            <a:ext cx="5212080" cy="36576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defRPr sz="1600" b="1">
                <a:solidFill>
                  <a:srgbClr val="00FF8C"/>
                </a:solidFill>
                <a:latin typeface="Segoe UI"/>
                <a:ea typeface="Segoe UI"/>
                <a:cs typeface="Segoe UI"/>
              </a:defRPr>
            </a:pPr>
            <a:r>
              <a:t>START</a:t>
            </a:r>
          </a:p>
        </p:txBody>
      </p:sp>
      <p:sp>
        <p:nvSpPr>
          <p:cNvPr id="16" name="TextBox 15">
            <a:extLst xmlns:a="http://schemas.openxmlformats.org/drawingml/2006/main">
              <a:ext uri="{FF2B5EF4-FFF2-40B4-BE49-F238E27FC236}">
                <a16:creationId xmlns:a16="http://schemas.microsoft.com/office/drawing/2014/main" id="{2E975D0D-A7B5-4E91-8139-9B926E5047A0}"/>
              </a:ext>
            </a:extLst>
          </p:cNvPr>
          <p:cNvSpPr>
            <a:spLocks xmlns:a="http://schemas.openxmlformats.org/drawingml/2006/main" noGrp="1"/>
          </p:cNvSpPr>
          <p:nvPr/>
        </p:nvSpPr>
        <p:spPr>
          <a:xfrm xmlns:a="http://schemas.openxmlformats.org/drawingml/2006/main">
            <a:off x="6492240" y="2057400"/>
            <a:ext cx="5212080" cy="27432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defRPr sz="1200" b="0">
                <a:solidFill>
                  <a:srgbClr val="E6EBF5"/>
                </a:solidFill>
                <a:latin typeface="Segoe UI"/>
                <a:ea typeface="Segoe UI"/>
                <a:cs typeface="Segoe UI"/>
              </a:defRPr>
            </a:pPr>
            <a:r>
              <a:t>const fuel: number = 72;</a:t>
            </a:r>
          </a:p>
        </p:txBody>
      </p:sp>
      <p:sp>
        <p:nvSpPr>
          <p:cNvPr id="17" name="TextBox 16">
            <a:extLst xmlns:a="http://schemas.openxmlformats.org/drawingml/2006/main">
              <a:ext uri="{FF2B5EF4-FFF2-40B4-BE49-F238E27FC236}">
                <a16:creationId xmlns:a16="http://schemas.microsoft.com/office/drawing/2014/main" id="{B009920E-FBBA-43A3-902A-C425D22C4D40}"/>
              </a:ext>
            </a:extLst>
          </p:cNvPr>
          <p:cNvSpPr>
            <a:spLocks xmlns:a="http://schemas.openxmlformats.org/drawingml/2006/main" noGrp="1"/>
          </p:cNvSpPr>
          <p:nvPr/>
        </p:nvSpPr>
        <p:spPr>
          <a:xfrm xmlns:a="http://schemas.openxmlformats.org/drawingml/2006/main">
            <a:off x="6492240" y="2313432"/>
            <a:ext cx="5212080" cy="27432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defRPr sz="1200" b="0">
                <a:solidFill>
                  <a:srgbClr val="E6EBF5"/>
                </a:solidFill>
                <a:latin typeface="Segoe UI"/>
                <a:ea typeface="Segoe UI"/>
                <a:cs typeface="Segoe UI"/>
              </a:defRPr>
            </a:pPr>
            <a:r>
              <a:t>Build one ladder</a:t>
            </a:r>
          </a:p>
        </p:txBody>
      </p:sp>
      <p:sp>
        <p:nvSpPr>
          <p:cNvPr id="18" name="TextBox 17">
            <a:extLst xmlns:a="http://schemas.openxmlformats.org/drawingml/2006/main">
              <a:ext uri="{FF2B5EF4-FFF2-40B4-BE49-F238E27FC236}">
                <a16:creationId xmlns:a16="http://schemas.microsoft.com/office/drawing/2014/main" id="{988389EC-0F46-460B-879E-122152B5B69B}"/>
              </a:ext>
            </a:extLst>
          </p:cNvPr>
          <p:cNvSpPr>
            <a:spLocks xmlns:a="http://schemas.openxmlformats.org/drawingml/2006/main" noGrp="1"/>
          </p:cNvSpPr>
          <p:nvPr/>
        </p:nvSpPr>
        <p:spPr>
          <a:xfrm xmlns:a="http://schemas.openxmlformats.org/drawingml/2006/main">
            <a:off x="6492240" y="2569464"/>
            <a:ext cx="5212080" cy="27432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defRPr sz="1200" b="0">
                <a:solidFill>
                  <a:srgbClr val="E6EBF5"/>
                </a:solidFill>
                <a:latin typeface="Segoe UI"/>
                <a:ea typeface="Segoe UI"/>
                <a:cs typeface="Segoe UI"/>
              </a:defRPr>
            </a:pPr>
            <a:r>
              <a:t>Predict first</a:t>
            </a:r>
          </a:p>
        </p:txBody>
      </p:sp>
      <p:sp>
        <p:nvSpPr>
          <p:cNvPr id="19" name="Rounded Rectangle 18">
            <a:extLst xmlns:a="http://schemas.openxmlformats.org/drawingml/2006/main">
              <a:ext uri="{FF2B5EF4-FFF2-40B4-BE49-F238E27FC236}">
                <a16:creationId xmlns:a16="http://schemas.microsoft.com/office/drawing/2014/main" id="{D5560DDE-8F7B-4F22-8A87-73AA12DCA13F}"/>
              </a:ext>
            </a:extLst>
          </p:cNvPr>
          <p:cNvSpPr>
            <a:spLocks xmlns:a="http://schemas.openxmlformats.org/drawingml/2006/main" noGrp="1"/>
          </p:cNvSpPr>
          <p:nvPr/>
        </p:nvSpPr>
        <p:spPr>
          <a:xfrm xmlns:a="http://schemas.openxmlformats.org/drawingml/2006/main">
            <a:off x="365760" y="3931920"/>
            <a:ext cx="5577840" cy="2103120"/>
          </a:xfrm>
          <a:prstGeom xmlns:a="http://schemas.openxmlformats.org/drawingml/2006/main" prst="roundRect">
            <a:avLst/>
          </a:prstGeom>
          <a:solidFill xmlns:a="http://schemas.openxmlformats.org/drawingml/2006/main">
            <a:srgbClr val="121A32">
              <a:alpha val="70000"/>
            </a:srgbClr>
          </a:solidFill>
          <a:ln xmlns:a="http://schemas.openxmlformats.org/drawingml/2006/main" w="12700">
            <a:noFill/>
          </a:ln>
          <a:effectLst xmlns:a="http://schemas.openxmlformats.org/drawingml/2006/main">
            <a:outerShdw blurRad="127000" dist="50800" dir="8100000" rotWithShape="0">
              <a:srgbClr val="000000">
                <a:alpha val="40000"/>
              </a:srgbClr>
            </a:outerShdw>
          </a:effectLst>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20" name="Rectangle 19">
            <a:extLst xmlns:a="http://schemas.openxmlformats.org/drawingml/2006/main">
              <a:ext uri="{FF2B5EF4-FFF2-40B4-BE49-F238E27FC236}">
                <a16:creationId xmlns:a16="http://schemas.microsoft.com/office/drawing/2014/main" id="{C877E3A6-9811-4104-A391-543DD5CF1576}"/>
              </a:ext>
            </a:extLst>
          </p:cNvPr>
          <p:cNvSpPr>
            <a:spLocks xmlns:a="http://schemas.openxmlformats.org/drawingml/2006/main" noGrp="1"/>
          </p:cNvSpPr>
          <p:nvPr/>
        </p:nvSpPr>
        <p:spPr>
          <a:xfrm xmlns:a="http://schemas.openxmlformats.org/drawingml/2006/main">
            <a:off x="384048" y="3950208"/>
            <a:ext cx="5541264" cy="54864"/>
          </a:xfrm>
          <a:prstGeom xmlns:a="http://schemas.openxmlformats.org/drawingml/2006/main" prst="rect">
            <a:avLst/>
          </a:prstGeom>
          <a:solidFill xmlns:a="http://schemas.openxmlformats.org/drawingml/2006/main">
            <a:srgbClr val="A050FF"/>
          </a:solidFill>
          <a:ln xmlns:a="http://schemas.openxmlformats.org/drawingml/2006/main">
            <a:noFill/>
          </a:ln>
          <a:effectLst xmlns:a="http://schemas.openxmlformats.org/drawingml/2006/main">
            <a:glow rad="50800">
              <a:srgbClr val="A050FF">
                <a:alpha val="40000"/>
              </a:srgbClr>
            </a:glow>
          </a:effectLst>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21" name="TextBox 20">
            <a:extLst xmlns:a="http://schemas.openxmlformats.org/drawingml/2006/main">
              <a:ext uri="{FF2B5EF4-FFF2-40B4-BE49-F238E27FC236}">
                <a16:creationId xmlns:a16="http://schemas.microsoft.com/office/drawing/2014/main" id="{CC248041-DD86-4689-88BF-BCEF5545BB73}"/>
              </a:ext>
            </a:extLst>
          </p:cNvPr>
          <p:cNvSpPr>
            <a:spLocks xmlns:a="http://schemas.openxmlformats.org/drawingml/2006/main" noGrp="1"/>
          </p:cNvSpPr>
          <p:nvPr/>
        </p:nvSpPr>
        <p:spPr>
          <a:xfrm xmlns:a="http://schemas.openxmlformats.org/drawingml/2006/main">
            <a:off x="548640" y="4096512"/>
            <a:ext cx="5212080" cy="36576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defRPr sz="1600" b="1">
                <a:solidFill>
                  <a:srgbClr val="A050FF"/>
                </a:solidFill>
                <a:latin typeface="Segoe UI"/>
                <a:ea typeface="Segoe UI"/>
                <a:cs typeface="Segoe UI"/>
              </a:defRPr>
            </a:pPr>
            <a:r>
              <a:t>TEST</a:t>
            </a:r>
          </a:p>
        </p:txBody>
      </p:sp>
      <p:sp>
        <p:nvSpPr>
          <p:cNvPr id="22" name="TextBox 21">
            <a:extLst xmlns:a="http://schemas.openxmlformats.org/drawingml/2006/main">
              <a:ext uri="{FF2B5EF4-FFF2-40B4-BE49-F238E27FC236}">
                <a16:creationId xmlns:a16="http://schemas.microsoft.com/office/drawing/2014/main" id="{6647EE28-3DE4-4A93-897A-125BE9825CC9}"/>
              </a:ext>
            </a:extLst>
          </p:cNvPr>
          <p:cNvSpPr>
            <a:spLocks xmlns:a="http://schemas.openxmlformats.org/drawingml/2006/main" noGrp="1"/>
          </p:cNvSpPr>
          <p:nvPr/>
        </p:nvSpPr>
        <p:spPr>
          <a:xfrm xmlns:a="http://schemas.openxmlformats.org/drawingml/2006/main">
            <a:off x="548640" y="4480560"/>
            <a:ext cx="5212080" cy="27432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defRPr sz="1200" b="0">
                <a:solidFill>
                  <a:srgbClr val="E6EBF5"/>
                </a:solidFill>
                <a:latin typeface="Segoe UI"/>
                <a:ea typeface="Segoe UI"/>
                <a:cs typeface="Segoe UI"/>
              </a:defRPr>
            </a:pPr>
            <a:r>
              <a:t>80 and 79</a:t>
            </a:r>
          </a:p>
        </p:txBody>
      </p:sp>
      <p:sp>
        <p:nvSpPr>
          <p:cNvPr id="23" name="TextBox 22">
            <a:extLst xmlns:a="http://schemas.openxmlformats.org/drawingml/2006/main">
              <a:ext uri="{FF2B5EF4-FFF2-40B4-BE49-F238E27FC236}">
                <a16:creationId xmlns:a16="http://schemas.microsoft.com/office/drawing/2014/main" id="{5DEDD8EC-768A-4592-BE7B-ACF88D9ABD66}"/>
              </a:ext>
            </a:extLst>
          </p:cNvPr>
          <p:cNvSpPr>
            <a:spLocks xmlns:a="http://schemas.openxmlformats.org/drawingml/2006/main" noGrp="1"/>
          </p:cNvSpPr>
          <p:nvPr/>
        </p:nvSpPr>
        <p:spPr>
          <a:xfrm xmlns:a="http://schemas.openxmlformats.org/drawingml/2006/main">
            <a:off x="548640" y="4736592"/>
            <a:ext cx="5212080" cy="27432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defRPr sz="1200" b="0">
                <a:solidFill>
                  <a:srgbClr val="E6EBF5"/>
                </a:solidFill>
                <a:latin typeface="Segoe UI"/>
                <a:ea typeface="Segoe UI"/>
                <a:cs typeface="Segoe UI"/>
              </a:defRPr>
            </a:pPr>
            <a:r>
              <a:t>50 and 49</a:t>
            </a:r>
          </a:p>
        </p:txBody>
      </p:sp>
      <p:sp>
        <p:nvSpPr>
          <p:cNvPr id="24" name="TextBox 23">
            <a:extLst xmlns:a="http://schemas.openxmlformats.org/drawingml/2006/main">
              <a:ext uri="{FF2B5EF4-FFF2-40B4-BE49-F238E27FC236}">
                <a16:creationId xmlns:a16="http://schemas.microsoft.com/office/drawing/2014/main" id="{B93435DC-D5CC-4AD1-A05C-147E057A2ACB}"/>
              </a:ext>
            </a:extLst>
          </p:cNvPr>
          <p:cNvSpPr>
            <a:spLocks xmlns:a="http://schemas.openxmlformats.org/drawingml/2006/main" noGrp="1"/>
          </p:cNvSpPr>
          <p:nvPr/>
        </p:nvSpPr>
        <p:spPr>
          <a:xfrm xmlns:a="http://schemas.openxmlformats.org/drawingml/2006/main">
            <a:off x="548640" y="4992624"/>
            <a:ext cx="5212080" cy="27432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defRPr sz="1200" b="0">
                <a:solidFill>
                  <a:srgbClr val="E6EBF5"/>
                </a:solidFill>
                <a:latin typeface="Segoe UI"/>
                <a:ea typeface="Segoe UI"/>
                <a:cs typeface="Segoe UI"/>
              </a:defRPr>
            </a:pPr>
            <a:r>
              <a:t>20 and 19</a:t>
            </a:r>
          </a:p>
        </p:txBody>
      </p:sp>
      <p:sp>
        <p:nvSpPr>
          <p:cNvPr id="25" name="Rounded Rectangle 24">
            <a:extLst xmlns:a="http://schemas.openxmlformats.org/drawingml/2006/main">
              <a:ext uri="{FF2B5EF4-FFF2-40B4-BE49-F238E27FC236}">
                <a16:creationId xmlns:a16="http://schemas.microsoft.com/office/drawing/2014/main" id="{31094A69-2CFA-443E-B15C-C0995C6B7FE1}"/>
              </a:ext>
            </a:extLst>
          </p:cNvPr>
          <p:cNvSpPr>
            <a:spLocks xmlns:a="http://schemas.openxmlformats.org/drawingml/2006/main" noGrp="1"/>
          </p:cNvSpPr>
          <p:nvPr/>
        </p:nvSpPr>
        <p:spPr>
          <a:xfrm xmlns:a="http://schemas.openxmlformats.org/drawingml/2006/main">
            <a:off x="6309360" y="3931920"/>
            <a:ext cx="5577840" cy="2103120"/>
          </a:xfrm>
          <a:prstGeom xmlns:a="http://schemas.openxmlformats.org/drawingml/2006/main" prst="roundRect">
            <a:avLst/>
          </a:prstGeom>
          <a:solidFill xmlns:a="http://schemas.openxmlformats.org/drawingml/2006/main">
            <a:srgbClr val="121A32">
              <a:alpha val="70000"/>
            </a:srgbClr>
          </a:solidFill>
          <a:ln xmlns:a="http://schemas.openxmlformats.org/drawingml/2006/main" w="12700">
            <a:noFill/>
          </a:ln>
          <a:effectLst xmlns:a="http://schemas.openxmlformats.org/drawingml/2006/main">
            <a:outerShdw blurRad="127000" dist="50800" dir="8100000" rotWithShape="0">
              <a:srgbClr val="000000">
                <a:alpha val="40000"/>
              </a:srgbClr>
            </a:outerShdw>
          </a:effectLst>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26" name="Rectangle 25">
            <a:extLst xmlns:a="http://schemas.openxmlformats.org/drawingml/2006/main">
              <a:ext uri="{FF2B5EF4-FFF2-40B4-BE49-F238E27FC236}">
                <a16:creationId xmlns:a16="http://schemas.microsoft.com/office/drawing/2014/main" id="{02ED9EE2-7962-4EAF-8C99-089888C9A1F8}"/>
              </a:ext>
            </a:extLst>
          </p:cNvPr>
          <p:cNvSpPr>
            <a:spLocks xmlns:a="http://schemas.openxmlformats.org/drawingml/2006/main" noGrp="1"/>
          </p:cNvSpPr>
          <p:nvPr/>
        </p:nvSpPr>
        <p:spPr>
          <a:xfrm xmlns:a="http://schemas.openxmlformats.org/drawingml/2006/main">
            <a:off x="6327648" y="3950208"/>
            <a:ext cx="5541264" cy="54864"/>
          </a:xfrm>
          <a:prstGeom xmlns:a="http://schemas.openxmlformats.org/drawingml/2006/main" prst="rect">
            <a:avLst/>
          </a:prstGeom>
          <a:solidFill xmlns:a="http://schemas.openxmlformats.org/drawingml/2006/main">
            <a:srgbClr val="FFA014"/>
          </a:solidFill>
          <a:ln xmlns:a="http://schemas.openxmlformats.org/drawingml/2006/main">
            <a:noFill/>
          </a:ln>
          <a:effectLst xmlns:a="http://schemas.openxmlformats.org/drawingml/2006/main">
            <a:glow rad="50800">
              <a:srgbClr val="FFA014">
                <a:alpha val="40000"/>
              </a:srgbClr>
            </a:glow>
          </a:effectLst>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27" name="TextBox 26">
            <a:extLst xmlns:a="http://schemas.openxmlformats.org/drawingml/2006/main">
              <a:ext uri="{FF2B5EF4-FFF2-40B4-BE49-F238E27FC236}">
                <a16:creationId xmlns:a16="http://schemas.microsoft.com/office/drawing/2014/main" id="{444E529A-F76C-4995-8262-C905B537CE7E}"/>
              </a:ext>
            </a:extLst>
          </p:cNvPr>
          <p:cNvSpPr>
            <a:spLocks xmlns:a="http://schemas.openxmlformats.org/drawingml/2006/main" noGrp="1"/>
          </p:cNvSpPr>
          <p:nvPr/>
        </p:nvSpPr>
        <p:spPr>
          <a:xfrm xmlns:a="http://schemas.openxmlformats.org/drawingml/2006/main">
            <a:off x="6492240" y="4096512"/>
            <a:ext cx="5212080" cy="36576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defRPr sz="1600" b="1">
                <a:solidFill>
                  <a:srgbClr val="FFA014"/>
                </a:solidFill>
                <a:latin typeface="Segoe UI"/>
                <a:ea typeface="Segoe UI"/>
                <a:cs typeface="Segoe UI"/>
              </a:defRPr>
            </a:pPr>
            <a:r>
              <a:t>TEAM</a:t>
            </a:r>
          </a:p>
        </p:txBody>
      </p:sp>
      <p:sp>
        <p:nvSpPr>
          <p:cNvPr id="28" name="TextBox 27">
            <a:extLst xmlns:a="http://schemas.openxmlformats.org/drawingml/2006/main">
              <a:ext uri="{FF2B5EF4-FFF2-40B4-BE49-F238E27FC236}">
                <a16:creationId xmlns:a16="http://schemas.microsoft.com/office/drawing/2014/main" id="{AB364A47-6DEA-41AA-BCF0-EC3B0D539B67}"/>
              </a:ext>
            </a:extLst>
          </p:cNvPr>
          <p:cNvSpPr>
            <a:spLocks xmlns:a="http://schemas.openxmlformats.org/drawingml/2006/main" noGrp="1"/>
          </p:cNvSpPr>
          <p:nvPr/>
        </p:nvSpPr>
        <p:spPr>
          <a:xfrm xmlns:a="http://schemas.openxmlformats.org/drawingml/2006/main">
            <a:off x="6492240" y="4480560"/>
            <a:ext cx="5212080" cy="27432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defRPr sz="1200" b="0">
                <a:solidFill>
                  <a:srgbClr val="E6EBF5"/>
                </a:solidFill>
                <a:latin typeface="Segoe UI"/>
                <a:ea typeface="Segoe UI"/>
                <a:cs typeface="Segoe UI"/>
              </a:defRPr>
            </a:pPr>
            <a:r>
              <a:t>Navigator reads</a:t>
            </a:r>
          </a:p>
        </p:txBody>
      </p:sp>
      <p:sp>
        <p:nvSpPr>
          <p:cNvPr id="29" name="TextBox 28">
            <a:extLst xmlns:a="http://schemas.openxmlformats.org/drawingml/2006/main">
              <a:ext uri="{FF2B5EF4-FFF2-40B4-BE49-F238E27FC236}">
                <a16:creationId xmlns:a16="http://schemas.microsoft.com/office/drawing/2014/main" id="{90356052-1EB4-47DC-AEF8-49AEE88BCE28}"/>
              </a:ext>
            </a:extLst>
          </p:cNvPr>
          <p:cNvSpPr>
            <a:spLocks xmlns:a="http://schemas.openxmlformats.org/drawingml/2006/main" noGrp="1"/>
          </p:cNvSpPr>
          <p:nvPr/>
        </p:nvSpPr>
        <p:spPr>
          <a:xfrm xmlns:a="http://schemas.openxmlformats.org/drawingml/2006/main">
            <a:off x="6492240" y="4736592"/>
            <a:ext cx="5212080" cy="27432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defRPr sz="1200" b="0">
                <a:solidFill>
                  <a:srgbClr val="E6EBF5"/>
                </a:solidFill>
                <a:latin typeface="Segoe UI"/>
                <a:ea typeface="Segoe UI"/>
                <a:cs typeface="Segoe UI"/>
              </a:defRPr>
            </a:pPr>
            <a:r>
              <a:t>Coder types; Tester checks</a:t>
            </a:r>
          </a:p>
        </p:txBody>
      </p:sp>
      <p:sp>
        <p:nvSpPr>
          <p:cNvPr id="30" name="TextBox 29">
            <a:extLst xmlns:a="http://schemas.openxmlformats.org/drawingml/2006/main">
              <a:ext uri="{FF2B5EF4-FFF2-40B4-BE49-F238E27FC236}">
                <a16:creationId xmlns:a16="http://schemas.microsoft.com/office/drawing/2014/main" id="{106E53AB-A24A-459C-BF73-24F9E5809121}"/>
              </a:ext>
            </a:extLst>
          </p:cNvPr>
          <p:cNvSpPr>
            <a:spLocks xmlns:a="http://schemas.openxmlformats.org/drawingml/2006/main" noGrp="1"/>
          </p:cNvSpPr>
          <p:nvPr/>
        </p:nvSpPr>
        <p:spPr>
          <a:xfrm xmlns:a="http://schemas.openxmlformats.org/drawingml/2006/main">
            <a:off x="6492240" y="4992624"/>
            <a:ext cx="5212080" cy="27432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defRPr sz="1200" b="0">
                <a:solidFill>
                  <a:srgbClr val="E6EBF5"/>
                </a:solidFill>
                <a:latin typeface="Segoe UI"/>
                <a:ea typeface="Segoe UI"/>
                <a:cs typeface="Segoe UI"/>
              </a:defRPr>
            </a:pPr>
            <a:r>
              <a:t>Reporter explains</a:t>
            </a:r>
          </a:p>
        </p:txBody>
      </p:sp>
    </p:spTree>
    <p:extLst>
      <p:ext uri="{BB962C8B-B14F-4D97-AF65-F5344CB8AC3E}">
        <p14:creationId xmlns:p14="http://schemas.microsoft.com/office/powerpoint/2010/main" val="1611388872"/>
      </p:ext>
    </p:extLst>
  </p:cSld>
</p:sld>
</file>

<file path=ppt/slides/slide14.xml><?xml version="1.0" encoding="utf-8"?>
<p:sld xmlns:p="http://schemas.openxmlformats.org/presentationml/2006/main">
  <p:cSld>
    <p:spTree>
      <p:nvGrpSpPr>
        <p:cNvPr id="1" name=""/>
        <p:cNvGrpSpPr/>
        <p:nvPr/>
      </p:nvGrpSpPr>
      <p:grpSpPr>
        <a:xfrm xmlns:a="http://schemas.openxmlformats.org/drawingml/2006/main"/>
      </p:grpSpPr>
      <p:sp>
        <p:nvSpPr>
          <p:cNvPr id="2" name="Rectangle 1">
            <a:extLst xmlns:a="http://schemas.openxmlformats.org/drawingml/2006/main">
              <a:ext uri="{FF2B5EF4-FFF2-40B4-BE49-F238E27FC236}">
                <a16:creationId xmlns:a16="http://schemas.microsoft.com/office/drawing/2014/main" id="{8C5A3730-9128-4156-AD55-2E742CA1BB21}"/>
              </a:ext>
            </a:extLst>
          </p:cNvPr>
          <p:cNvSpPr>
            <a:spLocks xmlns:a="http://schemas.openxmlformats.org/drawingml/2006/main" noGrp="1"/>
          </p:cNvSpPr>
          <p:nvPr/>
        </p:nvSpPr>
        <p:spPr>
          <a:xfrm xmlns:a="http://schemas.openxmlformats.org/drawingml/2006/main">
            <a:off x="0" y="0"/>
            <a:ext cx="12188952" cy="6858000"/>
          </a:xfrm>
          <a:prstGeom xmlns:a="http://schemas.openxmlformats.org/drawingml/2006/main" prst="rect">
            <a:avLst/>
          </a:prstGeom>
          <a:gradFill xmlns:a="http://schemas.openxmlformats.org/drawingml/2006/main" rotWithShape="1">
            <a:gsLst>
              <a:gs pos="0">
                <a:srgbClr val="080C18"/>
              </a:gs>
              <a:gs pos="100000">
                <a:srgbClr val="0C1224"/>
              </a:gs>
            </a:gsLst>
            <a:lin ang="16200000" scaled="1"/>
          </a:gra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Rectangle 2">
            <a:extLst xmlns:a="http://schemas.openxmlformats.org/drawingml/2006/main">
              <a:ext uri="{FF2B5EF4-FFF2-40B4-BE49-F238E27FC236}">
                <a16:creationId xmlns:a16="http://schemas.microsoft.com/office/drawing/2014/main" id="{4F8297AF-BC8D-41FC-8584-766AA467A89C}"/>
              </a:ext>
            </a:extLst>
          </p:cNvPr>
          <p:cNvSpPr>
            <a:spLocks xmlns:a="http://schemas.openxmlformats.org/drawingml/2006/main" noGrp="1"/>
          </p:cNvSpPr>
          <p:nvPr/>
        </p:nvSpPr>
        <p:spPr>
          <a:xfrm xmlns:a="http://schemas.openxmlformats.org/drawingml/2006/main">
            <a:off x="0" y="0"/>
            <a:ext cx="12188952" cy="1188720"/>
          </a:xfrm>
          <a:prstGeom xmlns:a="http://schemas.openxmlformats.org/drawingml/2006/main" prst="rect">
            <a:avLst/>
          </a:prstGeom>
          <a:gradFill xmlns:a="http://schemas.openxmlformats.org/drawingml/2006/main" rotWithShape="1">
            <a:gsLst>
              <a:gs pos="0">
                <a:srgbClr val="080C18"/>
              </a:gs>
              <a:gs pos="100000">
                <a:srgbClr val="0F1932"/>
              </a:gs>
            </a:gsLst>
            <a:lin ang="0" scaled="1"/>
          </a:gra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 name="Rectangle 3">
            <a:extLst xmlns:a="http://schemas.openxmlformats.org/drawingml/2006/main">
              <a:ext uri="{FF2B5EF4-FFF2-40B4-BE49-F238E27FC236}">
                <a16:creationId xmlns:a16="http://schemas.microsoft.com/office/drawing/2014/main" id="{1605E291-2F7A-4319-A1C7-F25E5D140C8D}"/>
              </a:ext>
            </a:extLst>
          </p:cNvPr>
          <p:cNvSpPr>
            <a:spLocks xmlns:a="http://schemas.openxmlformats.org/drawingml/2006/main" noGrp="1"/>
          </p:cNvSpPr>
          <p:nvPr/>
        </p:nvSpPr>
        <p:spPr>
          <a:xfrm xmlns:a="http://schemas.openxmlformats.org/drawingml/2006/main">
            <a:off x="0" y="1188720"/>
            <a:ext cx="12188952" cy="36576"/>
          </a:xfrm>
          <a:prstGeom xmlns:a="http://schemas.openxmlformats.org/drawingml/2006/main" prst="rect">
            <a:avLst/>
          </a:prstGeom>
          <a:solidFill xmlns:a="http://schemas.openxmlformats.org/drawingml/2006/main">
            <a:srgbClr val="00F0FF"/>
          </a:solidFill>
          <a:ln xmlns:a="http://schemas.openxmlformats.org/drawingml/2006/main">
            <a:noFill/>
          </a:ln>
          <a:effectLst xmlns:a="http://schemas.openxmlformats.org/drawingml/2006/main">
            <a:glow rad="76200">
              <a:srgbClr val="00F0FF">
                <a:alpha val="30000"/>
              </a:srgbClr>
            </a:glow>
          </a:effectLst>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5" name="TextBox 4">
            <a:extLst xmlns:a="http://schemas.openxmlformats.org/drawingml/2006/main">
              <a:ext uri="{FF2B5EF4-FFF2-40B4-BE49-F238E27FC236}">
                <a16:creationId xmlns:a16="http://schemas.microsoft.com/office/drawing/2014/main" id="{C65439A8-2883-41F0-9FD0-CF5E3D688206}"/>
              </a:ext>
            </a:extLst>
          </p:cNvPr>
          <p:cNvSpPr>
            <a:spLocks xmlns:a="http://schemas.openxmlformats.org/drawingml/2006/main" noGrp="1"/>
          </p:cNvSpPr>
          <p:nvPr/>
        </p:nvSpPr>
        <p:spPr>
          <a:xfrm xmlns:a="http://schemas.openxmlformats.org/drawingml/2006/main">
            <a:off x="548640" y="256032"/>
            <a:ext cx="11091672" cy="64008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defRPr sz="3400" b="1">
                <a:solidFill>
                  <a:srgbClr val="FFFFFF"/>
                </a:solidFill>
                <a:latin typeface="Segoe UI Semibold"/>
                <a:ea typeface="Segoe UI Semibold"/>
                <a:cs typeface="Segoe UI Semibold"/>
              </a:defRPr>
            </a:pPr>
            <a:r>
              <a:t>Mission 2: Dragon Training Arena</a:t>
            </a:r>
          </a:p>
        </p:txBody>
      </p:sp>
      <p:sp>
        <p:nvSpPr>
          <p:cNvPr id="6" name="TextBox 5">
            <a:extLst xmlns:a="http://schemas.openxmlformats.org/drawingml/2006/main">
              <a:ext uri="{FF2B5EF4-FFF2-40B4-BE49-F238E27FC236}">
                <a16:creationId xmlns:a16="http://schemas.microsoft.com/office/drawing/2014/main" id="{44BBA9E3-C937-4F4D-8380-F33350362FC5}"/>
              </a:ext>
            </a:extLst>
          </p:cNvPr>
          <p:cNvSpPr>
            <a:spLocks xmlns:a="http://schemas.openxmlformats.org/drawingml/2006/main" noGrp="1"/>
          </p:cNvSpPr>
          <p:nvPr/>
        </p:nvSpPr>
        <p:spPr>
          <a:xfrm xmlns:a="http://schemas.openxmlformats.org/drawingml/2006/main">
            <a:off x="548640" y="804672"/>
            <a:ext cx="11091672" cy="36576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defRPr sz="1500" b="0">
                <a:solidFill>
                  <a:srgbClr val="00F0FF"/>
                </a:solidFill>
                <a:latin typeface="Segoe UI"/>
                <a:ea typeface="Segoe UI"/>
                <a:cs typeface="Segoe UI"/>
              </a:defRPr>
            </a:pPr>
            <a:r>
              <a:t>Turn training points into a rider rank</a:t>
            </a:r>
          </a:p>
        </p:txBody>
      </p:sp>
      <p:sp>
        <p:nvSpPr>
          <p:cNvPr id="7" name="Rounded Rectangle 6">
            <a:extLst xmlns:a="http://schemas.openxmlformats.org/drawingml/2006/main">
              <a:ext uri="{FF2B5EF4-FFF2-40B4-BE49-F238E27FC236}">
                <a16:creationId xmlns:a16="http://schemas.microsoft.com/office/drawing/2014/main" id="{3118AEC6-B5B6-4336-8C65-DB6E3AA66501}"/>
              </a:ext>
            </a:extLst>
          </p:cNvPr>
          <p:cNvSpPr>
            <a:spLocks xmlns:a="http://schemas.openxmlformats.org/drawingml/2006/main" noGrp="1"/>
          </p:cNvSpPr>
          <p:nvPr/>
        </p:nvSpPr>
        <p:spPr>
          <a:xfrm xmlns:a="http://schemas.openxmlformats.org/drawingml/2006/main">
            <a:off x="365760" y="1508760"/>
            <a:ext cx="5577840" cy="2103120"/>
          </a:xfrm>
          <a:prstGeom xmlns:a="http://schemas.openxmlformats.org/drawingml/2006/main" prst="roundRect">
            <a:avLst/>
          </a:prstGeom>
          <a:solidFill xmlns:a="http://schemas.openxmlformats.org/drawingml/2006/main">
            <a:srgbClr val="121A32">
              <a:alpha val="70000"/>
            </a:srgbClr>
          </a:solidFill>
          <a:ln xmlns:a="http://schemas.openxmlformats.org/drawingml/2006/main" w="12700">
            <a:noFill/>
          </a:ln>
          <a:effectLst xmlns:a="http://schemas.openxmlformats.org/drawingml/2006/main">
            <a:outerShdw blurRad="127000" dist="50800" dir="8100000" rotWithShape="0">
              <a:srgbClr val="000000">
                <a:alpha val="40000"/>
              </a:srgbClr>
            </a:outerShdw>
          </a:effectLst>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8" name="Rectangle 7">
            <a:extLst xmlns:a="http://schemas.openxmlformats.org/drawingml/2006/main">
              <a:ext uri="{FF2B5EF4-FFF2-40B4-BE49-F238E27FC236}">
                <a16:creationId xmlns:a16="http://schemas.microsoft.com/office/drawing/2014/main" id="{8EC162AB-2051-4A04-9117-66CD75AC9613}"/>
              </a:ext>
            </a:extLst>
          </p:cNvPr>
          <p:cNvSpPr>
            <a:spLocks xmlns:a="http://schemas.openxmlformats.org/drawingml/2006/main" noGrp="1"/>
          </p:cNvSpPr>
          <p:nvPr/>
        </p:nvSpPr>
        <p:spPr>
          <a:xfrm xmlns:a="http://schemas.openxmlformats.org/drawingml/2006/main">
            <a:off x="384048" y="1527048"/>
            <a:ext cx="5541264" cy="54864"/>
          </a:xfrm>
          <a:prstGeom xmlns:a="http://schemas.openxmlformats.org/drawingml/2006/main" prst="rect">
            <a:avLst/>
          </a:prstGeom>
          <a:solidFill xmlns:a="http://schemas.openxmlformats.org/drawingml/2006/main">
            <a:srgbClr val="00F0FF"/>
          </a:solidFill>
          <a:ln xmlns:a="http://schemas.openxmlformats.org/drawingml/2006/main">
            <a:noFill/>
          </a:ln>
          <a:effectLst xmlns:a="http://schemas.openxmlformats.org/drawingml/2006/main">
            <a:glow rad="50800">
              <a:srgbClr val="00F0FF">
                <a:alpha val="40000"/>
              </a:srgbClr>
            </a:glow>
          </a:effectLst>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9" name="TextBox 8">
            <a:extLst xmlns:a="http://schemas.openxmlformats.org/drawingml/2006/main">
              <a:ext uri="{FF2B5EF4-FFF2-40B4-BE49-F238E27FC236}">
                <a16:creationId xmlns:a16="http://schemas.microsoft.com/office/drawing/2014/main" id="{DE576467-E6E6-4423-881E-BC79F724B6DF}"/>
              </a:ext>
            </a:extLst>
          </p:cNvPr>
          <p:cNvSpPr>
            <a:spLocks xmlns:a="http://schemas.openxmlformats.org/drawingml/2006/main" noGrp="1"/>
          </p:cNvSpPr>
          <p:nvPr/>
        </p:nvSpPr>
        <p:spPr>
          <a:xfrm xmlns:a="http://schemas.openxmlformats.org/drawingml/2006/main">
            <a:off x="548640" y="1673352"/>
            <a:ext cx="5212080" cy="36576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defRPr sz="1600" b="1">
                <a:solidFill>
                  <a:srgbClr val="00F0FF"/>
                </a:solidFill>
                <a:latin typeface="Segoe UI"/>
                <a:ea typeface="Segoe UI"/>
                <a:cs typeface="Segoe UI"/>
              </a:defRPr>
            </a:pPr>
            <a:r>
              <a:t>MASTER</a:t>
            </a:r>
          </a:p>
        </p:txBody>
      </p:sp>
      <p:sp>
        <p:nvSpPr>
          <p:cNvPr id="10" name="TextBox 9">
            <a:extLst xmlns:a="http://schemas.openxmlformats.org/drawingml/2006/main">
              <a:ext uri="{FF2B5EF4-FFF2-40B4-BE49-F238E27FC236}">
                <a16:creationId xmlns:a16="http://schemas.microsoft.com/office/drawing/2014/main" id="{A76E4C09-6D88-4C3F-B943-1EC7560B1A51}"/>
              </a:ext>
            </a:extLst>
          </p:cNvPr>
          <p:cNvSpPr>
            <a:spLocks xmlns:a="http://schemas.openxmlformats.org/drawingml/2006/main" noGrp="1"/>
          </p:cNvSpPr>
          <p:nvPr/>
        </p:nvSpPr>
        <p:spPr>
          <a:xfrm xmlns:a="http://schemas.openxmlformats.org/drawingml/2006/main">
            <a:off x="548640" y="2057400"/>
            <a:ext cx="5212080" cy="27432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defRPr sz="1200" b="0">
                <a:solidFill>
                  <a:srgbClr val="E6EBF5"/>
                </a:solidFill>
                <a:latin typeface="Segoe UI"/>
                <a:ea typeface="Segoe UI"/>
                <a:cs typeface="Segoe UI"/>
              </a:defRPr>
            </a:pPr>
            <a:r>
              <a:t>90 or more</a:t>
            </a:r>
          </a:p>
        </p:txBody>
      </p:sp>
      <p:sp>
        <p:nvSpPr>
          <p:cNvPr id="11" name="TextBox 10">
            <a:extLst xmlns:a="http://schemas.openxmlformats.org/drawingml/2006/main">
              <a:ext uri="{FF2B5EF4-FFF2-40B4-BE49-F238E27FC236}">
                <a16:creationId xmlns:a16="http://schemas.microsoft.com/office/drawing/2014/main" id="{6EA13D38-78B0-46D4-BF7E-862ADB7C90BA}"/>
              </a:ext>
            </a:extLst>
          </p:cNvPr>
          <p:cNvSpPr>
            <a:spLocks xmlns:a="http://schemas.openxmlformats.org/drawingml/2006/main" noGrp="1"/>
          </p:cNvSpPr>
          <p:nvPr/>
        </p:nvSpPr>
        <p:spPr>
          <a:xfrm xmlns:a="http://schemas.openxmlformats.org/drawingml/2006/main">
            <a:off x="548640" y="2313432"/>
            <a:ext cx="5212080" cy="27432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defRPr sz="1200" b="0">
                <a:solidFill>
                  <a:srgbClr val="E6EBF5"/>
                </a:solidFill>
                <a:latin typeface="Segoe UI"/>
                <a:ea typeface="Segoe UI"/>
                <a:cs typeface="Segoe UI"/>
              </a:defRPr>
            </a:pPr>
            <a:r>
              <a:t>Master Dragon Rider</a:t>
            </a:r>
          </a:p>
        </p:txBody>
      </p:sp>
      <p:sp>
        <p:nvSpPr>
          <p:cNvPr id="12" name="TextBox 11">
            <a:extLst xmlns:a="http://schemas.openxmlformats.org/drawingml/2006/main">
              <a:ext uri="{FF2B5EF4-FFF2-40B4-BE49-F238E27FC236}">
                <a16:creationId xmlns:a16="http://schemas.microsoft.com/office/drawing/2014/main" id="{E9013996-892C-4DE8-A47F-E3FFE5C300C3}"/>
              </a:ext>
            </a:extLst>
          </p:cNvPr>
          <p:cNvSpPr>
            <a:spLocks xmlns:a="http://schemas.openxmlformats.org/drawingml/2006/main" noGrp="1"/>
          </p:cNvSpPr>
          <p:nvPr/>
        </p:nvSpPr>
        <p:spPr>
          <a:xfrm xmlns:a="http://schemas.openxmlformats.org/drawingml/2006/main">
            <a:off x="548640" y="2569464"/>
            <a:ext cx="5212080" cy="27432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defRPr sz="1200" b="0">
                <a:solidFill>
                  <a:srgbClr val="E6EBF5"/>
                </a:solidFill>
                <a:latin typeface="Segoe UI"/>
                <a:ea typeface="Segoe UI"/>
                <a:cs typeface="Segoe UI"/>
              </a:defRPr>
            </a:pPr>
            <a:r>
              <a:t>Highest rule first</a:t>
            </a:r>
          </a:p>
        </p:txBody>
      </p:sp>
      <p:sp>
        <p:nvSpPr>
          <p:cNvPr id="13" name="Rounded Rectangle 12">
            <a:extLst xmlns:a="http://schemas.openxmlformats.org/drawingml/2006/main">
              <a:ext uri="{FF2B5EF4-FFF2-40B4-BE49-F238E27FC236}">
                <a16:creationId xmlns:a16="http://schemas.microsoft.com/office/drawing/2014/main" id="{F0362A3A-4667-4029-AD23-E698126B98B0}"/>
              </a:ext>
            </a:extLst>
          </p:cNvPr>
          <p:cNvSpPr>
            <a:spLocks xmlns:a="http://schemas.openxmlformats.org/drawingml/2006/main" noGrp="1"/>
          </p:cNvSpPr>
          <p:nvPr/>
        </p:nvSpPr>
        <p:spPr>
          <a:xfrm xmlns:a="http://schemas.openxmlformats.org/drawingml/2006/main">
            <a:off x="6309360" y="1508760"/>
            <a:ext cx="5577840" cy="2103120"/>
          </a:xfrm>
          <a:prstGeom xmlns:a="http://schemas.openxmlformats.org/drawingml/2006/main" prst="roundRect">
            <a:avLst/>
          </a:prstGeom>
          <a:solidFill xmlns:a="http://schemas.openxmlformats.org/drawingml/2006/main">
            <a:srgbClr val="121A32">
              <a:alpha val="70000"/>
            </a:srgbClr>
          </a:solidFill>
          <a:ln xmlns:a="http://schemas.openxmlformats.org/drawingml/2006/main" w="12700">
            <a:noFill/>
          </a:ln>
          <a:effectLst xmlns:a="http://schemas.openxmlformats.org/drawingml/2006/main">
            <a:outerShdw blurRad="127000" dist="50800" dir="8100000" rotWithShape="0">
              <a:srgbClr val="000000">
                <a:alpha val="40000"/>
              </a:srgbClr>
            </a:outerShdw>
          </a:effectLst>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4" name="Rectangle 13">
            <a:extLst xmlns:a="http://schemas.openxmlformats.org/drawingml/2006/main">
              <a:ext uri="{FF2B5EF4-FFF2-40B4-BE49-F238E27FC236}">
                <a16:creationId xmlns:a16="http://schemas.microsoft.com/office/drawing/2014/main" id="{4640A243-0FC5-427E-96F8-103C41B217AB}"/>
              </a:ext>
            </a:extLst>
          </p:cNvPr>
          <p:cNvSpPr>
            <a:spLocks xmlns:a="http://schemas.openxmlformats.org/drawingml/2006/main" noGrp="1"/>
          </p:cNvSpPr>
          <p:nvPr/>
        </p:nvSpPr>
        <p:spPr>
          <a:xfrm xmlns:a="http://schemas.openxmlformats.org/drawingml/2006/main">
            <a:off x="6327648" y="1527048"/>
            <a:ext cx="5541264" cy="54864"/>
          </a:xfrm>
          <a:prstGeom xmlns:a="http://schemas.openxmlformats.org/drawingml/2006/main" prst="rect">
            <a:avLst/>
          </a:prstGeom>
          <a:solidFill xmlns:a="http://schemas.openxmlformats.org/drawingml/2006/main">
            <a:srgbClr val="00FF8C"/>
          </a:solidFill>
          <a:ln xmlns:a="http://schemas.openxmlformats.org/drawingml/2006/main">
            <a:noFill/>
          </a:ln>
          <a:effectLst xmlns:a="http://schemas.openxmlformats.org/drawingml/2006/main">
            <a:glow rad="50800">
              <a:srgbClr val="00FF8C">
                <a:alpha val="40000"/>
              </a:srgbClr>
            </a:glow>
          </a:effectLst>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5" name="TextBox 14">
            <a:extLst xmlns:a="http://schemas.openxmlformats.org/drawingml/2006/main">
              <a:ext uri="{FF2B5EF4-FFF2-40B4-BE49-F238E27FC236}">
                <a16:creationId xmlns:a16="http://schemas.microsoft.com/office/drawing/2014/main" id="{897D1B14-FD98-4146-ABB8-46010C32F573}"/>
              </a:ext>
            </a:extLst>
          </p:cNvPr>
          <p:cNvSpPr>
            <a:spLocks xmlns:a="http://schemas.openxmlformats.org/drawingml/2006/main" noGrp="1"/>
          </p:cNvSpPr>
          <p:nvPr/>
        </p:nvSpPr>
        <p:spPr>
          <a:xfrm xmlns:a="http://schemas.openxmlformats.org/drawingml/2006/main">
            <a:off x="6492240" y="1673352"/>
            <a:ext cx="5212080" cy="36576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defRPr sz="1600" b="1">
                <a:solidFill>
                  <a:srgbClr val="00FF8C"/>
                </a:solidFill>
                <a:latin typeface="Segoe UI"/>
                <a:ea typeface="Segoe UI"/>
                <a:cs typeface="Segoe UI"/>
              </a:defRPr>
            </a:pPr>
            <a:r>
              <a:t>SKILLED</a:t>
            </a:r>
          </a:p>
        </p:txBody>
      </p:sp>
      <p:sp>
        <p:nvSpPr>
          <p:cNvPr id="16" name="TextBox 15">
            <a:extLst xmlns:a="http://schemas.openxmlformats.org/drawingml/2006/main">
              <a:ext uri="{FF2B5EF4-FFF2-40B4-BE49-F238E27FC236}">
                <a16:creationId xmlns:a16="http://schemas.microsoft.com/office/drawing/2014/main" id="{2E975D0D-A7B5-4E91-8139-9B926E5047A0}"/>
              </a:ext>
            </a:extLst>
          </p:cNvPr>
          <p:cNvSpPr>
            <a:spLocks xmlns:a="http://schemas.openxmlformats.org/drawingml/2006/main" noGrp="1"/>
          </p:cNvSpPr>
          <p:nvPr/>
        </p:nvSpPr>
        <p:spPr>
          <a:xfrm xmlns:a="http://schemas.openxmlformats.org/drawingml/2006/main">
            <a:off x="6492240" y="2057400"/>
            <a:ext cx="5212080" cy="27432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defRPr sz="1200" b="0">
                <a:solidFill>
                  <a:srgbClr val="E6EBF5"/>
                </a:solidFill>
                <a:latin typeface="Segoe UI"/>
                <a:ea typeface="Segoe UI"/>
                <a:cs typeface="Segoe UI"/>
              </a:defRPr>
            </a:pPr>
            <a:r>
              <a:t>70 or more</a:t>
            </a:r>
          </a:p>
        </p:txBody>
      </p:sp>
      <p:sp>
        <p:nvSpPr>
          <p:cNvPr id="17" name="TextBox 16">
            <a:extLst xmlns:a="http://schemas.openxmlformats.org/drawingml/2006/main">
              <a:ext uri="{FF2B5EF4-FFF2-40B4-BE49-F238E27FC236}">
                <a16:creationId xmlns:a16="http://schemas.microsoft.com/office/drawing/2014/main" id="{B009920E-FBBA-43A3-902A-C425D22C4D40}"/>
              </a:ext>
            </a:extLst>
          </p:cNvPr>
          <p:cNvSpPr>
            <a:spLocks xmlns:a="http://schemas.openxmlformats.org/drawingml/2006/main" noGrp="1"/>
          </p:cNvSpPr>
          <p:nvPr/>
        </p:nvSpPr>
        <p:spPr>
          <a:xfrm xmlns:a="http://schemas.openxmlformats.org/drawingml/2006/main">
            <a:off x="6492240" y="2313432"/>
            <a:ext cx="5212080" cy="27432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defRPr sz="1200" b="0">
                <a:solidFill>
                  <a:srgbClr val="E6EBF5"/>
                </a:solidFill>
                <a:latin typeface="Segoe UI"/>
                <a:ea typeface="Segoe UI"/>
                <a:cs typeface="Segoe UI"/>
              </a:defRPr>
            </a:pPr>
            <a:r>
              <a:t>Skilled Flyer</a:t>
            </a:r>
          </a:p>
        </p:txBody>
      </p:sp>
      <p:sp>
        <p:nvSpPr>
          <p:cNvPr id="18" name="TextBox 17">
            <a:extLst xmlns:a="http://schemas.openxmlformats.org/drawingml/2006/main">
              <a:ext uri="{FF2B5EF4-FFF2-40B4-BE49-F238E27FC236}">
                <a16:creationId xmlns:a16="http://schemas.microsoft.com/office/drawing/2014/main" id="{988389EC-0F46-460B-879E-122152B5B69B}"/>
              </a:ext>
            </a:extLst>
          </p:cNvPr>
          <p:cNvSpPr>
            <a:spLocks xmlns:a="http://schemas.openxmlformats.org/drawingml/2006/main" noGrp="1"/>
          </p:cNvSpPr>
          <p:nvPr/>
        </p:nvSpPr>
        <p:spPr>
          <a:xfrm xmlns:a="http://schemas.openxmlformats.org/drawingml/2006/main">
            <a:off x="6492240" y="2569464"/>
            <a:ext cx="5212080" cy="27432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defRPr sz="1200" b="0">
                <a:solidFill>
                  <a:srgbClr val="E6EBF5"/>
                </a:solidFill>
                <a:latin typeface="Segoe UI"/>
                <a:ea typeface="Segoe UI"/>
                <a:cs typeface="Segoe UI"/>
              </a:defRPr>
            </a:pPr>
            <a:r>
              <a:t>Second question</a:t>
            </a:r>
          </a:p>
        </p:txBody>
      </p:sp>
      <p:sp>
        <p:nvSpPr>
          <p:cNvPr id="19" name="Rounded Rectangle 18">
            <a:extLst xmlns:a="http://schemas.openxmlformats.org/drawingml/2006/main">
              <a:ext uri="{FF2B5EF4-FFF2-40B4-BE49-F238E27FC236}">
                <a16:creationId xmlns:a16="http://schemas.microsoft.com/office/drawing/2014/main" id="{D5560DDE-8F7B-4F22-8A87-73AA12DCA13F}"/>
              </a:ext>
            </a:extLst>
          </p:cNvPr>
          <p:cNvSpPr>
            <a:spLocks xmlns:a="http://schemas.openxmlformats.org/drawingml/2006/main" noGrp="1"/>
          </p:cNvSpPr>
          <p:nvPr/>
        </p:nvSpPr>
        <p:spPr>
          <a:xfrm xmlns:a="http://schemas.openxmlformats.org/drawingml/2006/main">
            <a:off x="365760" y="3931920"/>
            <a:ext cx="5577840" cy="2103120"/>
          </a:xfrm>
          <a:prstGeom xmlns:a="http://schemas.openxmlformats.org/drawingml/2006/main" prst="roundRect">
            <a:avLst/>
          </a:prstGeom>
          <a:solidFill xmlns:a="http://schemas.openxmlformats.org/drawingml/2006/main">
            <a:srgbClr val="121A32">
              <a:alpha val="70000"/>
            </a:srgbClr>
          </a:solidFill>
          <a:ln xmlns:a="http://schemas.openxmlformats.org/drawingml/2006/main" w="12700">
            <a:noFill/>
          </a:ln>
          <a:effectLst xmlns:a="http://schemas.openxmlformats.org/drawingml/2006/main">
            <a:outerShdw blurRad="127000" dist="50800" dir="8100000" rotWithShape="0">
              <a:srgbClr val="000000">
                <a:alpha val="40000"/>
              </a:srgbClr>
            </a:outerShdw>
          </a:effectLst>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20" name="Rectangle 19">
            <a:extLst xmlns:a="http://schemas.openxmlformats.org/drawingml/2006/main">
              <a:ext uri="{FF2B5EF4-FFF2-40B4-BE49-F238E27FC236}">
                <a16:creationId xmlns:a16="http://schemas.microsoft.com/office/drawing/2014/main" id="{C877E3A6-9811-4104-A391-543DD5CF1576}"/>
              </a:ext>
            </a:extLst>
          </p:cNvPr>
          <p:cNvSpPr>
            <a:spLocks xmlns:a="http://schemas.openxmlformats.org/drawingml/2006/main" noGrp="1"/>
          </p:cNvSpPr>
          <p:nvPr/>
        </p:nvSpPr>
        <p:spPr>
          <a:xfrm xmlns:a="http://schemas.openxmlformats.org/drawingml/2006/main">
            <a:off x="384048" y="3950208"/>
            <a:ext cx="5541264" cy="54864"/>
          </a:xfrm>
          <a:prstGeom xmlns:a="http://schemas.openxmlformats.org/drawingml/2006/main" prst="rect">
            <a:avLst/>
          </a:prstGeom>
          <a:solidFill xmlns:a="http://schemas.openxmlformats.org/drawingml/2006/main">
            <a:srgbClr val="A050FF"/>
          </a:solidFill>
          <a:ln xmlns:a="http://schemas.openxmlformats.org/drawingml/2006/main">
            <a:noFill/>
          </a:ln>
          <a:effectLst xmlns:a="http://schemas.openxmlformats.org/drawingml/2006/main">
            <a:glow rad="50800">
              <a:srgbClr val="A050FF">
                <a:alpha val="40000"/>
              </a:srgbClr>
            </a:glow>
          </a:effectLst>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21" name="TextBox 20">
            <a:extLst xmlns:a="http://schemas.openxmlformats.org/drawingml/2006/main">
              <a:ext uri="{FF2B5EF4-FFF2-40B4-BE49-F238E27FC236}">
                <a16:creationId xmlns:a16="http://schemas.microsoft.com/office/drawing/2014/main" id="{CC248041-DD86-4689-88BF-BCEF5545BB73}"/>
              </a:ext>
            </a:extLst>
          </p:cNvPr>
          <p:cNvSpPr>
            <a:spLocks xmlns:a="http://schemas.openxmlformats.org/drawingml/2006/main" noGrp="1"/>
          </p:cNvSpPr>
          <p:nvPr/>
        </p:nvSpPr>
        <p:spPr>
          <a:xfrm xmlns:a="http://schemas.openxmlformats.org/drawingml/2006/main">
            <a:off x="548640" y="4096512"/>
            <a:ext cx="5212080" cy="36576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defRPr sz="1600" b="1">
                <a:solidFill>
                  <a:srgbClr val="A050FF"/>
                </a:solidFill>
                <a:latin typeface="Segoe UI"/>
                <a:ea typeface="Segoe UI"/>
                <a:cs typeface="Segoe UI"/>
              </a:defRPr>
            </a:pPr>
            <a:r>
              <a:t>CADET</a:t>
            </a:r>
          </a:p>
        </p:txBody>
      </p:sp>
      <p:sp>
        <p:nvSpPr>
          <p:cNvPr id="22" name="TextBox 21">
            <a:extLst xmlns:a="http://schemas.openxmlformats.org/drawingml/2006/main">
              <a:ext uri="{FF2B5EF4-FFF2-40B4-BE49-F238E27FC236}">
                <a16:creationId xmlns:a16="http://schemas.microsoft.com/office/drawing/2014/main" id="{6647EE28-3DE4-4A93-897A-125BE9825CC9}"/>
              </a:ext>
            </a:extLst>
          </p:cNvPr>
          <p:cNvSpPr>
            <a:spLocks xmlns:a="http://schemas.openxmlformats.org/drawingml/2006/main" noGrp="1"/>
          </p:cNvSpPr>
          <p:nvPr/>
        </p:nvSpPr>
        <p:spPr>
          <a:xfrm xmlns:a="http://schemas.openxmlformats.org/drawingml/2006/main">
            <a:off x="548640" y="4480560"/>
            <a:ext cx="5212080" cy="27432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defRPr sz="1200" b="0">
                <a:solidFill>
                  <a:srgbClr val="E6EBF5"/>
                </a:solidFill>
                <a:latin typeface="Segoe UI"/>
                <a:ea typeface="Segoe UI"/>
                <a:cs typeface="Segoe UI"/>
              </a:defRPr>
            </a:pPr>
            <a:r>
              <a:t>40 or more</a:t>
            </a:r>
          </a:p>
        </p:txBody>
      </p:sp>
      <p:sp>
        <p:nvSpPr>
          <p:cNvPr id="23" name="TextBox 22">
            <a:extLst xmlns:a="http://schemas.openxmlformats.org/drawingml/2006/main">
              <a:ext uri="{FF2B5EF4-FFF2-40B4-BE49-F238E27FC236}">
                <a16:creationId xmlns:a16="http://schemas.microsoft.com/office/drawing/2014/main" id="{5DEDD8EC-768A-4592-BE7B-ACF88D9ABD66}"/>
              </a:ext>
            </a:extLst>
          </p:cNvPr>
          <p:cNvSpPr>
            <a:spLocks xmlns:a="http://schemas.openxmlformats.org/drawingml/2006/main" noGrp="1"/>
          </p:cNvSpPr>
          <p:nvPr/>
        </p:nvSpPr>
        <p:spPr>
          <a:xfrm xmlns:a="http://schemas.openxmlformats.org/drawingml/2006/main">
            <a:off x="548640" y="4736592"/>
            <a:ext cx="5212080" cy="27432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defRPr sz="1200" b="0">
                <a:solidFill>
                  <a:srgbClr val="E6EBF5"/>
                </a:solidFill>
                <a:latin typeface="Segoe UI"/>
                <a:ea typeface="Segoe UI"/>
                <a:cs typeface="Segoe UI"/>
              </a:defRPr>
            </a:pPr>
            <a:r>
              <a:t>Training Cadet</a:t>
            </a:r>
          </a:p>
        </p:txBody>
      </p:sp>
      <p:sp>
        <p:nvSpPr>
          <p:cNvPr id="24" name="TextBox 23">
            <a:extLst xmlns:a="http://schemas.openxmlformats.org/drawingml/2006/main">
              <a:ext uri="{FF2B5EF4-FFF2-40B4-BE49-F238E27FC236}">
                <a16:creationId xmlns:a16="http://schemas.microsoft.com/office/drawing/2014/main" id="{B93435DC-D5CC-4AD1-A05C-147E057A2ACB}"/>
              </a:ext>
            </a:extLst>
          </p:cNvPr>
          <p:cNvSpPr>
            <a:spLocks xmlns:a="http://schemas.openxmlformats.org/drawingml/2006/main" noGrp="1"/>
          </p:cNvSpPr>
          <p:nvPr/>
        </p:nvSpPr>
        <p:spPr>
          <a:xfrm xmlns:a="http://schemas.openxmlformats.org/drawingml/2006/main">
            <a:off x="548640" y="4992624"/>
            <a:ext cx="5212080" cy="27432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defRPr sz="1200" b="0">
                <a:solidFill>
                  <a:srgbClr val="E6EBF5"/>
                </a:solidFill>
                <a:latin typeface="Segoe UI"/>
                <a:ea typeface="Segoe UI"/>
                <a:cs typeface="Segoe UI"/>
              </a:defRPr>
            </a:pPr>
            <a:r>
              <a:t>Third question</a:t>
            </a:r>
          </a:p>
        </p:txBody>
      </p:sp>
      <p:sp>
        <p:nvSpPr>
          <p:cNvPr id="25" name="Rounded Rectangle 24">
            <a:extLst xmlns:a="http://schemas.openxmlformats.org/drawingml/2006/main">
              <a:ext uri="{FF2B5EF4-FFF2-40B4-BE49-F238E27FC236}">
                <a16:creationId xmlns:a16="http://schemas.microsoft.com/office/drawing/2014/main" id="{31094A69-2CFA-443E-B15C-C0995C6B7FE1}"/>
              </a:ext>
            </a:extLst>
          </p:cNvPr>
          <p:cNvSpPr>
            <a:spLocks xmlns:a="http://schemas.openxmlformats.org/drawingml/2006/main" noGrp="1"/>
          </p:cNvSpPr>
          <p:nvPr/>
        </p:nvSpPr>
        <p:spPr>
          <a:xfrm xmlns:a="http://schemas.openxmlformats.org/drawingml/2006/main">
            <a:off x="6309360" y="3931920"/>
            <a:ext cx="5577840" cy="2103120"/>
          </a:xfrm>
          <a:prstGeom xmlns:a="http://schemas.openxmlformats.org/drawingml/2006/main" prst="roundRect">
            <a:avLst/>
          </a:prstGeom>
          <a:solidFill xmlns:a="http://schemas.openxmlformats.org/drawingml/2006/main">
            <a:srgbClr val="121A32">
              <a:alpha val="70000"/>
            </a:srgbClr>
          </a:solidFill>
          <a:ln xmlns:a="http://schemas.openxmlformats.org/drawingml/2006/main" w="12700">
            <a:noFill/>
          </a:ln>
          <a:effectLst xmlns:a="http://schemas.openxmlformats.org/drawingml/2006/main">
            <a:outerShdw blurRad="127000" dist="50800" dir="8100000" rotWithShape="0">
              <a:srgbClr val="000000">
                <a:alpha val="40000"/>
              </a:srgbClr>
            </a:outerShdw>
          </a:effectLst>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26" name="Rectangle 25">
            <a:extLst xmlns:a="http://schemas.openxmlformats.org/drawingml/2006/main">
              <a:ext uri="{FF2B5EF4-FFF2-40B4-BE49-F238E27FC236}">
                <a16:creationId xmlns:a16="http://schemas.microsoft.com/office/drawing/2014/main" id="{02ED9EE2-7962-4EAF-8C99-089888C9A1F8}"/>
              </a:ext>
            </a:extLst>
          </p:cNvPr>
          <p:cNvSpPr>
            <a:spLocks xmlns:a="http://schemas.openxmlformats.org/drawingml/2006/main" noGrp="1"/>
          </p:cNvSpPr>
          <p:nvPr/>
        </p:nvSpPr>
        <p:spPr>
          <a:xfrm xmlns:a="http://schemas.openxmlformats.org/drawingml/2006/main">
            <a:off x="6327648" y="3950208"/>
            <a:ext cx="5541264" cy="54864"/>
          </a:xfrm>
          <a:prstGeom xmlns:a="http://schemas.openxmlformats.org/drawingml/2006/main" prst="rect">
            <a:avLst/>
          </a:prstGeom>
          <a:solidFill xmlns:a="http://schemas.openxmlformats.org/drawingml/2006/main">
            <a:srgbClr val="FFA014"/>
          </a:solidFill>
          <a:ln xmlns:a="http://schemas.openxmlformats.org/drawingml/2006/main">
            <a:noFill/>
          </a:ln>
          <a:effectLst xmlns:a="http://schemas.openxmlformats.org/drawingml/2006/main">
            <a:glow rad="50800">
              <a:srgbClr val="FFA014">
                <a:alpha val="40000"/>
              </a:srgbClr>
            </a:glow>
          </a:effectLst>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27" name="TextBox 26">
            <a:extLst xmlns:a="http://schemas.openxmlformats.org/drawingml/2006/main">
              <a:ext uri="{FF2B5EF4-FFF2-40B4-BE49-F238E27FC236}">
                <a16:creationId xmlns:a16="http://schemas.microsoft.com/office/drawing/2014/main" id="{444E529A-F76C-4995-8262-C905B537CE7E}"/>
              </a:ext>
            </a:extLst>
          </p:cNvPr>
          <p:cNvSpPr>
            <a:spLocks xmlns:a="http://schemas.openxmlformats.org/drawingml/2006/main" noGrp="1"/>
          </p:cNvSpPr>
          <p:nvPr/>
        </p:nvSpPr>
        <p:spPr>
          <a:xfrm xmlns:a="http://schemas.openxmlformats.org/drawingml/2006/main">
            <a:off x="6492240" y="4096512"/>
            <a:ext cx="5212080" cy="36576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defRPr sz="1600" b="1">
                <a:solidFill>
                  <a:srgbClr val="FFA014"/>
                </a:solidFill>
                <a:latin typeface="Segoe UI"/>
                <a:ea typeface="Segoe UI"/>
                <a:cs typeface="Segoe UI"/>
              </a:defRPr>
            </a:pPr>
            <a:r>
              <a:t>NEST</a:t>
            </a:r>
          </a:p>
        </p:txBody>
      </p:sp>
      <p:sp>
        <p:nvSpPr>
          <p:cNvPr id="28" name="TextBox 27">
            <a:extLst xmlns:a="http://schemas.openxmlformats.org/drawingml/2006/main">
              <a:ext uri="{FF2B5EF4-FFF2-40B4-BE49-F238E27FC236}">
                <a16:creationId xmlns:a16="http://schemas.microsoft.com/office/drawing/2014/main" id="{AB364A47-6DEA-41AA-BCF0-EC3B0D539B67}"/>
              </a:ext>
            </a:extLst>
          </p:cNvPr>
          <p:cNvSpPr>
            <a:spLocks xmlns:a="http://schemas.openxmlformats.org/drawingml/2006/main" noGrp="1"/>
          </p:cNvSpPr>
          <p:nvPr/>
        </p:nvSpPr>
        <p:spPr>
          <a:xfrm xmlns:a="http://schemas.openxmlformats.org/drawingml/2006/main">
            <a:off x="6492240" y="4480560"/>
            <a:ext cx="5212080" cy="27432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defRPr sz="1200" b="0">
                <a:solidFill>
                  <a:srgbClr val="E6EBF5"/>
                </a:solidFill>
                <a:latin typeface="Segoe UI"/>
                <a:ea typeface="Segoe UI"/>
                <a:cs typeface="Segoe UI"/>
              </a:defRPr>
            </a:pPr>
            <a:r>
              <a:t>Anything lower</a:t>
            </a:r>
          </a:p>
        </p:txBody>
      </p:sp>
      <p:sp>
        <p:nvSpPr>
          <p:cNvPr id="29" name="TextBox 28">
            <a:extLst xmlns:a="http://schemas.openxmlformats.org/drawingml/2006/main">
              <a:ext uri="{FF2B5EF4-FFF2-40B4-BE49-F238E27FC236}">
                <a16:creationId xmlns:a16="http://schemas.microsoft.com/office/drawing/2014/main" id="{90356052-1EB4-47DC-AEF8-49AEE88BCE28}"/>
              </a:ext>
            </a:extLst>
          </p:cNvPr>
          <p:cNvSpPr>
            <a:spLocks xmlns:a="http://schemas.openxmlformats.org/drawingml/2006/main" noGrp="1"/>
          </p:cNvSpPr>
          <p:nvPr/>
        </p:nvSpPr>
        <p:spPr>
          <a:xfrm xmlns:a="http://schemas.openxmlformats.org/drawingml/2006/main">
            <a:off x="6492240" y="4736592"/>
            <a:ext cx="5212080" cy="27432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defRPr sz="1200" b="0">
                <a:solidFill>
                  <a:srgbClr val="E6EBF5"/>
                </a:solidFill>
                <a:latin typeface="Segoe UI"/>
                <a:ea typeface="Segoe UI"/>
                <a:cs typeface="Segoe UI"/>
              </a:defRPr>
            </a:pPr>
            <a:r>
              <a:t>Practice in the nest</a:t>
            </a:r>
          </a:p>
        </p:txBody>
      </p:sp>
      <p:sp>
        <p:nvSpPr>
          <p:cNvPr id="30" name="TextBox 29">
            <a:extLst xmlns:a="http://schemas.openxmlformats.org/drawingml/2006/main">
              <a:ext uri="{FF2B5EF4-FFF2-40B4-BE49-F238E27FC236}">
                <a16:creationId xmlns:a16="http://schemas.microsoft.com/office/drawing/2014/main" id="{106E53AB-A24A-459C-BF73-24F9E5809121}"/>
              </a:ext>
            </a:extLst>
          </p:cNvPr>
          <p:cNvSpPr>
            <a:spLocks xmlns:a="http://schemas.openxmlformats.org/drawingml/2006/main" noGrp="1"/>
          </p:cNvSpPr>
          <p:nvPr/>
        </p:nvSpPr>
        <p:spPr>
          <a:xfrm xmlns:a="http://schemas.openxmlformats.org/drawingml/2006/main">
            <a:off x="6492240" y="4992624"/>
            <a:ext cx="5212080" cy="27432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defRPr sz="1200" b="0">
                <a:solidFill>
                  <a:srgbClr val="E6EBF5"/>
                </a:solidFill>
                <a:latin typeface="Segoe UI"/>
                <a:ea typeface="Segoe UI"/>
                <a:cs typeface="Segoe UI"/>
              </a:defRPr>
            </a:pPr>
            <a:r>
              <a:t>Final else</a:t>
            </a:r>
          </a:p>
        </p:txBody>
      </p:sp>
    </p:spTree>
    <p:extLst>
      <p:ext uri="{BB962C8B-B14F-4D97-AF65-F5344CB8AC3E}">
        <p14:creationId xmlns:p14="http://schemas.microsoft.com/office/powerpoint/2010/main" val="1611388872"/>
      </p:ext>
    </p:extLst>
  </p:cSld>
</p:sld>
</file>

<file path=ppt/slides/slide15.xml><?xml version="1.0" encoding="utf-8"?>
<p:sld xmlns:p="http://schemas.openxmlformats.org/presentationml/2006/main">
  <p:cSld>
    <p:spTree>
      <p:nvGrpSpPr>
        <p:cNvPr id="1" name=""/>
        <p:cNvGrpSpPr/>
        <p:nvPr/>
      </p:nvGrpSpPr>
      <p:grpSpPr>
        <a:xfrm xmlns:a="http://schemas.openxmlformats.org/drawingml/2006/main"/>
      </p:grpSpPr>
      <p:sp>
        <p:nvSpPr>
          <p:cNvPr id="2" name="Rectangle 1">
            <a:extLst xmlns:a="http://schemas.openxmlformats.org/drawingml/2006/main">
              <a:ext uri="{FF2B5EF4-FFF2-40B4-BE49-F238E27FC236}">
                <a16:creationId xmlns:a16="http://schemas.microsoft.com/office/drawing/2014/main" id="{8C5A3730-9128-4156-AD55-2E742CA1BB21}"/>
              </a:ext>
            </a:extLst>
          </p:cNvPr>
          <p:cNvSpPr>
            <a:spLocks xmlns:a="http://schemas.openxmlformats.org/drawingml/2006/main" noGrp="1"/>
          </p:cNvSpPr>
          <p:nvPr/>
        </p:nvSpPr>
        <p:spPr>
          <a:xfrm xmlns:a="http://schemas.openxmlformats.org/drawingml/2006/main">
            <a:off x="0" y="0"/>
            <a:ext cx="12188952" cy="6858000"/>
          </a:xfrm>
          <a:prstGeom xmlns:a="http://schemas.openxmlformats.org/drawingml/2006/main" prst="rect">
            <a:avLst/>
          </a:prstGeom>
          <a:gradFill xmlns:a="http://schemas.openxmlformats.org/drawingml/2006/main" rotWithShape="1">
            <a:gsLst>
              <a:gs pos="0">
                <a:srgbClr val="080C18"/>
              </a:gs>
              <a:gs pos="100000">
                <a:srgbClr val="0C1224"/>
              </a:gs>
            </a:gsLst>
            <a:lin ang="16200000" scaled="1"/>
          </a:gra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Rectangle 2">
            <a:extLst xmlns:a="http://schemas.openxmlformats.org/drawingml/2006/main">
              <a:ext uri="{FF2B5EF4-FFF2-40B4-BE49-F238E27FC236}">
                <a16:creationId xmlns:a16="http://schemas.microsoft.com/office/drawing/2014/main" id="{4F8297AF-BC8D-41FC-8584-766AA467A89C}"/>
              </a:ext>
            </a:extLst>
          </p:cNvPr>
          <p:cNvSpPr>
            <a:spLocks xmlns:a="http://schemas.openxmlformats.org/drawingml/2006/main" noGrp="1"/>
          </p:cNvSpPr>
          <p:nvPr/>
        </p:nvSpPr>
        <p:spPr>
          <a:xfrm xmlns:a="http://schemas.openxmlformats.org/drawingml/2006/main">
            <a:off x="0" y="0"/>
            <a:ext cx="12188952" cy="1188720"/>
          </a:xfrm>
          <a:prstGeom xmlns:a="http://schemas.openxmlformats.org/drawingml/2006/main" prst="rect">
            <a:avLst/>
          </a:prstGeom>
          <a:gradFill xmlns:a="http://schemas.openxmlformats.org/drawingml/2006/main" rotWithShape="1">
            <a:gsLst>
              <a:gs pos="0">
                <a:srgbClr val="080C18"/>
              </a:gs>
              <a:gs pos="100000">
                <a:srgbClr val="0F1932"/>
              </a:gs>
            </a:gsLst>
            <a:lin ang="0" scaled="1"/>
          </a:gra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 name="Rectangle 3">
            <a:extLst xmlns:a="http://schemas.openxmlformats.org/drawingml/2006/main">
              <a:ext uri="{FF2B5EF4-FFF2-40B4-BE49-F238E27FC236}">
                <a16:creationId xmlns:a16="http://schemas.microsoft.com/office/drawing/2014/main" id="{1605E291-2F7A-4319-A1C7-F25E5D140C8D}"/>
              </a:ext>
            </a:extLst>
          </p:cNvPr>
          <p:cNvSpPr>
            <a:spLocks xmlns:a="http://schemas.openxmlformats.org/drawingml/2006/main" noGrp="1"/>
          </p:cNvSpPr>
          <p:nvPr/>
        </p:nvSpPr>
        <p:spPr>
          <a:xfrm xmlns:a="http://schemas.openxmlformats.org/drawingml/2006/main">
            <a:off x="0" y="1188720"/>
            <a:ext cx="12188952" cy="36576"/>
          </a:xfrm>
          <a:prstGeom xmlns:a="http://schemas.openxmlformats.org/drawingml/2006/main" prst="rect">
            <a:avLst/>
          </a:prstGeom>
          <a:solidFill xmlns:a="http://schemas.openxmlformats.org/drawingml/2006/main">
            <a:srgbClr val="00F0FF"/>
          </a:solidFill>
          <a:ln xmlns:a="http://schemas.openxmlformats.org/drawingml/2006/main">
            <a:noFill/>
          </a:ln>
          <a:effectLst xmlns:a="http://schemas.openxmlformats.org/drawingml/2006/main">
            <a:glow rad="76200">
              <a:srgbClr val="00F0FF">
                <a:alpha val="30000"/>
              </a:srgbClr>
            </a:glow>
          </a:effectLst>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5" name="TextBox 4">
            <a:extLst xmlns:a="http://schemas.openxmlformats.org/drawingml/2006/main">
              <a:ext uri="{FF2B5EF4-FFF2-40B4-BE49-F238E27FC236}">
                <a16:creationId xmlns:a16="http://schemas.microsoft.com/office/drawing/2014/main" id="{C65439A8-2883-41F0-9FD0-CF5E3D688206}"/>
              </a:ext>
            </a:extLst>
          </p:cNvPr>
          <p:cNvSpPr>
            <a:spLocks xmlns:a="http://schemas.openxmlformats.org/drawingml/2006/main" noGrp="1"/>
          </p:cNvSpPr>
          <p:nvPr/>
        </p:nvSpPr>
        <p:spPr>
          <a:xfrm xmlns:a="http://schemas.openxmlformats.org/drawingml/2006/main">
            <a:off x="548640" y="256032"/>
            <a:ext cx="11091672" cy="64008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defRPr sz="3400" b="1">
                <a:solidFill>
                  <a:srgbClr val="FFFFFF"/>
                </a:solidFill>
                <a:latin typeface="Segoe UI Semibold"/>
                <a:ea typeface="Segoe UI Semibold"/>
                <a:cs typeface="Segoe UI Semibold"/>
              </a:defRPr>
            </a:pPr>
            <a:r>
              <a:t>Mission 3: Design your own tiny game</a:t>
            </a:r>
          </a:p>
        </p:txBody>
      </p:sp>
      <p:sp>
        <p:nvSpPr>
          <p:cNvPr id="6" name="TextBox 5">
            <a:extLst xmlns:a="http://schemas.openxmlformats.org/drawingml/2006/main">
              <a:ext uri="{FF2B5EF4-FFF2-40B4-BE49-F238E27FC236}">
                <a16:creationId xmlns:a16="http://schemas.microsoft.com/office/drawing/2014/main" id="{44BBA9E3-C937-4F4D-8380-F33350362FC5}"/>
              </a:ext>
            </a:extLst>
          </p:cNvPr>
          <p:cNvSpPr>
            <a:spLocks xmlns:a="http://schemas.openxmlformats.org/drawingml/2006/main" noGrp="1"/>
          </p:cNvSpPr>
          <p:nvPr/>
        </p:nvSpPr>
        <p:spPr>
          <a:xfrm xmlns:a="http://schemas.openxmlformats.org/drawingml/2006/main">
            <a:off x="548640" y="804672"/>
            <a:ext cx="11091672" cy="36576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defRPr sz="1500" b="0">
                <a:solidFill>
                  <a:srgbClr val="00F0FF"/>
                </a:solidFill>
                <a:latin typeface="Segoe UI"/>
                <a:ea typeface="Segoe UI"/>
                <a:cs typeface="Segoe UI"/>
              </a:defRPr>
            </a:pPr>
            <a:r>
              <a:t>Creativity changes the theme, not the course concepts</a:t>
            </a:r>
          </a:p>
        </p:txBody>
      </p:sp>
      <p:sp>
        <p:nvSpPr>
          <p:cNvPr id="7" name="Rounded Rectangle 6">
            <a:extLst xmlns:a="http://schemas.openxmlformats.org/drawingml/2006/main">
              <a:ext uri="{FF2B5EF4-FFF2-40B4-BE49-F238E27FC236}">
                <a16:creationId xmlns:a16="http://schemas.microsoft.com/office/drawing/2014/main" id="{3118AEC6-B5B6-4336-8C65-DB6E3AA66501}"/>
              </a:ext>
            </a:extLst>
          </p:cNvPr>
          <p:cNvSpPr>
            <a:spLocks xmlns:a="http://schemas.openxmlformats.org/drawingml/2006/main" noGrp="1"/>
          </p:cNvSpPr>
          <p:nvPr/>
        </p:nvSpPr>
        <p:spPr>
          <a:xfrm xmlns:a="http://schemas.openxmlformats.org/drawingml/2006/main">
            <a:off x="365760" y="1508760"/>
            <a:ext cx="5577840" cy="2103120"/>
          </a:xfrm>
          <a:prstGeom xmlns:a="http://schemas.openxmlformats.org/drawingml/2006/main" prst="roundRect">
            <a:avLst/>
          </a:prstGeom>
          <a:solidFill xmlns:a="http://schemas.openxmlformats.org/drawingml/2006/main">
            <a:srgbClr val="121A32">
              <a:alpha val="70000"/>
            </a:srgbClr>
          </a:solidFill>
          <a:ln xmlns:a="http://schemas.openxmlformats.org/drawingml/2006/main" w="12700">
            <a:noFill/>
          </a:ln>
          <a:effectLst xmlns:a="http://schemas.openxmlformats.org/drawingml/2006/main">
            <a:outerShdw blurRad="127000" dist="50800" dir="8100000" rotWithShape="0">
              <a:srgbClr val="000000">
                <a:alpha val="40000"/>
              </a:srgbClr>
            </a:outerShdw>
          </a:effectLst>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8" name="Rectangle 7">
            <a:extLst xmlns:a="http://schemas.openxmlformats.org/drawingml/2006/main">
              <a:ext uri="{FF2B5EF4-FFF2-40B4-BE49-F238E27FC236}">
                <a16:creationId xmlns:a16="http://schemas.microsoft.com/office/drawing/2014/main" id="{8EC162AB-2051-4A04-9117-66CD75AC9613}"/>
              </a:ext>
            </a:extLst>
          </p:cNvPr>
          <p:cNvSpPr>
            <a:spLocks xmlns:a="http://schemas.openxmlformats.org/drawingml/2006/main" noGrp="1"/>
          </p:cNvSpPr>
          <p:nvPr/>
        </p:nvSpPr>
        <p:spPr>
          <a:xfrm xmlns:a="http://schemas.openxmlformats.org/drawingml/2006/main">
            <a:off x="384048" y="1527048"/>
            <a:ext cx="5541264" cy="54864"/>
          </a:xfrm>
          <a:prstGeom xmlns:a="http://schemas.openxmlformats.org/drawingml/2006/main" prst="rect">
            <a:avLst/>
          </a:prstGeom>
          <a:solidFill xmlns:a="http://schemas.openxmlformats.org/drawingml/2006/main">
            <a:srgbClr val="00F0FF"/>
          </a:solidFill>
          <a:ln xmlns:a="http://schemas.openxmlformats.org/drawingml/2006/main">
            <a:noFill/>
          </a:ln>
          <a:effectLst xmlns:a="http://schemas.openxmlformats.org/drawingml/2006/main">
            <a:glow rad="50800">
              <a:srgbClr val="00F0FF">
                <a:alpha val="40000"/>
              </a:srgbClr>
            </a:glow>
          </a:effectLst>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9" name="TextBox 8">
            <a:extLst xmlns:a="http://schemas.openxmlformats.org/drawingml/2006/main">
              <a:ext uri="{FF2B5EF4-FFF2-40B4-BE49-F238E27FC236}">
                <a16:creationId xmlns:a16="http://schemas.microsoft.com/office/drawing/2014/main" id="{DE576467-E6E6-4423-881E-BC79F724B6DF}"/>
              </a:ext>
            </a:extLst>
          </p:cNvPr>
          <p:cNvSpPr>
            <a:spLocks xmlns:a="http://schemas.openxmlformats.org/drawingml/2006/main" noGrp="1"/>
          </p:cNvSpPr>
          <p:nvPr/>
        </p:nvSpPr>
        <p:spPr>
          <a:xfrm xmlns:a="http://schemas.openxmlformats.org/drawingml/2006/main">
            <a:off x="548640" y="1673352"/>
            <a:ext cx="5212080" cy="36576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defRPr sz="1600" b="1">
                <a:solidFill>
                  <a:srgbClr val="00F0FF"/>
                </a:solidFill>
                <a:latin typeface="Segoe UI"/>
                <a:ea typeface="Segoe UI"/>
                <a:cs typeface="Segoe UI"/>
              </a:defRPr>
            </a:pPr>
            <a:r>
              <a:t>CHOOSE</a:t>
            </a:r>
          </a:p>
        </p:txBody>
      </p:sp>
      <p:sp>
        <p:nvSpPr>
          <p:cNvPr id="10" name="TextBox 9">
            <a:extLst xmlns:a="http://schemas.openxmlformats.org/drawingml/2006/main">
              <a:ext uri="{FF2B5EF4-FFF2-40B4-BE49-F238E27FC236}">
                <a16:creationId xmlns:a16="http://schemas.microsoft.com/office/drawing/2014/main" id="{A76E4C09-6D88-4C3F-B943-1EC7560B1A51}"/>
              </a:ext>
            </a:extLst>
          </p:cNvPr>
          <p:cNvSpPr>
            <a:spLocks xmlns:a="http://schemas.openxmlformats.org/drawingml/2006/main" noGrp="1"/>
          </p:cNvSpPr>
          <p:nvPr/>
        </p:nvSpPr>
        <p:spPr>
          <a:xfrm xmlns:a="http://schemas.openxmlformats.org/drawingml/2006/main">
            <a:off x="548640" y="2057400"/>
            <a:ext cx="5212080" cy="27432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defRPr sz="1200" b="0">
                <a:solidFill>
                  <a:srgbClr val="E6EBF5"/>
                </a:solidFill>
                <a:latin typeface="Segoe UI"/>
                <a:ea typeface="Segoe UI"/>
                <a:cs typeface="Segoe UI"/>
              </a:defRPr>
            </a:pPr>
            <a:r>
              <a:t>Name a game theme</a:t>
            </a:r>
          </a:p>
        </p:txBody>
      </p:sp>
      <p:sp>
        <p:nvSpPr>
          <p:cNvPr id="11" name="TextBox 10">
            <a:extLst xmlns:a="http://schemas.openxmlformats.org/drawingml/2006/main">
              <a:ext uri="{FF2B5EF4-FFF2-40B4-BE49-F238E27FC236}">
                <a16:creationId xmlns:a16="http://schemas.microsoft.com/office/drawing/2014/main" id="{6EA13D38-78B0-46D4-BF7E-862ADB7C90BA}"/>
              </a:ext>
            </a:extLst>
          </p:cNvPr>
          <p:cNvSpPr>
            <a:spLocks xmlns:a="http://schemas.openxmlformats.org/drawingml/2006/main" noGrp="1"/>
          </p:cNvSpPr>
          <p:nvPr/>
        </p:nvSpPr>
        <p:spPr>
          <a:xfrm xmlns:a="http://schemas.openxmlformats.org/drawingml/2006/main">
            <a:off x="548640" y="2313432"/>
            <a:ext cx="5212080" cy="27432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defRPr sz="1200" b="0">
                <a:solidFill>
                  <a:srgbClr val="E6EBF5"/>
                </a:solidFill>
                <a:latin typeface="Segoe UI"/>
                <a:ea typeface="Segoe UI"/>
                <a:cs typeface="Segoe UI"/>
              </a:defRPr>
            </a:pPr>
            <a:r>
              <a:t>Use one number</a:t>
            </a:r>
          </a:p>
        </p:txBody>
      </p:sp>
      <p:sp>
        <p:nvSpPr>
          <p:cNvPr id="12" name="TextBox 11">
            <a:extLst xmlns:a="http://schemas.openxmlformats.org/drawingml/2006/main">
              <a:ext uri="{FF2B5EF4-FFF2-40B4-BE49-F238E27FC236}">
                <a16:creationId xmlns:a16="http://schemas.microsoft.com/office/drawing/2014/main" id="{E9013996-892C-4DE8-A47F-E3FFE5C300C3}"/>
              </a:ext>
            </a:extLst>
          </p:cNvPr>
          <p:cNvSpPr>
            <a:spLocks xmlns:a="http://schemas.openxmlformats.org/drawingml/2006/main" noGrp="1"/>
          </p:cNvSpPr>
          <p:nvPr/>
        </p:nvSpPr>
        <p:spPr>
          <a:xfrm xmlns:a="http://schemas.openxmlformats.org/drawingml/2006/main">
            <a:off x="548640" y="2569464"/>
            <a:ext cx="5212080" cy="27432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defRPr sz="1200" b="0">
                <a:solidFill>
                  <a:srgbClr val="E6EBF5"/>
                </a:solidFill>
                <a:latin typeface="Segoe UI"/>
                <a:ea typeface="Segoe UI"/>
                <a:cs typeface="Segoe UI"/>
              </a:defRPr>
            </a:pPr>
            <a:r>
              <a:t>Write four outcomes</a:t>
            </a:r>
          </a:p>
        </p:txBody>
      </p:sp>
      <p:sp>
        <p:nvSpPr>
          <p:cNvPr id="13" name="Rounded Rectangle 12">
            <a:extLst xmlns:a="http://schemas.openxmlformats.org/drawingml/2006/main">
              <a:ext uri="{FF2B5EF4-FFF2-40B4-BE49-F238E27FC236}">
                <a16:creationId xmlns:a16="http://schemas.microsoft.com/office/drawing/2014/main" id="{F0362A3A-4667-4029-AD23-E698126B98B0}"/>
              </a:ext>
            </a:extLst>
          </p:cNvPr>
          <p:cNvSpPr>
            <a:spLocks xmlns:a="http://schemas.openxmlformats.org/drawingml/2006/main" noGrp="1"/>
          </p:cNvSpPr>
          <p:nvPr/>
        </p:nvSpPr>
        <p:spPr>
          <a:xfrm xmlns:a="http://schemas.openxmlformats.org/drawingml/2006/main">
            <a:off x="6309360" y="1508760"/>
            <a:ext cx="5577840" cy="2103120"/>
          </a:xfrm>
          <a:prstGeom xmlns:a="http://schemas.openxmlformats.org/drawingml/2006/main" prst="roundRect">
            <a:avLst/>
          </a:prstGeom>
          <a:solidFill xmlns:a="http://schemas.openxmlformats.org/drawingml/2006/main">
            <a:srgbClr val="121A32">
              <a:alpha val="70000"/>
            </a:srgbClr>
          </a:solidFill>
          <a:ln xmlns:a="http://schemas.openxmlformats.org/drawingml/2006/main" w="12700">
            <a:noFill/>
          </a:ln>
          <a:effectLst xmlns:a="http://schemas.openxmlformats.org/drawingml/2006/main">
            <a:outerShdw blurRad="127000" dist="50800" dir="8100000" rotWithShape="0">
              <a:srgbClr val="000000">
                <a:alpha val="40000"/>
              </a:srgbClr>
            </a:outerShdw>
          </a:effectLst>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4" name="Rectangle 13">
            <a:extLst xmlns:a="http://schemas.openxmlformats.org/drawingml/2006/main">
              <a:ext uri="{FF2B5EF4-FFF2-40B4-BE49-F238E27FC236}">
                <a16:creationId xmlns:a16="http://schemas.microsoft.com/office/drawing/2014/main" id="{4640A243-0FC5-427E-96F8-103C41B217AB}"/>
              </a:ext>
            </a:extLst>
          </p:cNvPr>
          <p:cNvSpPr>
            <a:spLocks xmlns:a="http://schemas.openxmlformats.org/drawingml/2006/main" noGrp="1"/>
          </p:cNvSpPr>
          <p:nvPr/>
        </p:nvSpPr>
        <p:spPr>
          <a:xfrm xmlns:a="http://schemas.openxmlformats.org/drawingml/2006/main">
            <a:off x="6327648" y="1527048"/>
            <a:ext cx="5541264" cy="54864"/>
          </a:xfrm>
          <a:prstGeom xmlns:a="http://schemas.openxmlformats.org/drawingml/2006/main" prst="rect">
            <a:avLst/>
          </a:prstGeom>
          <a:solidFill xmlns:a="http://schemas.openxmlformats.org/drawingml/2006/main">
            <a:srgbClr val="00FF8C"/>
          </a:solidFill>
          <a:ln xmlns:a="http://schemas.openxmlformats.org/drawingml/2006/main">
            <a:noFill/>
          </a:ln>
          <a:effectLst xmlns:a="http://schemas.openxmlformats.org/drawingml/2006/main">
            <a:glow rad="50800">
              <a:srgbClr val="00FF8C">
                <a:alpha val="40000"/>
              </a:srgbClr>
            </a:glow>
          </a:effectLst>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5" name="TextBox 14">
            <a:extLst xmlns:a="http://schemas.openxmlformats.org/drawingml/2006/main">
              <a:ext uri="{FF2B5EF4-FFF2-40B4-BE49-F238E27FC236}">
                <a16:creationId xmlns:a16="http://schemas.microsoft.com/office/drawing/2014/main" id="{897D1B14-FD98-4146-ABB8-46010C32F573}"/>
              </a:ext>
            </a:extLst>
          </p:cNvPr>
          <p:cNvSpPr>
            <a:spLocks xmlns:a="http://schemas.openxmlformats.org/drawingml/2006/main" noGrp="1"/>
          </p:cNvSpPr>
          <p:nvPr/>
        </p:nvSpPr>
        <p:spPr>
          <a:xfrm xmlns:a="http://schemas.openxmlformats.org/drawingml/2006/main">
            <a:off x="6492240" y="1673352"/>
            <a:ext cx="5212080" cy="36576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defRPr sz="1600" b="1">
                <a:solidFill>
                  <a:srgbClr val="00FF8C"/>
                </a:solidFill>
                <a:latin typeface="Segoe UI"/>
                <a:ea typeface="Segoe UI"/>
                <a:cs typeface="Segoe UI"/>
              </a:defRPr>
            </a:pPr>
            <a:r>
              <a:t>BUILD</a:t>
            </a:r>
          </a:p>
        </p:txBody>
      </p:sp>
      <p:sp>
        <p:nvSpPr>
          <p:cNvPr id="16" name="TextBox 15">
            <a:extLst xmlns:a="http://schemas.openxmlformats.org/drawingml/2006/main">
              <a:ext uri="{FF2B5EF4-FFF2-40B4-BE49-F238E27FC236}">
                <a16:creationId xmlns:a16="http://schemas.microsoft.com/office/drawing/2014/main" id="{2E975D0D-A7B5-4E91-8139-9B926E5047A0}"/>
              </a:ext>
            </a:extLst>
          </p:cNvPr>
          <p:cNvSpPr>
            <a:spLocks xmlns:a="http://schemas.openxmlformats.org/drawingml/2006/main" noGrp="1"/>
          </p:cNvSpPr>
          <p:nvPr/>
        </p:nvSpPr>
        <p:spPr>
          <a:xfrm xmlns:a="http://schemas.openxmlformats.org/drawingml/2006/main">
            <a:off x="6492240" y="2057400"/>
            <a:ext cx="5212080" cy="27432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defRPr sz="1200" b="0">
                <a:solidFill>
                  <a:srgbClr val="E6EBF5"/>
                </a:solidFill>
                <a:latin typeface="Segoe UI"/>
                <a:ea typeface="Segoe UI"/>
                <a:cs typeface="Segoe UI"/>
              </a:defRPr>
            </a:pPr>
            <a:r>
              <a:t>One if</a:t>
            </a:r>
          </a:p>
        </p:txBody>
      </p:sp>
      <p:sp>
        <p:nvSpPr>
          <p:cNvPr id="17" name="TextBox 16">
            <a:extLst xmlns:a="http://schemas.openxmlformats.org/drawingml/2006/main">
              <a:ext uri="{FF2B5EF4-FFF2-40B4-BE49-F238E27FC236}">
                <a16:creationId xmlns:a16="http://schemas.microsoft.com/office/drawing/2014/main" id="{B009920E-FBBA-43A3-902A-C425D22C4D40}"/>
              </a:ext>
            </a:extLst>
          </p:cNvPr>
          <p:cNvSpPr>
            <a:spLocks xmlns:a="http://schemas.openxmlformats.org/drawingml/2006/main" noGrp="1"/>
          </p:cNvSpPr>
          <p:nvPr/>
        </p:nvSpPr>
        <p:spPr>
          <a:xfrm xmlns:a="http://schemas.openxmlformats.org/drawingml/2006/main">
            <a:off x="6492240" y="2313432"/>
            <a:ext cx="5212080" cy="27432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defRPr sz="1200" b="0">
                <a:solidFill>
                  <a:srgbClr val="E6EBF5"/>
                </a:solidFill>
                <a:latin typeface="Segoe UI"/>
                <a:ea typeface="Segoe UI"/>
                <a:cs typeface="Segoe UI"/>
              </a:defRPr>
            </a:pPr>
            <a:r>
              <a:t>At least two else if</a:t>
            </a:r>
          </a:p>
        </p:txBody>
      </p:sp>
      <p:sp>
        <p:nvSpPr>
          <p:cNvPr id="18" name="TextBox 17">
            <a:extLst xmlns:a="http://schemas.openxmlformats.org/drawingml/2006/main">
              <a:ext uri="{FF2B5EF4-FFF2-40B4-BE49-F238E27FC236}">
                <a16:creationId xmlns:a16="http://schemas.microsoft.com/office/drawing/2014/main" id="{988389EC-0F46-460B-879E-122152B5B69B}"/>
              </a:ext>
            </a:extLst>
          </p:cNvPr>
          <p:cNvSpPr>
            <a:spLocks xmlns:a="http://schemas.openxmlformats.org/drawingml/2006/main" noGrp="1"/>
          </p:cNvSpPr>
          <p:nvPr/>
        </p:nvSpPr>
        <p:spPr>
          <a:xfrm xmlns:a="http://schemas.openxmlformats.org/drawingml/2006/main">
            <a:off x="6492240" y="2569464"/>
            <a:ext cx="5212080" cy="27432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defRPr sz="1200" b="0">
                <a:solidFill>
                  <a:srgbClr val="E6EBF5"/>
                </a:solidFill>
                <a:latin typeface="Segoe UI"/>
                <a:ea typeface="Segoe UI"/>
                <a:cs typeface="Segoe UI"/>
              </a:defRPr>
            </a:pPr>
            <a:r>
              <a:t>One final else</a:t>
            </a:r>
          </a:p>
        </p:txBody>
      </p:sp>
      <p:sp>
        <p:nvSpPr>
          <p:cNvPr id="19" name="Rounded Rectangle 18">
            <a:extLst xmlns:a="http://schemas.openxmlformats.org/drawingml/2006/main">
              <a:ext uri="{FF2B5EF4-FFF2-40B4-BE49-F238E27FC236}">
                <a16:creationId xmlns:a16="http://schemas.microsoft.com/office/drawing/2014/main" id="{D5560DDE-8F7B-4F22-8A87-73AA12DCA13F}"/>
              </a:ext>
            </a:extLst>
          </p:cNvPr>
          <p:cNvSpPr>
            <a:spLocks xmlns:a="http://schemas.openxmlformats.org/drawingml/2006/main" noGrp="1"/>
          </p:cNvSpPr>
          <p:nvPr/>
        </p:nvSpPr>
        <p:spPr>
          <a:xfrm xmlns:a="http://schemas.openxmlformats.org/drawingml/2006/main">
            <a:off x="365760" y="3931920"/>
            <a:ext cx="5577840" cy="2103120"/>
          </a:xfrm>
          <a:prstGeom xmlns:a="http://schemas.openxmlformats.org/drawingml/2006/main" prst="roundRect">
            <a:avLst/>
          </a:prstGeom>
          <a:solidFill xmlns:a="http://schemas.openxmlformats.org/drawingml/2006/main">
            <a:srgbClr val="121A32">
              <a:alpha val="70000"/>
            </a:srgbClr>
          </a:solidFill>
          <a:ln xmlns:a="http://schemas.openxmlformats.org/drawingml/2006/main" w="12700">
            <a:noFill/>
          </a:ln>
          <a:effectLst xmlns:a="http://schemas.openxmlformats.org/drawingml/2006/main">
            <a:outerShdw blurRad="127000" dist="50800" dir="8100000" rotWithShape="0">
              <a:srgbClr val="000000">
                <a:alpha val="40000"/>
              </a:srgbClr>
            </a:outerShdw>
          </a:effectLst>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20" name="Rectangle 19">
            <a:extLst xmlns:a="http://schemas.openxmlformats.org/drawingml/2006/main">
              <a:ext uri="{FF2B5EF4-FFF2-40B4-BE49-F238E27FC236}">
                <a16:creationId xmlns:a16="http://schemas.microsoft.com/office/drawing/2014/main" id="{C877E3A6-9811-4104-A391-543DD5CF1576}"/>
              </a:ext>
            </a:extLst>
          </p:cNvPr>
          <p:cNvSpPr>
            <a:spLocks xmlns:a="http://schemas.openxmlformats.org/drawingml/2006/main" noGrp="1"/>
          </p:cNvSpPr>
          <p:nvPr/>
        </p:nvSpPr>
        <p:spPr>
          <a:xfrm xmlns:a="http://schemas.openxmlformats.org/drawingml/2006/main">
            <a:off x="384048" y="3950208"/>
            <a:ext cx="5541264" cy="54864"/>
          </a:xfrm>
          <a:prstGeom xmlns:a="http://schemas.openxmlformats.org/drawingml/2006/main" prst="rect">
            <a:avLst/>
          </a:prstGeom>
          <a:solidFill xmlns:a="http://schemas.openxmlformats.org/drawingml/2006/main">
            <a:srgbClr val="A050FF"/>
          </a:solidFill>
          <a:ln xmlns:a="http://schemas.openxmlformats.org/drawingml/2006/main">
            <a:noFill/>
          </a:ln>
          <a:effectLst xmlns:a="http://schemas.openxmlformats.org/drawingml/2006/main">
            <a:glow rad="50800">
              <a:srgbClr val="A050FF">
                <a:alpha val="40000"/>
              </a:srgbClr>
            </a:glow>
          </a:effectLst>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21" name="TextBox 20">
            <a:extLst xmlns:a="http://schemas.openxmlformats.org/drawingml/2006/main">
              <a:ext uri="{FF2B5EF4-FFF2-40B4-BE49-F238E27FC236}">
                <a16:creationId xmlns:a16="http://schemas.microsoft.com/office/drawing/2014/main" id="{CC248041-DD86-4689-88BF-BCEF5545BB73}"/>
              </a:ext>
            </a:extLst>
          </p:cNvPr>
          <p:cNvSpPr>
            <a:spLocks xmlns:a="http://schemas.openxmlformats.org/drawingml/2006/main" noGrp="1"/>
          </p:cNvSpPr>
          <p:nvPr/>
        </p:nvSpPr>
        <p:spPr>
          <a:xfrm xmlns:a="http://schemas.openxmlformats.org/drawingml/2006/main">
            <a:off x="548640" y="4096512"/>
            <a:ext cx="5212080" cy="36576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defRPr sz="1600" b="1">
                <a:solidFill>
                  <a:srgbClr val="A050FF"/>
                </a:solidFill>
                <a:latin typeface="Segoe UI"/>
                <a:ea typeface="Segoe UI"/>
                <a:cs typeface="Segoe UI"/>
              </a:defRPr>
            </a:pPr>
            <a:r>
              <a:t>TEST</a:t>
            </a:r>
          </a:p>
        </p:txBody>
      </p:sp>
      <p:sp>
        <p:nvSpPr>
          <p:cNvPr id="22" name="TextBox 21">
            <a:extLst xmlns:a="http://schemas.openxmlformats.org/drawingml/2006/main">
              <a:ext uri="{FF2B5EF4-FFF2-40B4-BE49-F238E27FC236}">
                <a16:creationId xmlns:a16="http://schemas.microsoft.com/office/drawing/2014/main" id="{6647EE28-3DE4-4A93-897A-125BE9825CC9}"/>
              </a:ext>
            </a:extLst>
          </p:cNvPr>
          <p:cNvSpPr>
            <a:spLocks xmlns:a="http://schemas.openxmlformats.org/drawingml/2006/main" noGrp="1"/>
          </p:cNvSpPr>
          <p:nvPr/>
        </p:nvSpPr>
        <p:spPr>
          <a:xfrm xmlns:a="http://schemas.openxmlformats.org/drawingml/2006/main">
            <a:off x="548640" y="4480560"/>
            <a:ext cx="5212080" cy="27432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defRPr sz="1200" b="0">
                <a:solidFill>
                  <a:srgbClr val="E6EBF5"/>
                </a:solidFill>
                <a:latin typeface="Segoe UI"/>
                <a:ea typeface="Segoe UI"/>
                <a:cs typeface="Segoe UI"/>
              </a:defRPr>
            </a:pPr>
            <a:r>
              <a:t>Try four values</a:t>
            </a:r>
          </a:p>
        </p:txBody>
      </p:sp>
      <p:sp>
        <p:nvSpPr>
          <p:cNvPr id="23" name="TextBox 22">
            <a:extLst xmlns:a="http://schemas.openxmlformats.org/drawingml/2006/main">
              <a:ext uri="{FF2B5EF4-FFF2-40B4-BE49-F238E27FC236}">
                <a16:creationId xmlns:a16="http://schemas.microsoft.com/office/drawing/2014/main" id="{5DEDD8EC-768A-4592-BE7B-ACF88D9ABD66}"/>
              </a:ext>
            </a:extLst>
          </p:cNvPr>
          <p:cNvSpPr>
            <a:spLocks xmlns:a="http://schemas.openxmlformats.org/drawingml/2006/main" noGrp="1"/>
          </p:cNvSpPr>
          <p:nvPr/>
        </p:nvSpPr>
        <p:spPr>
          <a:xfrm xmlns:a="http://schemas.openxmlformats.org/drawingml/2006/main">
            <a:off x="548640" y="4736592"/>
            <a:ext cx="5212080" cy="27432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defRPr sz="1200" b="0">
                <a:solidFill>
                  <a:srgbClr val="E6EBF5"/>
                </a:solidFill>
                <a:latin typeface="Segoe UI"/>
                <a:ea typeface="Segoe UI"/>
                <a:cs typeface="Segoe UI"/>
              </a:defRPr>
            </a:pPr>
            <a:r>
              <a:t>Include a boundary</a:t>
            </a:r>
          </a:p>
        </p:txBody>
      </p:sp>
      <p:sp>
        <p:nvSpPr>
          <p:cNvPr id="24" name="TextBox 23">
            <a:extLst xmlns:a="http://schemas.openxmlformats.org/drawingml/2006/main">
              <a:ext uri="{FF2B5EF4-FFF2-40B4-BE49-F238E27FC236}">
                <a16:creationId xmlns:a16="http://schemas.microsoft.com/office/drawing/2014/main" id="{B93435DC-D5CC-4AD1-A05C-147E057A2ACB}"/>
              </a:ext>
            </a:extLst>
          </p:cNvPr>
          <p:cNvSpPr>
            <a:spLocks xmlns:a="http://schemas.openxmlformats.org/drawingml/2006/main" noGrp="1"/>
          </p:cNvSpPr>
          <p:nvPr/>
        </p:nvSpPr>
        <p:spPr>
          <a:xfrm xmlns:a="http://schemas.openxmlformats.org/drawingml/2006/main">
            <a:off x="548640" y="4992624"/>
            <a:ext cx="5212080" cy="27432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defRPr sz="1200" b="0">
                <a:solidFill>
                  <a:srgbClr val="E6EBF5"/>
                </a:solidFill>
                <a:latin typeface="Segoe UI"/>
                <a:ea typeface="Segoe UI"/>
                <a:cs typeface="Segoe UI"/>
              </a:defRPr>
            </a:pPr>
            <a:r>
              <a:t>Record each output</a:t>
            </a:r>
          </a:p>
        </p:txBody>
      </p:sp>
      <p:sp>
        <p:nvSpPr>
          <p:cNvPr id="25" name="Rounded Rectangle 24">
            <a:extLst xmlns:a="http://schemas.openxmlformats.org/drawingml/2006/main">
              <a:ext uri="{FF2B5EF4-FFF2-40B4-BE49-F238E27FC236}">
                <a16:creationId xmlns:a16="http://schemas.microsoft.com/office/drawing/2014/main" id="{31094A69-2CFA-443E-B15C-C0995C6B7FE1}"/>
              </a:ext>
            </a:extLst>
          </p:cNvPr>
          <p:cNvSpPr>
            <a:spLocks xmlns:a="http://schemas.openxmlformats.org/drawingml/2006/main" noGrp="1"/>
          </p:cNvSpPr>
          <p:nvPr/>
        </p:nvSpPr>
        <p:spPr>
          <a:xfrm xmlns:a="http://schemas.openxmlformats.org/drawingml/2006/main">
            <a:off x="6309360" y="3931920"/>
            <a:ext cx="5577840" cy="2103120"/>
          </a:xfrm>
          <a:prstGeom xmlns:a="http://schemas.openxmlformats.org/drawingml/2006/main" prst="roundRect">
            <a:avLst/>
          </a:prstGeom>
          <a:solidFill xmlns:a="http://schemas.openxmlformats.org/drawingml/2006/main">
            <a:srgbClr val="121A32">
              <a:alpha val="70000"/>
            </a:srgbClr>
          </a:solidFill>
          <a:ln xmlns:a="http://schemas.openxmlformats.org/drawingml/2006/main" w="12700">
            <a:noFill/>
          </a:ln>
          <a:effectLst xmlns:a="http://schemas.openxmlformats.org/drawingml/2006/main">
            <a:outerShdw blurRad="127000" dist="50800" dir="8100000" rotWithShape="0">
              <a:srgbClr val="000000">
                <a:alpha val="40000"/>
              </a:srgbClr>
            </a:outerShdw>
          </a:effectLst>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26" name="Rectangle 25">
            <a:extLst xmlns:a="http://schemas.openxmlformats.org/drawingml/2006/main">
              <a:ext uri="{FF2B5EF4-FFF2-40B4-BE49-F238E27FC236}">
                <a16:creationId xmlns:a16="http://schemas.microsoft.com/office/drawing/2014/main" id="{02ED9EE2-7962-4EAF-8C99-089888C9A1F8}"/>
              </a:ext>
            </a:extLst>
          </p:cNvPr>
          <p:cNvSpPr>
            <a:spLocks xmlns:a="http://schemas.openxmlformats.org/drawingml/2006/main" noGrp="1"/>
          </p:cNvSpPr>
          <p:nvPr/>
        </p:nvSpPr>
        <p:spPr>
          <a:xfrm xmlns:a="http://schemas.openxmlformats.org/drawingml/2006/main">
            <a:off x="6327648" y="3950208"/>
            <a:ext cx="5541264" cy="54864"/>
          </a:xfrm>
          <a:prstGeom xmlns:a="http://schemas.openxmlformats.org/drawingml/2006/main" prst="rect">
            <a:avLst/>
          </a:prstGeom>
          <a:solidFill xmlns:a="http://schemas.openxmlformats.org/drawingml/2006/main">
            <a:srgbClr val="FFA014"/>
          </a:solidFill>
          <a:ln xmlns:a="http://schemas.openxmlformats.org/drawingml/2006/main">
            <a:noFill/>
          </a:ln>
          <a:effectLst xmlns:a="http://schemas.openxmlformats.org/drawingml/2006/main">
            <a:glow rad="50800">
              <a:srgbClr val="FFA014">
                <a:alpha val="40000"/>
              </a:srgbClr>
            </a:glow>
          </a:effectLst>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27" name="TextBox 26">
            <a:extLst xmlns:a="http://schemas.openxmlformats.org/drawingml/2006/main">
              <a:ext uri="{FF2B5EF4-FFF2-40B4-BE49-F238E27FC236}">
                <a16:creationId xmlns:a16="http://schemas.microsoft.com/office/drawing/2014/main" id="{444E529A-F76C-4995-8262-C905B537CE7E}"/>
              </a:ext>
            </a:extLst>
          </p:cNvPr>
          <p:cNvSpPr>
            <a:spLocks xmlns:a="http://schemas.openxmlformats.org/drawingml/2006/main" noGrp="1"/>
          </p:cNvSpPr>
          <p:nvPr/>
        </p:nvSpPr>
        <p:spPr>
          <a:xfrm xmlns:a="http://schemas.openxmlformats.org/drawingml/2006/main">
            <a:off x="6492240" y="4096512"/>
            <a:ext cx="5212080" cy="36576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defRPr sz="1600" b="1">
                <a:solidFill>
                  <a:srgbClr val="FFA014"/>
                </a:solidFill>
                <a:latin typeface="Segoe UI"/>
                <a:ea typeface="Segoe UI"/>
                <a:cs typeface="Segoe UI"/>
              </a:defRPr>
            </a:pPr>
            <a:r>
              <a:t>EXPLAIN</a:t>
            </a:r>
          </a:p>
        </p:txBody>
      </p:sp>
      <p:sp>
        <p:nvSpPr>
          <p:cNvPr id="28" name="TextBox 27">
            <a:extLst xmlns:a="http://schemas.openxmlformats.org/drawingml/2006/main">
              <a:ext uri="{FF2B5EF4-FFF2-40B4-BE49-F238E27FC236}">
                <a16:creationId xmlns:a16="http://schemas.microsoft.com/office/drawing/2014/main" id="{AB364A47-6DEA-41AA-BCF0-EC3B0D539B67}"/>
              </a:ext>
            </a:extLst>
          </p:cNvPr>
          <p:cNvSpPr>
            <a:spLocks xmlns:a="http://schemas.openxmlformats.org/drawingml/2006/main" noGrp="1"/>
          </p:cNvSpPr>
          <p:nvPr/>
        </p:nvSpPr>
        <p:spPr>
          <a:xfrm xmlns:a="http://schemas.openxmlformats.org/drawingml/2006/main">
            <a:off x="6492240" y="4480560"/>
            <a:ext cx="5212080" cy="27432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defRPr sz="1200" b="0">
                <a:solidFill>
                  <a:srgbClr val="E6EBF5"/>
                </a:solidFill>
                <a:latin typeface="Segoe UI"/>
                <a:ea typeface="Segoe UI"/>
                <a:cs typeface="Segoe UI"/>
              </a:defRPr>
            </a:pPr>
            <a:r>
              <a:t>Trace from the top</a:t>
            </a:r>
          </a:p>
        </p:txBody>
      </p:sp>
      <p:sp>
        <p:nvSpPr>
          <p:cNvPr id="29" name="TextBox 28">
            <a:extLst xmlns:a="http://schemas.openxmlformats.org/drawingml/2006/main">
              <a:ext uri="{FF2B5EF4-FFF2-40B4-BE49-F238E27FC236}">
                <a16:creationId xmlns:a16="http://schemas.microsoft.com/office/drawing/2014/main" id="{90356052-1EB4-47DC-AEF8-49AEE88BCE28}"/>
              </a:ext>
            </a:extLst>
          </p:cNvPr>
          <p:cNvSpPr>
            <a:spLocks xmlns:a="http://schemas.openxmlformats.org/drawingml/2006/main" noGrp="1"/>
          </p:cNvSpPr>
          <p:nvPr/>
        </p:nvSpPr>
        <p:spPr>
          <a:xfrm xmlns:a="http://schemas.openxmlformats.org/drawingml/2006/main">
            <a:off x="6492240" y="4736592"/>
            <a:ext cx="5212080" cy="27432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defRPr sz="1200" b="0">
                <a:solidFill>
                  <a:srgbClr val="E6EBF5"/>
                </a:solidFill>
                <a:latin typeface="Segoe UI"/>
                <a:ea typeface="Segoe UI"/>
                <a:cs typeface="Segoe UI"/>
              </a:defRPr>
            </a:pPr>
            <a:r>
              <a:t>Name the first true</a:t>
            </a:r>
          </a:p>
        </p:txBody>
      </p:sp>
      <p:sp>
        <p:nvSpPr>
          <p:cNvPr id="30" name="TextBox 29">
            <a:extLst xmlns:a="http://schemas.openxmlformats.org/drawingml/2006/main">
              <a:ext uri="{FF2B5EF4-FFF2-40B4-BE49-F238E27FC236}">
                <a16:creationId xmlns:a16="http://schemas.microsoft.com/office/drawing/2014/main" id="{106E53AB-A24A-459C-BF73-24F9E5809121}"/>
              </a:ext>
            </a:extLst>
          </p:cNvPr>
          <p:cNvSpPr>
            <a:spLocks xmlns:a="http://schemas.openxmlformats.org/drawingml/2006/main" noGrp="1"/>
          </p:cNvSpPr>
          <p:nvPr/>
        </p:nvSpPr>
        <p:spPr>
          <a:xfrm xmlns:a="http://schemas.openxmlformats.org/drawingml/2006/main">
            <a:off x="6492240" y="4992624"/>
            <a:ext cx="5212080" cy="27432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defRPr sz="1200" b="0">
                <a:solidFill>
                  <a:srgbClr val="E6EBF5"/>
                </a:solidFill>
                <a:latin typeface="Segoe UI"/>
                <a:ea typeface="Segoe UI"/>
                <a:cs typeface="Segoe UI"/>
              </a:defRPr>
            </a:pPr>
            <a:r>
              <a:t>Say why it stops</a:t>
            </a:r>
          </a:p>
        </p:txBody>
      </p:sp>
    </p:spTree>
    <p:extLst>
      <p:ext uri="{BB962C8B-B14F-4D97-AF65-F5344CB8AC3E}">
        <p14:creationId xmlns:p14="http://schemas.microsoft.com/office/powerpoint/2010/main" val="1611388872"/>
      </p:ext>
    </p:extLst>
  </p:cSld>
</p:sld>
</file>

<file path=ppt/slides/slide16.xml><?xml version="1.0" encoding="utf-8"?>
<p:sld xmlns:p="http://schemas.openxmlformats.org/presentationml/2006/main">
  <p:cSld>
    <p:spTree>
      <p:nvGrpSpPr>
        <p:cNvPr id="1" name=""/>
        <p:cNvGrpSpPr/>
        <p:nvPr/>
      </p:nvGrpSpPr>
      <p:grpSpPr>
        <a:xfrm xmlns:a="http://schemas.openxmlformats.org/drawingml/2006/main"/>
      </p:grpSpPr>
      <p:sp>
        <p:nvSpPr>
          <p:cNvPr id="2" name="Rectangle 1">
            <a:extLst xmlns:a="http://schemas.openxmlformats.org/drawingml/2006/main">
              <a:ext uri="{FF2B5EF4-FFF2-40B4-BE49-F238E27FC236}">
                <a16:creationId xmlns:a16="http://schemas.microsoft.com/office/drawing/2014/main" id="{BD50E669-B974-42D4-B6CF-68A560586D1D}"/>
              </a:ext>
            </a:extLst>
          </p:cNvPr>
          <p:cNvSpPr>
            <a:spLocks xmlns:a="http://schemas.openxmlformats.org/drawingml/2006/main" noGrp="1"/>
          </p:cNvSpPr>
          <p:nvPr/>
        </p:nvSpPr>
        <p:spPr>
          <a:xfrm xmlns:a="http://schemas.openxmlformats.org/drawingml/2006/main">
            <a:off x="0" y="0"/>
            <a:ext cx="12188952" cy="6858000"/>
          </a:xfrm>
          <a:prstGeom xmlns:a="http://schemas.openxmlformats.org/drawingml/2006/main" prst="rect">
            <a:avLst/>
          </a:prstGeom>
          <a:gradFill xmlns:a="http://schemas.openxmlformats.org/drawingml/2006/main" rotWithShape="1">
            <a:gsLst>
              <a:gs pos="0">
                <a:srgbClr val="080C18"/>
              </a:gs>
              <a:gs pos="100000">
                <a:srgbClr val="0C1224"/>
              </a:gs>
            </a:gsLst>
            <a:lin ang="16200000" scaled="1"/>
          </a:gra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Rectangle 2">
            <a:extLst xmlns:a="http://schemas.openxmlformats.org/drawingml/2006/main">
              <a:ext uri="{FF2B5EF4-FFF2-40B4-BE49-F238E27FC236}">
                <a16:creationId xmlns:a16="http://schemas.microsoft.com/office/drawing/2014/main" id="{8F98C4AB-39E2-4E9B-A6FB-308DE6A5DC39}"/>
              </a:ext>
            </a:extLst>
          </p:cNvPr>
          <p:cNvSpPr>
            <a:spLocks xmlns:a="http://schemas.openxmlformats.org/drawingml/2006/main" noGrp="1"/>
          </p:cNvSpPr>
          <p:nvPr/>
        </p:nvSpPr>
        <p:spPr>
          <a:xfrm xmlns:a="http://schemas.openxmlformats.org/drawingml/2006/main">
            <a:off x="0" y="0"/>
            <a:ext cx="12188952" cy="1188720"/>
          </a:xfrm>
          <a:prstGeom xmlns:a="http://schemas.openxmlformats.org/drawingml/2006/main" prst="rect">
            <a:avLst/>
          </a:prstGeom>
          <a:gradFill xmlns:a="http://schemas.openxmlformats.org/drawingml/2006/main" rotWithShape="1">
            <a:gsLst>
              <a:gs pos="0">
                <a:srgbClr val="080C18"/>
              </a:gs>
              <a:gs pos="100000">
                <a:srgbClr val="0F1932"/>
              </a:gs>
            </a:gsLst>
            <a:lin ang="0" scaled="1"/>
          </a:gra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 name="Rectangle 3">
            <a:extLst xmlns:a="http://schemas.openxmlformats.org/drawingml/2006/main">
              <a:ext uri="{FF2B5EF4-FFF2-40B4-BE49-F238E27FC236}">
                <a16:creationId xmlns:a16="http://schemas.microsoft.com/office/drawing/2014/main" id="{0E829628-706C-4FB6-A678-F4371A0AA0F9}"/>
              </a:ext>
            </a:extLst>
          </p:cNvPr>
          <p:cNvSpPr>
            <a:spLocks xmlns:a="http://schemas.openxmlformats.org/drawingml/2006/main" noGrp="1"/>
          </p:cNvSpPr>
          <p:nvPr/>
        </p:nvSpPr>
        <p:spPr>
          <a:xfrm xmlns:a="http://schemas.openxmlformats.org/drawingml/2006/main">
            <a:off x="0" y="1188720"/>
            <a:ext cx="12188952" cy="36576"/>
          </a:xfrm>
          <a:prstGeom xmlns:a="http://schemas.openxmlformats.org/drawingml/2006/main" prst="rect">
            <a:avLst/>
          </a:prstGeom>
          <a:solidFill xmlns:a="http://schemas.openxmlformats.org/drawingml/2006/main">
            <a:srgbClr val="00F0FF"/>
          </a:solidFill>
          <a:ln xmlns:a="http://schemas.openxmlformats.org/drawingml/2006/main">
            <a:noFill/>
          </a:ln>
          <a:effectLst xmlns:a="http://schemas.openxmlformats.org/drawingml/2006/main">
            <a:glow rad="76200">
              <a:srgbClr val="00F0FF">
                <a:alpha val="30000"/>
              </a:srgbClr>
            </a:glow>
          </a:effectLst>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5" name="TextBox 4">
            <a:extLst xmlns:a="http://schemas.openxmlformats.org/drawingml/2006/main">
              <a:ext uri="{FF2B5EF4-FFF2-40B4-BE49-F238E27FC236}">
                <a16:creationId xmlns:a16="http://schemas.microsoft.com/office/drawing/2014/main" id="{E51F2DF9-BCF7-4A70-92F1-CA5A71F8160C}"/>
              </a:ext>
            </a:extLst>
          </p:cNvPr>
          <p:cNvSpPr>
            <a:spLocks xmlns:a="http://schemas.openxmlformats.org/drawingml/2006/main" noGrp="1"/>
          </p:cNvSpPr>
          <p:nvPr/>
        </p:nvSpPr>
        <p:spPr>
          <a:xfrm xmlns:a="http://schemas.openxmlformats.org/drawingml/2006/main">
            <a:off x="548640" y="256032"/>
            <a:ext cx="11091672" cy="64008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defRPr sz="3400" b="1">
                <a:solidFill>
                  <a:srgbClr val="FFFFFF"/>
                </a:solidFill>
                <a:latin typeface="Segoe UI Semibold"/>
                <a:ea typeface="Segoe UI Semibold"/>
                <a:cs typeface="Segoe UI Semibold"/>
              </a:defRPr>
            </a:pPr>
            <a:r>
              <a:t>AI draft: order changes the answer</a:t>
            </a:r>
          </a:p>
        </p:txBody>
      </p:sp>
      <p:sp>
        <p:nvSpPr>
          <p:cNvPr id="6" name="TextBox 5">
            <a:extLst xmlns:a="http://schemas.openxmlformats.org/drawingml/2006/main">
              <a:ext uri="{FF2B5EF4-FFF2-40B4-BE49-F238E27FC236}">
                <a16:creationId xmlns:a16="http://schemas.microsoft.com/office/drawing/2014/main" id="{D27FC181-C267-44C5-A78B-FDC6F248755F}"/>
              </a:ext>
            </a:extLst>
          </p:cNvPr>
          <p:cNvSpPr>
            <a:spLocks xmlns:a="http://schemas.openxmlformats.org/drawingml/2006/main" noGrp="1"/>
          </p:cNvSpPr>
          <p:nvPr/>
        </p:nvSpPr>
        <p:spPr>
          <a:xfrm xmlns:a="http://schemas.openxmlformats.org/drawingml/2006/main">
            <a:off x="548640" y="804672"/>
            <a:ext cx="11091672" cy="36576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defRPr sz="1500" b="0">
                <a:solidFill>
                  <a:srgbClr val="00F0FF"/>
                </a:solidFill>
                <a:latin typeface="Segoe UI"/>
                <a:ea typeface="Segoe UI"/>
                <a:cs typeface="Segoe UI"/>
              </a:defRPr>
            </a:pPr>
            <a:r>
              <a:t>Code can run and still make the wrong decision</a:t>
            </a:r>
          </a:p>
        </p:txBody>
      </p:sp>
      <p:sp>
        <p:nvSpPr>
          <p:cNvPr id="7" name="Rounded Rectangle 6">
            <a:extLst xmlns:a="http://schemas.openxmlformats.org/drawingml/2006/main">
              <a:ext uri="{FF2B5EF4-FFF2-40B4-BE49-F238E27FC236}">
                <a16:creationId xmlns:a16="http://schemas.microsoft.com/office/drawing/2014/main" id="{4B63007D-8CF5-40AF-B2E8-7E9F0D0326D9}"/>
              </a:ext>
            </a:extLst>
          </p:cNvPr>
          <p:cNvSpPr>
            <a:spLocks xmlns:a="http://schemas.openxmlformats.org/drawingml/2006/main" noGrp="1"/>
          </p:cNvSpPr>
          <p:nvPr/>
        </p:nvSpPr>
        <p:spPr>
          <a:xfrm xmlns:a="http://schemas.openxmlformats.org/drawingml/2006/main">
            <a:off x="365760" y="1554480"/>
            <a:ext cx="2560320" cy="1463040"/>
          </a:xfrm>
          <a:prstGeom xmlns:a="http://schemas.openxmlformats.org/drawingml/2006/main" prst="roundRect">
            <a:avLst/>
          </a:prstGeom>
          <a:solidFill xmlns:a="http://schemas.openxmlformats.org/drawingml/2006/main">
            <a:srgbClr val="00F0FF">
              <a:alpha val="10000"/>
            </a:srgbClr>
          </a:solidFill>
          <a:ln xmlns:a="http://schemas.openxmlformats.org/drawingml/2006/main" w="19050">
            <a:solidFill>
              <a:srgbClr val="00F0FF"/>
            </a:solidFill>
          </a:ln>
          <a:effectLst xmlns:a="http://schemas.openxmlformats.org/drawingml/2006/main">
            <a:glow rad="101600">
              <a:srgbClr val="00F0FF">
                <a:alpha val="35000"/>
              </a:srgbClr>
            </a:glow>
          </a:effectLst>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8" name="TextBox 7">
            <a:extLst xmlns:a="http://schemas.openxmlformats.org/drawingml/2006/main">
              <a:ext uri="{FF2B5EF4-FFF2-40B4-BE49-F238E27FC236}">
                <a16:creationId xmlns:a16="http://schemas.microsoft.com/office/drawing/2014/main" id="{35F8B175-45CF-4C9C-9CD7-A31DC4A3442A}"/>
              </a:ext>
            </a:extLst>
          </p:cNvPr>
          <p:cNvSpPr>
            <a:spLocks xmlns:a="http://schemas.openxmlformats.org/drawingml/2006/main" noGrp="1"/>
          </p:cNvSpPr>
          <p:nvPr/>
        </p:nvSpPr>
        <p:spPr>
          <a:xfrm xmlns:a="http://schemas.openxmlformats.org/drawingml/2006/main">
            <a:off x="365760" y="1664208"/>
            <a:ext cx="2560320" cy="73152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ctr">
              <a:buNone/>
              <a:defRPr sz="4200" b="1">
                <a:solidFill>
                  <a:srgbClr val="00F0FF"/>
                </a:solidFill>
                <a:latin typeface="Segoe UI Semibold"/>
                <a:ea typeface="Segoe UI Semibold"/>
                <a:cs typeface="Segoe UI Semibold"/>
              </a:defRPr>
            </a:pPr>
            <a:r>
              <a:t>95</a:t>
            </a:r>
          </a:p>
        </p:txBody>
      </p:sp>
      <p:sp>
        <p:nvSpPr>
          <p:cNvPr id="9" name="TextBox 8">
            <a:extLst xmlns:a="http://schemas.openxmlformats.org/drawingml/2006/main">
              <a:ext uri="{FF2B5EF4-FFF2-40B4-BE49-F238E27FC236}">
                <a16:creationId xmlns:a16="http://schemas.microsoft.com/office/drawing/2014/main" id="{04892CB1-A93D-457A-9B9B-ED87CC58350D}"/>
              </a:ext>
            </a:extLst>
          </p:cNvPr>
          <p:cNvSpPr>
            <a:spLocks xmlns:a="http://schemas.openxmlformats.org/drawingml/2006/main" noGrp="1"/>
          </p:cNvSpPr>
          <p:nvPr/>
        </p:nvSpPr>
        <p:spPr>
          <a:xfrm xmlns:a="http://schemas.openxmlformats.org/drawingml/2006/main">
            <a:off x="365760" y="2377440"/>
            <a:ext cx="2560320" cy="45720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ctr">
              <a:buNone/>
              <a:defRPr sz="1200" b="0">
                <a:solidFill>
                  <a:srgbClr val="B4BED2"/>
                </a:solidFill>
                <a:latin typeface="Segoe UI"/>
                <a:ea typeface="Segoe UI"/>
                <a:cs typeface="Segoe UI"/>
              </a:defRPr>
            </a:pPr>
            <a:r>
              <a:t>test score</a:t>
            </a:r>
          </a:p>
        </p:txBody>
      </p:sp>
      <p:sp>
        <p:nvSpPr>
          <p:cNvPr id="10" name="Rounded Rectangle 9">
            <a:extLst xmlns:a="http://schemas.openxmlformats.org/drawingml/2006/main">
              <a:ext uri="{FF2B5EF4-FFF2-40B4-BE49-F238E27FC236}">
                <a16:creationId xmlns:a16="http://schemas.microsoft.com/office/drawing/2014/main" id="{7A8CC7D6-18C8-454A-9C03-6CE1884CCF10}"/>
              </a:ext>
            </a:extLst>
          </p:cNvPr>
          <p:cNvSpPr>
            <a:spLocks xmlns:a="http://schemas.openxmlformats.org/drawingml/2006/main" noGrp="1"/>
          </p:cNvSpPr>
          <p:nvPr/>
        </p:nvSpPr>
        <p:spPr>
          <a:xfrm xmlns:a="http://schemas.openxmlformats.org/drawingml/2006/main">
            <a:off x="3291840" y="1554480"/>
            <a:ext cx="2560320" cy="1463040"/>
          </a:xfrm>
          <a:prstGeom xmlns:a="http://schemas.openxmlformats.org/drawingml/2006/main" prst="roundRect">
            <a:avLst/>
          </a:prstGeom>
          <a:solidFill xmlns:a="http://schemas.openxmlformats.org/drawingml/2006/main">
            <a:srgbClr val="A050FF">
              <a:alpha val="10000"/>
            </a:srgbClr>
          </a:solidFill>
          <a:ln xmlns:a="http://schemas.openxmlformats.org/drawingml/2006/main" w="19050">
            <a:solidFill>
              <a:srgbClr val="A050FF"/>
            </a:solidFill>
          </a:ln>
          <a:effectLst xmlns:a="http://schemas.openxmlformats.org/drawingml/2006/main">
            <a:glow rad="101600">
              <a:srgbClr val="A050FF">
                <a:alpha val="35000"/>
              </a:srgbClr>
            </a:glow>
          </a:effectLst>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1" name="TextBox 10">
            <a:extLst xmlns:a="http://schemas.openxmlformats.org/drawingml/2006/main">
              <a:ext uri="{FF2B5EF4-FFF2-40B4-BE49-F238E27FC236}">
                <a16:creationId xmlns:a16="http://schemas.microsoft.com/office/drawing/2014/main" id="{77B33A71-D65C-4F82-A8CD-04CDC1095B91}"/>
              </a:ext>
            </a:extLst>
          </p:cNvPr>
          <p:cNvSpPr>
            <a:spLocks xmlns:a="http://schemas.openxmlformats.org/drawingml/2006/main" noGrp="1"/>
          </p:cNvSpPr>
          <p:nvPr/>
        </p:nvSpPr>
        <p:spPr>
          <a:xfrm xmlns:a="http://schemas.openxmlformats.org/drawingml/2006/main">
            <a:off x="3291840" y="1664208"/>
            <a:ext cx="2560320" cy="73152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ctr">
              <a:buNone/>
              <a:defRPr sz="4200" b="1">
                <a:solidFill>
                  <a:srgbClr val="A050FF"/>
                </a:solidFill>
                <a:latin typeface="Segoe UI Semibold"/>
                <a:ea typeface="Segoe UI Semibold"/>
                <a:cs typeface="Segoe UI Semibold"/>
              </a:defRPr>
            </a:pPr>
            <a:r>
              <a:t>1st</a:t>
            </a:r>
          </a:p>
        </p:txBody>
      </p:sp>
      <p:sp>
        <p:nvSpPr>
          <p:cNvPr id="12" name="TextBox 11">
            <a:extLst xmlns:a="http://schemas.openxmlformats.org/drawingml/2006/main">
              <a:ext uri="{FF2B5EF4-FFF2-40B4-BE49-F238E27FC236}">
                <a16:creationId xmlns:a16="http://schemas.microsoft.com/office/drawing/2014/main" id="{95297219-AFFF-410F-BE02-60ECB21EB4F8}"/>
              </a:ext>
            </a:extLst>
          </p:cNvPr>
          <p:cNvSpPr>
            <a:spLocks xmlns:a="http://schemas.openxmlformats.org/drawingml/2006/main" noGrp="1"/>
          </p:cNvSpPr>
          <p:nvPr/>
        </p:nvSpPr>
        <p:spPr>
          <a:xfrm xmlns:a="http://schemas.openxmlformats.org/drawingml/2006/main">
            <a:off x="3291840" y="2377440"/>
            <a:ext cx="2560320" cy="45720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ctr">
              <a:buNone/>
              <a:defRPr sz="1200" b="0">
                <a:solidFill>
                  <a:srgbClr val="B4BED2"/>
                </a:solidFill>
                <a:latin typeface="Segoe UI"/>
                <a:ea typeface="Segoe UI"/>
                <a:cs typeface="Segoe UI"/>
              </a:defRPr>
            </a:pPr>
            <a:r>
              <a:t>true branch</a:t>
            </a:r>
          </a:p>
        </p:txBody>
      </p:sp>
      <p:sp>
        <p:nvSpPr>
          <p:cNvPr id="13" name="Rounded Rectangle 12">
            <a:extLst xmlns:a="http://schemas.openxmlformats.org/drawingml/2006/main">
              <a:ext uri="{FF2B5EF4-FFF2-40B4-BE49-F238E27FC236}">
                <a16:creationId xmlns:a16="http://schemas.microsoft.com/office/drawing/2014/main" id="{1EF8D3C1-007E-4145-A70D-44417CFC9361}"/>
              </a:ext>
            </a:extLst>
          </p:cNvPr>
          <p:cNvSpPr>
            <a:spLocks xmlns:a="http://schemas.openxmlformats.org/drawingml/2006/main" noGrp="1"/>
          </p:cNvSpPr>
          <p:nvPr/>
        </p:nvSpPr>
        <p:spPr>
          <a:xfrm xmlns:a="http://schemas.openxmlformats.org/drawingml/2006/main">
            <a:off x="6217920" y="1554480"/>
            <a:ext cx="2560320" cy="1463040"/>
          </a:xfrm>
          <a:prstGeom xmlns:a="http://schemas.openxmlformats.org/drawingml/2006/main" prst="roundRect">
            <a:avLst/>
          </a:prstGeom>
          <a:solidFill xmlns:a="http://schemas.openxmlformats.org/drawingml/2006/main">
            <a:srgbClr val="00FF8C">
              <a:alpha val="10000"/>
            </a:srgbClr>
          </a:solidFill>
          <a:ln xmlns:a="http://schemas.openxmlformats.org/drawingml/2006/main" w="19050">
            <a:solidFill>
              <a:srgbClr val="00FF8C"/>
            </a:solidFill>
          </a:ln>
          <a:effectLst xmlns:a="http://schemas.openxmlformats.org/drawingml/2006/main">
            <a:glow rad="101600">
              <a:srgbClr val="00FF8C">
                <a:alpha val="35000"/>
              </a:srgbClr>
            </a:glow>
          </a:effectLst>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4" name="TextBox 13">
            <a:extLst xmlns:a="http://schemas.openxmlformats.org/drawingml/2006/main">
              <a:ext uri="{FF2B5EF4-FFF2-40B4-BE49-F238E27FC236}">
                <a16:creationId xmlns:a16="http://schemas.microsoft.com/office/drawing/2014/main" id="{98DA04DE-AAA3-47FD-829C-A35CFE784B49}"/>
              </a:ext>
            </a:extLst>
          </p:cNvPr>
          <p:cNvSpPr>
            <a:spLocks xmlns:a="http://schemas.openxmlformats.org/drawingml/2006/main" noGrp="1"/>
          </p:cNvSpPr>
          <p:nvPr/>
        </p:nvSpPr>
        <p:spPr>
          <a:xfrm xmlns:a="http://schemas.openxmlformats.org/drawingml/2006/main">
            <a:off x="6217920" y="1664208"/>
            <a:ext cx="2560320" cy="73152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ctr">
              <a:buNone/>
              <a:defRPr sz="4200" b="1">
                <a:solidFill>
                  <a:srgbClr val="00FF8C"/>
                </a:solidFill>
                <a:latin typeface="Segoe UI Semibold"/>
                <a:ea typeface="Segoe UI Semibold"/>
                <a:cs typeface="Segoe UI Semibold"/>
              </a:defRPr>
            </a:pPr>
            <a:r>
              <a:t>&gt;= 50</a:t>
            </a:r>
          </a:p>
        </p:txBody>
      </p:sp>
      <p:sp>
        <p:nvSpPr>
          <p:cNvPr id="15" name="TextBox 14">
            <a:extLst xmlns:a="http://schemas.openxmlformats.org/drawingml/2006/main">
              <a:ext uri="{FF2B5EF4-FFF2-40B4-BE49-F238E27FC236}">
                <a16:creationId xmlns:a16="http://schemas.microsoft.com/office/drawing/2014/main" id="{3E05CB16-FE04-4425-A536-9375B603DD56}"/>
              </a:ext>
            </a:extLst>
          </p:cNvPr>
          <p:cNvSpPr>
            <a:spLocks xmlns:a="http://schemas.openxmlformats.org/drawingml/2006/main" noGrp="1"/>
          </p:cNvSpPr>
          <p:nvPr/>
        </p:nvSpPr>
        <p:spPr>
          <a:xfrm xmlns:a="http://schemas.openxmlformats.org/drawingml/2006/main">
            <a:off x="6217920" y="2377440"/>
            <a:ext cx="2560320" cy="45720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ctr">
              <a:buNone/>
              <a:defRPr sz="1200" b="0">
                <a:solidFill>
                  <a:srgbClr val="B4BED2"/>
                </a:solidFill>
                <a:latin typeface="Segoe UI"/>
                <a:ea typeface="Segoe UI"/>
                <a:cs typeface="Segoe UI"/>
              </a:defRPr>
            </a:pPr>
            <a:r>
              <a:t>too broad first</a:t>
            </a:r>
          </a:p>
        </p:txBody>
      </p:sp>
      <p:sp>
        <p:nvSpPr>
          <p:cNvPr id="16" name="Rounded Rectangle 15">
            <a:extLst xmlns:a="http://schemas.openxmlformats.org/drawingml/2006/main">
              <a:ext uri="{FF2B5EF4-FFF2-40B4-BE49-F238E27FC236}">
                <a16:creationId xmlns:a16="http://schemas.microsoft.com/office/drawing/2014/main" id="{5E795CAF-2819-4E02-A6A3-AB2EA32870E2}"/>
              </a:ext>
            </a:extLst>
          </p:cNvPr>
          <p:cNvSpPr>
            <a:spLocks xmlns:a="http://schemas.openxmlformats.org/drawingml/2006/main" noGrp="1"/>
          </p:cNvSpPr>
          <p:nvPr/>
        </p:nvSpPr>
        <p:spPr>
          <a:xfrm xmlns:a="http://schemas.openxmlformats.org/drawingml/2006/main">
            <a:off x="9144000" y="1554480"/>
            <a:ext cx="2560320" cy="1463040"/>
          </a:xfrm>
          <a:prstGeom xmlns:a="http://schemas.openxmlformats.org/drawingml/2006/main" prst="roundRect">
            <a:avLst/>
          </a:prstGeom>
          <a:solidFill xmlns:a="http://schemas.openxmlformats.org/drawingml/2006/main">
            <a:srgbClr val="FFA014">
              <a:alpha val="10000"/>
            </a:srgbClr>
          </a:solidFill>
          <a:ln xmlns:a="http://schemas.openxmlformats.org/drawingml/2006/main" w="19050">
            <a:solidFill>
              <a:srgbClr val="FFA014"/>
            </a:solidFill>
          </a:ln>
          <a:effectLst xmlns:a="http://schemas.openxmlformats.org/drawingml/2006/main">
            <a:glow rad="101600">
              <a:srgbClr val="FFA014">
                <a:alpha val="35000"/>
              </a:srgbClr>
            </a:glow>
          </a:effectLst>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7" name="TextBox 16">
            <a:extLst xmlns:a="http://schemas.openxmlformats.org/drawingml/2006/main">
              <a:ext uri="{FF2B5EF4-FFF2-40B4-BE49-F238E27FC236}">
                <a16:creationId xmlns:a16="http://schemas.microsoft.com/office/drawing/2014/main" id="{006B8B80-0ADE-42D3-879A-CBF760EDB2FA}"/>
              </a:ext>
            </a:extLst>
          </p:cNvPr>
          <p:cNvSpPr>
            <a:spLocks xmlns:a="http://schemas.openxmlformats.org/drawingml/2006/main" noGrp="1"/>
          </p:cNvSpPr>
          <p:nvPr/>
        </p:nvSpPr>
        <p:spPr>
          <a:xfrm xmlns:a="http://schemas.openxmlformats.org/drawingml/2006/main">
            <a:off x="9144000" y="1664208"/>
            <a:ext cx="2560320" cy="73152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ctr">
              <a:buNone/>
              <a:defRPr sz="4200" b="1">
                <a:solidFill>
                  <a:srgbClr val="FFA014"/>
                </a:solidFill>
                <a:latin typeface="Segoe UI Semibold"/>
                <a:ea typeface="Segoe UI Semibold"/>
                <a:cs typeface="Segoe UI Semibold"/>
              </a:defRPr>
            </a:pPr>
            <a:r>
              <a:t>Explorer</a:t>
            </a:r>
          </a:p>
        </p:txBody>
      </p:sp>
      <p:sp>
        <p:nvSpPr>
          <p:cNvPr id="18" name="TextBox 17">
            <a:extLst xmlns:a="http://schemas.openxmlformats.org/drawingml/2006/main">
              <a:ext uri="{FF2B5EF4-FFF2-40B4-BE49-F238E27FC236}">
                <a16:creationId xmlns:a16="http://schemas.microsoft.com/office/drawing/2014/main" id="{63C89B66-3984-4E37-BC28-8D407E7E8563}"/>
              </a:ext>
            </a:extLst>
          </p:cNvPr>
          <p:cNvSpPr>
            <a:spLocks xmlns:a="http://schemas.openxmlformats.org/drawingml/2006/main" noGrp="1"/>
          </p:cNvSpPr>
          <p:nvPr/>
        </p:nvSpPr>
        <p:spPr>
          <a:xfrm xmlns:a="http://schemas.openxmlformats.org/drawingml/2006/main">
            <a:off x="9144000" y="2377440"/>
            <a:ext cx="2560320" cy="45720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ctr">
              <a:buNone/>
              <a:defRPr sz="1200" b="0">
                <a:solidFill>
                  <a:srgbClr val="B4BED2"/>
                </a:solidFill>
                <a:latin typeface="Segoe UI"/>
                <a:ea typeface="Segoe UI"/>
                <a:cs typeface="Segoe UI"/>
              </a:defRPr>
            </a:pPr>
            <a:r>
              <a:t>wrong result</a:t>
            </a:r>
          </a:p>
        </p:txBody>
      </p:sp>
      <p:sp>
        <p:nvSpPr>
          <p:cNvPr id="19" name="Rounded Rectangle 18">
            <a:extLst xmlns:a="http://schemas.openxmlformats.org/drawingml/2006/main">
              <a:ext uri="{FF2B5EF4-FFF2-40B4-BE49-F238E27FC236}">
                <a16:creationId xmlns:a16="http://schemas.microsoft.com/office/drawing/2014/main" id="{99C820B9-DAFF-40C8-923C-672DC8EA0F48}"/>
              </a:ext>
            </a:extLst>
          </p:cNvPr>
          <p:cNvSpPr>
            <a:spLocks xmlns:a="http://schemas.openxmlformats.org/drawingml/2006/main" noGrp="1"/>
          </p:cNvSpPr>
          <p:nvPr/>
        </p:nvSpPr>
        <p:spPr>
          <a:xfrm xmlns:a="http://schemas.openxmlformats.org/drawingml/2006/main">
            <a:off x="365760" y="3474720"/>
            <a:ext cx="5577840" cy="2926080"/>
          </a:xfrm>
          <a:prstGeom xmlns:a="http://schemas.openxmlformats.org/drawingml/2006/main" prst="roundRect">
            <a:avLst/>
          </a:prstGeom>
          <a:solidFill xmlns:a="http://schemas.openxmlformats.org/drawingml/2006/main">
            <a:srgbClr val="00FF8C">
              <a:alpha val="5000"/>
            </a:srgbClr>
          </a:solidFill>
          <a:ln xmlns:a="http://schemas.openxmlformats.org/drawingml/2006/main" w="19050">
            <a:solidFill>
              <a:srgbClr val="00FF8C"/>
            </a:solidFill>
          </a:ln>
          <a:effectLst xmlns:a="http://schemas.openxmlformats.org/drawingml/2006/main">
            <a:glow rad="76200">
              <a:srgbClr val="00FF8C">
                <a:alpha val="35000"/>
              </a:srgbClr>
            </a:glow>
          </a:effectLst>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20" name="TextBox 19">
            <a:extLst xmlns:a="http://schemas.openxmlformats.org/drawingml/2006/main">
              <a:ext uri="{FF2B5EF4-FFF2-40B4-BE49-F238E27FC236}">
                <a16:creationId xmlns:a16="http://schemas.microsoft.com/office/drawing/2014/main" id="{F83355D3-12BB-479F-B0F1-602CCB52B677}"/>
              </a:ext>
            </a:extLst>
          </p:cNvPr>
          <p:cNvSpPr>
            <a:spLocks xmlns:a="http://schemas.openxmlformats.org/drawingml/2006/main" noGrp="1"/>
          </p:cNvSpPr>
          <p:nvPr/>
        </p:nvSpPr>
        <p:spPr>
          <a:xfrm xmlns:a="http://schemas.openxmlformats.org/drawingml/2006/main">
            <a:off x="548640" y="3611880"/>
            <a:ext cx="5212080" cy="42672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ctr">
              <a:buNone/>
              <a:defRPr sz="2200" b="1">
                <a:solidFill>
                  <a:srgbClr val="00FF8C"/>
                </a:solidFill>
                <a:latin typeface="Segoe UI"/>
                <a:ea typeface="Segoe UI"/>
                <a:cs typeface="Segoe UI"/>
              </a:defRPr>
            </a:pPr>
            <a:r>
              <a:t>WRONG ORDER</a:t>
            </a:r>
          </a:p>
        </p:txBody>
      </p:sp>
      <p:sp>
        <p:nvSpPr>
          <p:cNvPr id="21" name="TextBox 20">
            <a:extLst xmlns:a="http://schemas.openxmlformats.org/drawingml/2006/main">
              <a:ext uri="{FF2B5EF4-FFF2-40B4-BE49-F238E27FC236}">
                <a16:creationId xmlns:a16="http://schemas.microsoft.com/office/drawing/2014/main" id="{DF661DD5-7120-45D9-9F22-EC7BF6FBDDCC}"/>
              </a:ext>
            </a:extLst>
          </p:cNvPr>
          <p:cNvSpPr>
            <a:spLocks xmlns:a="http://schemas.openxmlformats.org/drawingml/2006/main" noGrp="1"/>
          </p:cNvSpPr>
          <p:nvPr/>
        </p:nvSpPr>
        <p:spPr>
          <a:xfrm xmlns:a="http://schemas.openxmlformats.org/drawingml/2006/main">
            <a:off x="731520" y="4160520"/>
            <a:ext cx="4846320" cy="32004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defRPr sz="1400" b="0">
                <a:solidFill>
                  <a:srgbClr val="E6EBF5"/>
                </a:solidFill>
                <a:latin typeface="Segoe UI"/>
                <a:ea typeface="Segoe UI"/>
                <a:cs typeface="Segoe UI"/>
              </a:defRPr>
            </a:pPr>
            <a:r>
              <a:t>if (score &gt;= 50)</a:t>
            </a:r>
          </a:p>
        </p:txBody>
      </p:sp>
      <p:sp>
        <p:nvSpPr>
          <p:cNvPr id="22" name="TextBox 21">
            <a:extLst xmlns:a="http://schemas.openxmlformats.org/drawingml/2006/main">
              <a:ext uri="{FF2B5EF4-FFF2-40B4-BE49-F238E27FC236}">
                <a16:creationId xmlns:a16="http://schemas.microsoft.com/office/drawing/2014/main" id="{479810CD-6EA4-47B9-AA07-ADAFB6CE4326}"/>
              </a:ext>
            </a:extLst>
          </p:cNvPr>
          <p:cNvSpPr>
            <a:spLocks xmlns:a="http://schemas.openxmlformats.org/drawingml/2006/main" noGrp="1"/>
          </p:cNvSpPr>
          <p:nvPr/>
        </p:nvSpPr>
        <p:spPr>
          <a:xfrm xmlns:a="http://schemas.openxmlformats.org/drawingml/2006/main">
            <a:off x="731520" y="4572000"/>
            <a:ext cx="4846320" cy="32004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defRPr sz="1400" b="0">
                <a:solidFill>
                  <a:srgbClr val="E6EBF5"/>
                </a:solidFill>
                <a:latin typeface="Segoe UI"/>
                <a:ea typeface="Segoe UI"/>
                <a:cs typeface="Segoe UI"/>
              </a:defRPr>
            </a:pPr>
            <a:r>
              <a:t>else if (score &gt;= 70)</a:t>
            </a:r>
          </a:p>
        </p:txBody>
      </p:sp>
      <p:sp>
        <p:nvSpPr>
          <p:cNvPr id="23" name="TextBox 22">
            <a:extLst xmlns:a="http://schemas.openxmlformats.org/drawingml/2006/main">
              <a:ext uri="{FF2B5EF4-FFF2-40B4-BE49-F238E27FC236}">
                <a16:creationId xmlns:a16="http://schemas.microsoft.com/office/drawing/2014/main" id="{1526A837-1650-44D8-9628-7D358ED8EF47}"/>
              </a:ext>
            </a:extLst>
          </p:cNvPr>
          <p:cNvSpPr>
            <a:spLocks xmlns:a="http://schemas.openxmlformats.org/drawingml/2006/main" noGrp="1"/>
          </p:cNvSpPr>
          <p:nvPr/>
        </p:nvSpPr>
        <p:spPr>
          <a:xfrm xmlns:a="http://schemas.openxmlformats.org/drawingml/2006/main">
            <a:off x="731520" y="4983480"/>
            <a:ext cx="4846320" cy="32004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defRPr sz="1400" b="0">
                <a:solidFill>
                  <a:srgbClr val="E6EBF5"/>
                </a:solidFill>
                <a:latin typeface="Segoe UI"/>
                <a:ea typeface="Segoe UI"/>
                <a:cs typeface="Segoe UI"/>
              </a:defRPr>
            </a:pPr>
            <a:r>
              <a:t>else if (score &gt;= 90)</a:t>
            </a:r>
          </a:p>
        </p:txBody>
      </p:sp>
      <p:sp>
        <p:nvSpPr>
          <p:cNvPr id="24" name="TextBox 23">
            <a:extLst xmlns:a="http://schemas.openxmlformats.org/drawingml/2006/main">
              <a:ext uri="{FF2B5EF4-FFF2-40B4-BE49-F238E27FC236}">
                <a16:creationId xmlns:a16="http://schemas.microsoft.com/office/drawing/2014/main" id="{818F7799-0444-4288-B021-C7F5E31D7E8B}"/>
              </a:ext>
            </a:extLst>
          </p:cNvPr>
          <p:cNvSpPr>
            <a:spLocks xmlns:a="http://schemas.openxmlformats.org/drawingml/2006/main" noGrp="1"/>
          </p:cNvSpPr>
          <p:nvPr/>
        </p:nvSpPr>
        <p:spPr>
          <a:xfrm xmlns:a="http://schemas.openxmlformats.org/drawingml/2006/main">
            <a:off x="731520" y="5394960"/>
            <a:ext cx="4846320" cy="32004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defRPr sz="1400" b="0">
                <a:solidFill>
                  <a:srgbClr val="E6EBF5"/>
                </a:solidFill>
                <a:latin typeface="Segoe UI"/>
                <a:ea typeface="Segoe UI"/>
                <a:cs typeface="Segoe UI"/>
              </a:defRPr>
            </a:pPr>
            <a:r>
              <a:t>95 stops at Explorer</a:t>
            </a:r>
          </a:p>
        </p:txBody>
      </p:sp>
      <p:sp>
        <p:nvSpPr>
          <p:cNvPr id="25" name="Rounded Rectangle 24">
            <a:extLst xmlns:a="http://schemas.openxmlformats.org/drawingml/2006/main">
              <a:ext uri="{FF2B5EF4-FFF2-40B4-BE49-F238E27FC236}">
                <a16:creationId xmlns:a16="http://schemas.microsoft.com/office/drawing/2014/main" id="{1914882A-4B2F-4EB3-BE06-B11F56B25B3E}"/>
              </a:ext>
            </a:extLst>
          </p:cNvPr>
          <p:cNvSpPr>
            <a:spLocks xmlns:a="http://schemas.openxmlformats.org/drawingml/2006/main" noGrp="1"/>
          </p:cNvSpPr>
          <p:nvPr/>
        </p:nvSpPr>
        <p:spPr>
          <a:xfrm xmlns:a="http://schemas.openxmlformats.org/drawingml/2006/main">
            <a:off x="6245352" y="3474720"/>
            <a:ext cx="5577840" cy="2926080"/>
          </a:xfrm>
          <a:prstGeom xmlns:a="http://schemas.openxmlformats.org/drawingml/2006/main" prst="roundRect">
            <a:avLst/>
          </a:prstGeom>
          <a:solidFill xmlns:a="http://schemas.openxmlformats.org/drawingml/2006/main">
            <a:srgbClr val="FF3C50">
              <a:alpha val="5000"/>
            </a:srgbClr>
          </a:solidFill>
          <a:ln xmlns:a="http://schemas.openxmlformats.org/drawingml/2006/main" w="19050">
            <a:solidFill>
              <a:srgbClr val="FF3C50"/>
            </a:solidFill>
          </a:ln>
          <a:effectLst xmlns:a="http://schemas.openxmlformats.org/drawingml/2006/main">
            <a:glow rad="76200">
              <a:srgbClr val="FF3C50">
                <a:alpha val="35000"/>
              </a:srgbClr>
            </a:glow>
          </a:effectLst>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26" name="TextBox 25">
            <a:extLst xmlns:a="http://schemas.openxmlformats.org/drawingml/2006/main">
              <a:ext uri="{FF2B5EF4-FFF2-40B4-BE49-F238E27FC236}">
                <a16:creationId xmlns:a16="http://schemas.microsoft.com/office/drawing/2014/main" id="{CF5AB2E4-F59F-4F26-AFD2-51B04681350A}"/>
              </a:ext>
            </a:extLst>
          </p:cNvPr>
          <p:cNvSpPr>
            <a:spLocks xmlns:a="http://schemas.openxmlformats.org/drawingml/2006/main" noGrp="1"/>
          </p:cNvSpPr>
          <p:nvPr/>
        </p:nvSpPr>
        <p:spPr>
          <a:xfrm xmlns:a="http://schemas.openxmlformats.org/drawingml/2006/main">
            <a:off x="6428232" y="3611880"/>
            <a:ext cx="5212080" cy="42672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ctr">
              <a:buNone/>
              <a:defRPr sz="2200" b="1">
                <a:solidFill>
                  <a:srgbClr val="FF3C50"/>
                </a:solidFill>
                <a:latin typeface="Segoe UI"/>
                <a:ea typeface="Segoe UI"/>
                <a:cs typeface="Segoe UI"/>
              </a:defRPr>
            </a:pPr>
            <a:r>
              <a:t>CORRECT ORDER</a:t>
            </a:r>
          </a:p>
        </p:txBody>
      </p:sp>
      <p:sp>
        <p:nvSpPr>
          <p:cNvPr id="27" name="TextBox 26">
            <a:extLst xmlns:a="http://schemas.openxmlformats.org/drawingml/2006/main">
              <a:ext uri="{FF2B5EF4-FFF2-40B4-BE49-F238E27FC236}">
                <a16:creationId xmlns:a16="http://schemas.microsoft.com/office/drawing/2014/main" id="{3D4198B5-5AED-467E-B4B4-2C8D35D71A87}"/>
              </a:ext>
            </a:extLst>
          </p:cNvPr>
          <p:cNvSpPr>
            <a:spLocks xmlns:a="http://schemas.openxmlformats.org/drawingml/2006/main" noGrp="1"/>
          </p:cNvSpPr>
          <p:nvPr/>
        </p:nvSpPr>
        <p:spPr>
          <a:xfrm xmlns:a="http://schemas.openxmlformats.org/drawingml/2006/main">
            <a:off x="6611112" y="4160520"/>
            <a:ext cx="4846320" cy="32004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defRPr sz="1400" b="0">
                <a:solidFill>
                  <a:srgbClr val="E6EBF5"/>
                </a:solidFill>
                <a:latin typeface="Segoe UI"/>
                <a:ea typeface="Segoe UI"/>
                <a:cs typeface="Segoe UI"/>
              </a:defRPr>
            </a:pPr>
            <a:r>
              <a:t>if (score &gt;= 90)</a:t>
            </a:r>
          </a:p>
        </p:txBody>
      </p:sp>
      <p:sp>
        <p:nvSpPr>
          <p:cNvPr id="28" name="TextBox 27">
            <a:extLst xmlns:a="http://schemas.openxmlformats.org/drawingml/2006/main">
              <a:ext uri="{FF2B5EF4-FFF2-40B4-BE49-F238E27FC236}">
                <a16:creationId xmlns:a16="http://schemas.microsoft.com/office/drawing/2014/main" id="{6862DCA9-EB44-48AE-BC19-ECA5BB55D25B}"/>
              </a:ext>
            </a:extLst>
          </p:cNvPr>
          <p:cNvSpPr>
            <a:spLocks xmlns:a="http://schemas.openxmlformats.org/drawingml/2006/main" noGrp="1"/>
          </p:cNvSpPr>
          <p:nvPr/>
        </p:nvSpPr>
        <p:spPr>
          <a:xfrm xmlns:a="http://schemas.openxmlformats.org/drawingml/2006/main">
            <a:off x="6611112" y="4572000"/>
            <a:ext cx="4846320" cy="32004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defRPr sz="1400" b="0">
                <a:solidFill>
                  <a:srgbClr val="E6EBF5"/>
                </a:solidFill>
                <a:latin typeface="Segoe UI"/>
                <a:ea typeface="Segoe UI"/>
                <a:cs typeface="Segoe UI"/>
              </a:defRPr>
            </a:pPr>
            <a:r>
              <a:t>else if (score &gt;= 70)</a:t>
            </a:r>
          </a:p>
        </p:txBody>
      </p:sp>
      <p:sp>
        <p:nvSpPr>
          <p:cNvPr id="29" name="TextBox 28">
            <a:extLst xmlns:a="http://schemas.openxmlformats.org/drawingml/2006/main">
              <a:ext uri="{FF2B5EF4-FFF2-40B4-BE49-F238E27FC236}">
                <a16:creationId xmlns:a16="http://schemas.microsoft.com/office/drawing/2014/main" id="{D960EAF6-8335-438A-AADC-9EAE17F4FC4C}"/>
              </a:ext>
            </a:extLst>
          </p:cNvPr>
          <p:cNvSpPr>
            <a:spLocks xmlns:a="http://schemas.openxmlformats.org/drawingml/2006/main" noGrp="1"/>
          </p:cNvSpPr>
          <p:nvPr/>
        </p:nvSpPr>
        <p:spPr>
          <a:xfrm xmlns:a="http://schemas.openxmlformats.org/drawingml/2006/main">
            <a:off x="6611112" y="4983480"/>
            <a:ext cx="4846320" cy="32004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defRPr sz="1400" b="0">
                <a:solidFill>
                  <a:srgbClr val="E6EBF5"/>
                </a:solidFill>
                <a:latin typeface="Segoe UI"/>
                <a:ea typeface="Segoe UI"/>
                <a:cs typeface="Segoe UI"/>
              </a:defRPr>
            </a:pPr>
            <a:r>
              <a:t>else if (score &gt;= 50)</a:t>
            </a:r>
          </a:p>
        </p:txBody>
      </p:sp>
      <p:sp>
        <p:nvSpPr>
          <p:cNvPr id="30" name="TextBox 29">
            <a:extLst xmlns:a="http://schemas.openxmlformats.org/drawingml/2006/main">
              <a:ext uri="{FF2B5EF4-FFF2-40B4-BE49-F238E27FC236}">
                <a16:creationId xmlns:a16="http://schemas.microsoft.com/office/drawing/2014/main" id="{A91DD5DF-C4C3-468A-A15D-08C5C0F27A0A}"/>
              </a:ext>
            </a:extLst>
          </p:cNvPr>
          <p:cNvSpPr>
            <a:spLocks xmlns:a="http://schemas.openxmlformats.org/drawingml/2006/main" noGrp="1"/>
          </p:cNvSpPr>
          <p:nvPr/>
        </p:nvSpPr>
        <p:spPr>
          <a:xfrm xmlns:a="http://schemas.openxmlformats.org/drawingml/2006/main">
            <a:off x="6611112" y="5394960"/>
            <a:ext cx="4846320" cy="32004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defRPr sz="1400" b="0">
                <a:solidFill>
                  <a:srgbClr val="E6EBF5"/>
                </a:solidFill>
                <a:latin typeface="Segoe UI"/>
                <a:ea typeface="Segoe UI"/>
                <a:cs typeface="Segoe UI"/>
              </a:defRPr>
            </a:pPr>
            <a:r>
              <a:t>95 reaches Legendary</a:t>
            </a:r>
          </a:p>
        </p:txBody>
      </p:sp>
    </p:spTree>
    <p:extLst>
      <p:ext uri="{BB962C8B-B14F-4D97-AF65-F5344CB8AC3E}">
        <p14:creationId xmlns:p14="http://schemas.microsoft.com/office/powerpoint/2010/main" val="1702376285"/>
      </p:ext>
    </p:extLst>
  </p:cSld>
</p:sld>
</file>

<file path=ppt/slides/slide17.xml><?xml version="1.0" encoding="utf-8"?>
<p:sld xmlns:p="http://schemas.openxmlformats.org/presentationml/2006/main">
  <p:cSld>
    <p:spTree>
      <p:nvGrpSpPr>
        <p:cNvPr id="1" name=""/>
        <p:cNvGrpSpPr/>
        <p:nvPr/>
      </p:nvGrpSpPr>
      <p:grpSpPr>
        <a:xfrm xmlns:a="http://schemas.openxmlformats.org/drawingml/2006/main"/>
      </p:grpSpPr>
      <p:sp>
        <p:nvSpPr>
          <p:cNvPr id="2" name="Rectangle 1">
            <a:extLst xmlns:a="http://schemas.openxmlformats.org/drawingml/2006/main">
              <a:ext uri="{FF2B5EF4-FFF2-40B4-BE49-F238E27FC236}">
                <a16:creationId xmlns:a16="http://schemas.microsoft.com/office/drawing/2014/main" id="{BD50E669-B974-42D4-B6CF-68A560586D1D}"/>
              </a:ext>
            </a:extLst>
          </p:cNvPr>
          <p:cNvSpPr>
            <a:spLocks xmlns:a="http://schemas.openxmlformats.org/drawingml/2006/main" noGrp="1"/>
          </p:cNvSpPr>
          <p:nvPr/>
        </p:nvSpPr>
        <p:spPr>
          <a:xfrm xmlns:a="http://schemas.openxmlformats.org/drawingml/2006/main">
            <a:off x="0" y="0"/>
            <a:ext cx="12188952" cy="6858000"/>
          </a:xfrm>
          <a:prstGeom xmlns:a="http://schemas.openxmlformats.org/drawingml/2006/main" prst="rect">
            <a:avLst/>
          </a:prstGeom>
          <a:gradFill xmlns:a="http://schemas.openxmlformats.org/drawingml/2006/main" rotWithShape="1">
            <a:gsLst>
              <a:gs pos="0">
                <a:srgbClr val="080C18"/>
              </a:gs>
              <a:gs pos="100000">
                <a:srgbClr val="0C1224"/>
              </a:gs>
            </a:gsLst>
            <a:lin ang="16200000" scaled="1"/>
          </a:gra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Rectangle 2">
            <a:extLst xmlns:a="http://schemas.openxmlformats.org/drawingml/2006/main">
              <a:ext uri="{FF2B5EF4-FFF2-40B4-BE49-F238E27FC236}">
                <a16:creationId xmlns:a16="http://schemas.microsoft.com/office/drawing/2014/main" id="{8F98C4AB-39E2-4E9B-A6FB-308DE6A5DC39}"/>
              </a:ext>
            </a:extLst>
          </p:cNvPr>
          <p:cNvSpPr>
            <a:spLocks xmlns:a="http://schemas.openxmlformats.org/drawingml/2006/main" noGrp="1"/>
          </p:cNvSpPr>
          <p:nvPr/>
        </p:nvSpPr>
        <p:spPr>
          <a:xfrm xmlns:a="http://schemas.openxmlformats.org/drawingml/2006/main">
            <a:off x="0" y="0"/>
            <a:ext cx="12188952" cy="1188720"/>
          </a:xfrm>
          <a:prstGeom xmlns:a="http://schemas.openxmlformats.org/drawingml/2006/main" prst="rect">
            <a:avLst/>
          </a:prstGeom>
          <a:gradFill xmlns:a="http://schemas.openxmlformats.org/drawingml/2006/main" rotWithShape="1">
            <a:gsLst>
              <a:gs pos="0">
                <a:srgbClr val="080C18"/>
              </a:gs>
              <a:gs pos="100000">
                <a:srgbClr val="0F1932"/>
              </a:gs>
            </a:gsLst>
            <a:lin ang="0" scaled="1"/>
          </a:gra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 name="Rectangle 3">
            <a:extLst xmlns:a="http://schemas.openxmlformats.org/drawingml/2006/main">
              <a:ext uri="{FF2B5EF4-FFF2-40B4-BE49-F238E27FC236}">
                <a16:creationId xmlns:a16="http://schemas.microsoft.com/office/drawing/2014/main" id="{0E829628-706C-4FB6-A678-F4371A0AA0F9}"/>
              </a:ext>
            </a:extLst>
          </p:cNvPr>
          <p:cNvSpPr>
            <a:spLocks xmlns:a="http://schemas.openxmlformats.org/drawingml/2006/main" noGrp="1"/>
          </p:cNvSpPr>
          <p:nvPr/>
        </p:nvSpPr>
        <p:spPr>
          <a:xfrm xmlns:a="http://schemas.openxmlformats.org/drawingml/2006/main">
            <a:off x="0" y="1188720"/>
            <a:ext cx="12188952" cy="36576"/>
          </a:xfrm>
          <a:prstGeom xmlns:a="http://schemas.openxmlformats.org/drawingml/2006/main" prst="rect">
            <a:avLst/>
          </a:prstGeom>
          <a:solidFill xmlns:a="http://schemas.openxmlformats.org/drawingml/2006/main">
            <a:srgbClr val="00F0FF"/>
          </a:solidFill>
          <a:ln xmlns:a="http://schemas.openxmlformats.org/drawingml/2006/main">
            <a:noFill/>
          </a:ln>
          <a:effectLst xmlns:a="http://schemas.openxmlformats.org/drawingml/2006/main">
            <a:glow rad="76200">
              <a:srgbClr val="00F0FF">
                <a:alpha val="30000"/>
              </a:srgbClr>
            </a:glow>
          </a:effectLst>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5" name="TextBox 4">
            <a:extLst xmlns:a="http://schemas.openxmlformats.org/drawingml/2006/main">
              <a:ext uri="{FF2B5EF4-FFF2-40B4-BE49-F238E27FC236}">
                <a16:creationId xmlns:a16="http://schemas.microsoft.com/office/drawing/2014/main" id="{E51F2DF9-BCF7-4A70-92F1-CA5A71F8160C}"/>
              </a:ext>
            </a:extLst>
          </p:cNvPr>
          <p:cNvSpPr>
            <a:spLocks xmlns:a="http://schemas.openxmlformats.org/drawingml/2006/main" noGrp="1"/>
          </p:cNvSpPr>
          <p:nvPr/>
        </p:nvSpPr>
        <p:spPr>
          <a:xfrm xmlns:a="http://schemas.openxmlformats.org/drawingml/2006/main">
            <a:off x="548640" y="256032"/>
            <a:ext cx="11091672" cy="64008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defRPr sz="3400" b="1">
                <a:solidFill>
                  <a:srgbClr val="FFFFFF"/>
                </a:solidFill>
                <a:latin typeface="Segoe UI Semibold"/>
                <a:ea typeface="Segoe UI Semibold"/>
                <a:cs typeface="Segoe UI Semibold"/>
              </a:defRPr>
            </a:pPr>
            <a:r>
              <a:t>Homework builds your local workspace</a:t>
            </a:r>
          </a:p>
        </p:txBody>
      </p:sp>
      <p:sp>
        <p:nvSpPr>
          <p:cNvPr id="6" name="TextBox 5">
            <a:extLst xmlns:a="http://schemas.openxmlformats.org/drawingml/2006/main">
              <a:ext uri="{FF2B5EF4-FFF2-40B4-BE49-F238E27FC236}">
                <a16:creationId xmlns:a16="http://schemas.microsoft.com/office/drawing/2014/main" id="{D27FC181-C267-44C5-A78B-FDC6F248755F}"/>
              </a:ext>
            </a:extLst>
          </p:cNvPr>
          <p:cNvSpPr>
            <a:spLocks xmlns:a="http://schemas.openxmlformats.org/drawingml/2006/main" noGrp="1"/>
          </p:cNvSpPr>
          <p:nvPr/>
        </p:nvSpPr>
        <p:spPr>
          <a:xfrm xmlns:a="http://schemas.openxmlformats.org/drawingml/2006/main">
            <a:off x="548640" y="804672"/>
            <a:ext cx="11091672" cy="36576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defRPr sz="1500" b="0">
                <a:solidFill>
                  <a:srgbClr val="00F0FF"/>
                </a:solidFill>
                <a:latin typeface="Segoe UI"/>
                <a:ea typeface="Segoe UI"/>
                <a:cs typeface="Segoe UI"/>
              </a:defRPr>
            </a:pPr>
            <a:r>
              <a:t>Choose one guide; ask for help instead of guessing</a:t>
            </a:r>
          </a:p>
        </p:txBody>
      </p:sp>
      <p:sp>
        <p:nvSpPr>
          <p:cNvPr id="7" name="Rounded Rectangle 6">
            <a:extLst xmlns:a="http://schemas.openxmlformats.org/drawingml/2006/main">
              <a:ext uri="{FF2B5EF4-FFF2-40B4-BE49-F238E27FC236}">
                <a16:creationId xmlns:a16="http://schemas.microsoft.com/office/drawing/2014/main" id="{4B63007D-8CF5-40AF-B2E8-7E9F0D0326D9}"/>
              </a:ext>
            </a:extLst>
          </p:cNvPr>
          <p:cNvSpPr>
            <a:spLocks xmlns:a="http://schemas.openxmlformats.org/drawingml/2006/main" noGrp="1"/>
          </p:cNvSpPr>
          <p:nvPr/>
        </p:nvSpPr>
        <p:spPr>
          <a:xfrm xmlns:a="http://schemas.openxmlformats.org/drawingml/2006/main">
            <a:off x="365760" y="1554480"/>
            <a:ext cx="2560320" cy="1463040"/>
          </a:xfrm>
          <a:prstGeom xmlns:a="http://schemas.openxmlformats.org/drawingml/2006/main" prst="roundRect">
            <a:avLst/>
          </a:prstGeom>
          <a:solidFill xmlns:a="http://schemas.openxmlformats.org/drawingml/2006/main">
            <a:srgbClr val="00F0FF">
              <a:alpha val="10000"/>
            </a:srgbClr>
          </a:solidFill>
          <a:ln xmlns:a="http://schemas.openxmlformats.org/drawingml/2006/main" w="19050">
            <a:solidFill>
              <a:srgbClr val="00F0FF"/>
            </a:solidFill>
          </a:ln>
          <a:effectLst xmlns:a="http://schemas.openxmlformats.org/drawingml/2006/main">
            <a:glow rad="101600">
              <a:srgbClr val="00F0FF">
                <a:alpha val="35000"/>
              </a:srgbClr>
            </a:glow>
          </a:effectLst>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8" name="TextBox 7">
            <a:extLst xmlns:a="http://schemas.openxmlformats.org/drawingml/2006/main">
              <a:ext uri="{FF2B5EF4-FFF2-40B4-BE49-F238E27FC236}">
                <a16:creationId xmlns:a16="http://schemas.microsoft.com/office/drawing/2014/main" id="{35F8B175-45CF-4C9C-9CD7-A31DC4A3442A}"/>
              </a:ext>
            </a:extLst>
          </p:cNvPr>
          <p:cNvSpPr>
            <a:spLocks xmlns:a="http://schemas.openxmlformats.org/drawingml/2006/main" noGrp="1"/>
          </p:cNvSpPr>
          <p:nvPr/>
        </p:nvSpPr>
        <p:spPr>
          <a:xfrm xmlns:a="http://schemas.openxmlformats.org/drawingml/2006/main">
            <a:off x="365760" y="1664208"/>
            <a:ext cx="2560320" cy="73152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ctr">
              <a:buNone/>
              <a:defRPr sz="4200" b="1">
                <a:solidFill>
                  <a:srgbClr val="00F0FF"/>
                </a:solidFill>
                <a:latin typeface="Segoe UI Semibold"/>
                <a:ea typeface="Segoe UI Semibold"/>
                <a:cs typeface="Segoe UI Semibold"/>
              </a:defRPr>
            </a:pPr>
            <a:r>
              <a:t>Windows</a:t>
            </a:r>
          </a:p>
        </p:txBody>
      </p:sp>
      <p:sp>
        <p:nvSpPr>
          <p:cNvPr id="9" name="TextBox 8">
            <a:extLst xmlns:a="http://schemas.openxmlformats.org/drawingml/2006/main">
              <a:ext uri="{FF2B5EF4-FFF2-40B4-BE49-F238E27FC236}">
                <a16:creationId xmlns:a16="http://schemas.microsoft.com/office/drawing/2014/main" id="{04892CB1-A93D-457A-9B9B-ED87CC58350D}"/>
              </a:ext>
            </a:extLst>
          </p:cNvPr>
          <p:cNvSpPr>
            <a:spLocks xmlns:a="http://schemas.openxmlformats.org/drawingml/2006/main" noGrp="1"/>
          </p:cNvSpPr>
          <p:nvPr/>
        </p:nvSpPr>
        <p:spPr>
          <a:xfrm xmlns:a="http://schemas.openxmlformats.org/drawingml/2006/main">
            <a:off x="365760" y="2377440"/>
            <a:ext cx="2560320" cy="45720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ctr">
              <a:buNone/>
              <a:defRPr sz="1200" b="0">
                <a:solidFill>
                  <a:srgbClr val="B4BED2"/>
                </a:solidFill>
                <a:latin typeface="Segoe UI"/>
                <a:ea typeface="Segoe UI"/>
                <a:cs typeface="Segoe UI"/>
              </a:defRPr>
            </a:pPr>
            <a:r>
              <a:t>User guide</a:t>
            </a:r>
          </a:p>
        </p:txBody>
      </p:sp>
      <p:sp>
        <p:nvSpPr>
          <p:cNvPr id="10" name="Rounded Rectangle 9">
            <a:extLst xmlns:a="http://schemas.openxmlformats.org/drawingml/2006/main">
              <a:ext uri="{FF2B5EF4-FFF2-40B4-BE49-F238E27FC236}">
                <a16:creationId xmlns:a16="http://schemas.microsoft.com/office/drawing/2014/main" id="{7A8CC7D6-18C8-454A-9C03-6CE1884CCF10}"/>
              </a:ext>
            </a:extLst>
          </p:cNvPr>
          <p:cNvSpPr>
            <a:spLocks xmlns:a="http://schemas.openxmlformats.org/drawingml/2006/main" noGrp="1"/>
          </p:cNvSpPr>
          <p:nvPr/>
        </p:nvSpPr>
        <p:spPr>
          <a:xfrm xmlns:a="http://schemas.openxmlformats.org/drawingml/2006/main">
            <a:off x="3291840" y="1554480"/>
            <a:ext cx="2560320" cy="1463040"/>
          </a:xfrm>
          <a:prstGeom xmlns:a="http://schemas.openxmlformats.org/drawingml/2006/main" prst="roundRect">
            <a:avLst/>
          </a:prstGeom>
          <a:solidFill xmlns:a="http://schemas.openxmlformats.org/drawingml/2006/main">
            <a:srgbClr val="A050FF">
              <a:alpha val="10000"/>
            </a:srgbClr>
          </a:solidFill>
          <a:ln xmlns:a="http://schemas.openxmlformats.org/drawingml/2006/main" w="19050">
            <a:solidFill>
              <a:srgbClr val="A050FF"/>
            </a:solidFill>
          </a:ln>
          <a:effectLst xmlns:a="http://schemas.openxmlformats.org/drawingml/2006/main">
            <a:glow rad="101600">
              <a:srgbClr val="A050FF">
                <a:alpha val="35000"/>
              </a:srgbClr>
            </a:glow>
          </a:effectLst>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1" name="TextBox 10">
            <a:extLst xmlns:a="http://schemas.openxmlformats.org/drawingml/2006/main">
              <a:ext uri="{FF2B5EF4-FFF2-40B4-BE49-F238E27FC236}">
                <a16:creationId xmlns:a16="http://schemas.microsoft.com/office/drawing/2014/main" id="{77B33A71-D65C-4F82-A8CD-04CDC1095B91}"/>
              </a:ext>
            </a:extLst>
          </p:cNvPr>
          <p:cNvSpPr>
            <a:spLocks xmlns:a="http://schemas.openxmlformats.org/drawingml/2006/main" noGrp="1"/>
          </p:cNvSpPr>
          <p:nvPr/>
        </p:nvSpPr>
        <p:spPr>
          <a:xfrm xmlns:a="http://schemas.openxmlformats.org/drawingml/2006/main">
            <a:off x="3291840" y="1664208"/>
            <a:ext cx="2560320" cy="73152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ctr">
              <a:buNone/>
              <a:defRPr sz="4200" b="1">
                <a:solidFill>
                  <a:srgbClr val="A050FF"/>
                </a:solidFill>
                <a:latin typeface="Segoe UI Semibold"/>
                <a:ea typeface="Segoe UI Semibold"/>
                <a:cs typeface="Segoe UI Semibold"/>
              </a:defRPr>
            </a:pPr>
            <a:r>
              <a:t>macOS</a:t>
            </a:r>
          </a:p>
        </p:txBody>
      </p:sp>
      <p:sp>
        <p:nvSpPr>
          <p:cNvPr id="12" name="TextBox 11">
            <a:extLst xmlns:a="http://schemas.openxmlformats.org/drawingml/2006/main">
              <a:ext uri="{FF2B5EF4-FFF2-40B4-BE49-F238E27FC236}">
                <a16:creationId xmlns:a16="http://schemas.microsoft.com/office/drawing/2014/main" id="{95297219-AFFF-410F-BE02-60ECB21EB4F8}"/>
              </a:ext>
            </a:extLst>
          </p:cNvPr>
          <p:cNvSpPr>
            <a:spLocks xmlns:a="http://schemas.openxmlformats.org/drawingml/2006/main" noGrp="1"/>
          </p:cNvSpPr>
          <p:nvPr/>
        </p:nvSpPr>
        <p:spPr>
          <a:xfrm xmlns:a="http://schemas.openxmlformats.org/drawingml/2006/main">
            <a:off x="3291840" y="2377440"/>
            <a:ext cx="2560320" cy="45720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ctr">
              <a:buNone/>
              <a:defRPr sz="1200" b="0">
                <a:solidFill>
                  <a:srgbClr val="B4BED2"/>
                </a:solidFill>
                <a:latin typeface="Segoe UI"/>
                <a:ea typeface="Segoe UI"/>
                <a:cs typeface="Segoe UI"/>
              </a:defRPr>
            </a:pPr>
            <a:r>
              <a:t>Mac guide</a:t>
            </a:r>
          </a:p>
        </p:txBody>
      </p:sp>
      <p:sp>
        <p:nvSpPr>
          <p:cNvPr id="13" name="Rounded Rectangle 12">
            <a:extLst xmlns:a="http://schemas.openxmlformats.org/drawingml/2006/main">
              <a:ext uri="{FF2B5EF4-FFF2-40B4-BE49-F238E27FC236}">
                <a16:creationId xmlns:a16="http://schemas.microsoft.com/office/drawing/2014/main" id="{1EF8D3C1-007E-4145-A70D-44417CFC9361}"/>
              </a:ext>
            </a:extLst>
          </p:cNvPr>
          <p:cNvSpPr>
            <a:spLocks xmlns:a="http://schemas.openxmlformats.org/drawingml/2006/main" noGrp="1"/>
          </p:cNvSpPr>
          <p:nvPr/>
        </p:nvSpPr>
        <p:spPr>
          <a:xfrm xmlns:a="http://schemas.openxmlformats.org/drawingml/2006/main">
            <a:off x="6217920" y="1554480"/>
            <a:ext cx="2560320" cy="1463040"/>
          </a:xfrm>
          <a:prstGeom xmlns:a="http://schemas.openxmlformats.org/drawingml/2006/main" prst="roundRect">
            <a:avLst/>
          </a:prstGeom>
          <a:solidFill xmlns:a="http://schemas.openxmlformats.org/drawingml/2006/main">
            <a:srgbClr val="00FF8C">
              <a:alpha val="10000"/>
            </a:srgbClr>
          </a:solidFill>
          <a:ln xmlns:a="http://schemas.openxmlformats.org/drawingml/2006/main" w="19050">
            <a:solidFill>
              <a:srgbClr val="00FF8C"/>
            </a:solidFill>
          </a:ln>
          <a:effectLst xmlns:a="http://schemas.openxmlformats.org/drawingml/2006/main">
            <a:glow rad="101600">
              <a:srgbClr val="00FF8C">
                <a:alpha val="35000"/>
              </a:srgbClr>
            </a:glow>
          </a:effectLst>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4" name="TextBox 13">
            <a:extLst xmlns:a="http://schemas.openxmlformats.org/drawingml/2006/main">
              <a:ext uri="{FF2B5EF4-FFF2-40B4-BE49-F238E27FC236}">
                <a16:creationId xmlns:a16="http://schemas.microsoft.com/office/drawing/2014/main" id="{98DA04DE-AAA3-47FD-829C-A35CFE784B49}"/>
              </a:ext>
            </a:extLst>
          </p:cNvPr>
          <p:cNvSpPr>
            <a:spLocks xmlns:a="http://schemas.openxmlformats.org/drawingml/2006/main" noGrp="1"/>
          </p:cNvSpPr>
          <p:nvPr/>
        </p:nvSpPr>
        <p:spPr>
          <a:xfrm xmlns:a="http://schemas.openxmlformats.org/drawingml/2006/main">
            <a:off x="6217920" y="1664208"/>
            <a:ext cx="2560320" cy="73152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ctr">
              <a:buNone/>
              <a:defRPr sz="4200" b="1">
                <a:solidFill>
                  <a:srgbClr val="00FF8C"/>
                </a:solidFill>
                <a:latin typeface="Segoe UI Semibold"/>
                <a:ea typeface="Segoe UI Semibold"/>
                <a:cs typeface="Segoe UI Semibold"/>
              </a:defRPr>
            </a:pPr>
            <a:r>
              <a:t>3 tools</a:t>
            </a:r>
          </a:p>
        </p:txBody>
      </p:sp>
      <p:sp>
        <p:nvSpPr>
          <p:cNvPr id="15" name="TextBox 14">
            <a:extLst xmlns:a="http://schemas.openxmlformats.org/drawingml/2006/main">
              <a:ext uri="{FF2B5EF4-FFF2-40B4-BE49-F238E27FC236}">
                <a16:creationId xmlns:a16="http://schemas.microsoft.com/office/drawing/2014/main" id="{3E05CB16-FE04-4425-A536-9375B603DD56}"/>
              </a:ext>
            </a:extLst>
          </p:cNvPr>
          <p:cNvSpPr>
            <a:spLocks xmlns:a="http://schemas.openxmlformats.org/drawingml/2006/main" noGrp="1"/>
          </p:cNvSpPr>
          <p:nvPr/>
        </p:nvSpPr>
        <p:spPr>
          <a:xfrm xmlns:a="http://schemas.openxmlformats.org/drawingml/2006/main">
            <a:off x="6217920" y="2377440"/>
            <a:ext cx="2560320" cy="45720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ctr">
              <a:buNone/>
              <a:defRPr sz="1200" b="0">
                <a:solidFill>
                  <a:srgbClr val="B4BED2"/>
                </a:solidFill>
                <a:latin typeface="Segoe UI"/>
                <a:ea typeface="Segoe UI"/>
                <a:cs typeface="Segoe UI"/>
              </a:defRPr>
            </a:pPr>
            <a:r>
              <a:t>VS Code + Node + TS</a:t>
            </a:r>
          </a:p>
        </p:txBody>
      </p:sp>
      <p:sp>
        <p:nvSpPr>
          <p:cNvPr id="16" name="Rounded Rectangle 15">
            <a:extLst xmlns:a="http://schemas.openxmlformats.org/drawingml/2006/main">
              <a:ext uri="{FF2B5EF4-FFF2-40B4-BE49-F238E27FC236}">
                <a16:creationId xmlns:a16="http://schemas.microsoft.com/office/drawing/2014/main" id="{5E795CAF-2819-4E02-A6A3-AB2EA32870E2}"/>
              </a:ext>
            </a:extLst>
          </p:cNvPr>
          <p:cNvSpPr>
            <a:spLocks xmlns:a="http://schemas.openxmlformats.org/drawingml/2006/main" noGrp="1"/>
          </p:cNvSpPr>
          <p:nvPr/>
        </p:nvSpPr>
        <p:spPr>
          <a:xfrm xmlns:a="http://schemas.openxmlformats.org/drawingml/2006/main">
            <a:off x="9144000" y="1554480"/>
            <a:ext cx="2560320" cy="1463040"/>
          </a:xfrm>
          <a:prstGeom xmlns:a="http://schemas.openxmlformats.org/drawingml/2006/main" prst="roundRect">
            <a:avLst/>
          </a:prstGeom>
          <a:solidFill xmlns:a="http://schemas.openxmlformats.org/drawingml/2006/main">
            <a:srgbClr val="FFA014">
              <a:alpha val="10000"/>
            </a:srgbClr>
          </a:solidFill>
          <a:ln xmlns:a="http://schemas.openxmlformats.org/drawingml/2006/main" w="19050">
            <a:solidFill>
              <a:srgbClr val="FFA014"/>
            </a:solidFill>
          </a:ln>
          <a:effectLst xmlns:a="http://schemas.openxmlformats.org/drawingml/2006/main">
            <a:glow rad="101600">
              <a:srgbClr val="FFA014">
                <a:alpha val="35000"/>
              </a:srgbClr>
            </a:glow>
          </a:effectLst>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7" name="TextBox 16">
            <a:extLst xmlns:a="http://schemas.openxmlformats.org/drawingml/2006/main">
              <a:ext uri="{FF2B5EF4-FFF2-40B4-BE49-F238E27FC236}">
                <a16:creationId xmlns:a16="http://schemas.microsoft.com/office/drawing/2014/main" id="{006B8B80-0ADE-42D3-879A-CBF760EDB2FA}"/>
              </a:ext>
            </a:extLst>
          </p:cNvPr>
          <p:cNvSpPr>
            <a:spLocks xmlns:a="http://schemas.openxmlformats.org/drawingml/2006/main" noGrp="1"/>
          </p:cNvSpPr>
          <p:nvPr/>
        </p:nvSpPr>
        <p:spPr>
          <a:xfrm xmlns:a="http://schemas.openxmlformats.org/drawingml/2006/main">
            <a:off x="9144000" y="1664208"/>
            <a:ext cx="2560320" cy="73152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ctr">
              <a:buNone/>
              <a:defRPr sz="4200" b="1">
                <a:solidFill>
                  <a:srgbClr val="FFA014"/>
                </a:solidFill>
                <a:latin typeface="Segoe UI Semibold"/>
                <a:ea typeface="Segoe UI Semibold"/>
                <a:cs typeface="Segoe UI Semibold"/>
              </a:defRPr>
            </a:pPr>
            <a:r>
              <a:t>4:30</a:t>
            </a:r>
          </a:p>
        </p:txBody>
      </p:sp>
      <p:sp>
        <p:nvSpPr>
          <p:cNvPr id="18" name="TextBox 17">
            <a:extLst xmlns:a="http://schemas.openxmlformats.org/drawingml/2006/main">
              <a:ext uri="{FF2B5EF4-FFF2-40B4-BE49-F238E27FC236}">
                <a16:creationId xmlns:a16="http://schemas.microsoft.com/office/drawing/2014/main" id="{63C89B66-3984-4E37-BC28-8D407E7E8563}"/>
              </a:ext>
            </a:extLst>
          </p:cNvPr>
          <p:cNvSpPr>
            <a:spLocks xmlns:a="http://schemas.openxmlformats.org/drawingml/2006/main" noGrp="1"/>
          </p:cNvSpPr>
          <p:nvPr/>
        </p:nvSpPr>
        <p:spPr>
          <a:xfrm xmlns:a="http://schemas.openxmlformats.org/drawingml/2006/main">
            <a:off x="9144000" y="2377440"/>
            <a:ext cx="2560320" cy="45720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ctr">
              <a:buNone/>
              <a:defRPr sz="1200" b="0">
                <a:solidFill>
                  <a:srgbClr val="B4BED2"/>
                </a:solidFill>
                <a:latin typeface="Segoe UI"/>
                <a:ea typeface="Segoe UI"/>
                <a:cs typeface="Segoe UI"/>
              </a:defRPr>
            </a:pPr>
            <a:r>
              <a:t>Hangout help</a:t>
            </a:r>
          </a:p>
        </p:txBody>
      </p:sp>
      <p:sp>
        <p:nvSpPr>
          <p:cNvPr id="19" name="Rounded Rectangle 18">
            <a:extLst xmlns:a="http://schemas.openxmlformats.org/drawingml/2006/main">
              <a:ext uri="{FF2B5EF4-FFF2-40B4-BE49-F238E27FC236}">
                <a16:creationId xmlns:a16="http://schemas.microsoft.com/office/drawing/2014/main" id="{99C820B9-DAFF-40C8-923C-672DC8EA0F48}"/>
              </a:ext>
            </a:extLst>
          </p:cNvPr>
          <p:cNvSpPr>
            <a:spLocks xmlns:a="http://schemas.openxmlformats.org/drawingml/2006/main" noGrp="1"/>
          </p:cNvSpPr>
          <p:nvPr/>
        </p:nvSpPr>
        <p:spPr>
          <a:xfrm xmlns:a="http://schemas.openxmlformats.org/drawingml/2006/main">
            <a:off x="365760" y="3474720"/>
            <a:ext cx="5577840" cy="2926080"/>
          </a:xfrm>
          <a:prstGeom xmlns:a="http://schemas.openxmlformats.org/drawingml/2006/main" prst="roundRect">
            <a:avLst/>
          </a:prstGeom>
          <a:solidFill xmlns:a="http://schemas.openxmlformats.org/drawingml/2006/main">
            <a:srgbClr val="00FF8C">
              <a:alpha val="5000"/>
            </a:srgbClr>
          </a:solidFill>
          <a:ln xmlns:a="http://schemas.openxmlformats.org/drawingml/2006/main" w="19050">
            <a:solidFill>
              <a:srgbClr val="00FF8C"/>
            </a:solidFill>
          </a:ln>
          <a:effectLst xmlns:a="http://schemas.openxmlformats.org/drawingml/2006/main">
            <a:glow rad="76200">
              <a:srgbClr val="00FF8C">
                <a:alpha val="35000"/>
              </a:srgbClr>
            </a:glow>
          </a:effectLst>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20" name="TextBox 19">
            <a:extLst xmlns:a="http://schemas.openxmlformats.org/drawingml/2006/main">
              <a:ext uri="{FF2B5EF4-FFF2-40B4-BE49-F238E27FC236}">
                <a16:creationId xmlns:a16="http://schemas.microsoft.com/office/drawing/2014/main" id="{F83355D3-12BB-479F-B0F1-602CCB52B677}"/>
              </a:ext>
            </a:extLst>
          </p:cNvPr>
          <p:cNvSpPr>
            <a:spLocks xmlns:a="http://schemas.openxmlformats.org/drawingml/2006/main" noGrp="1"/>
          </p:cNvSpPr>
          <p:nvPr/>
        </p:nvSpPr>
        <p:spPr>
          <a:xfrm xmlns:a="http://schemas.openxmlformats.org/drawingml/2006/main">
            <a:off x="548640" y="3611880"/>
            <a:ext cx="5212080" cy="42672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ctr">
              <a:buNone/>
              <a:defRPr sz="2200" b="1">
                <a:solidFill>
                  <a:srgbClr val="00FF8C"/>
                </a:solidFill>
                <a:latin typeface="Segoe UI"/>
                <a:ea typeface="Segoe UI"/>
                <a:cs typeface="Segoe UI"/>
              </a:defRPr>
            </a:pPr>
            <a:r>
              <a:t>DO</a:t>
            </a:r>
          </a:p>
        </p:txBody>
      </p:sp>
      <p:sp>
        <p:nvSpPr>
          <p:cNvPr id="21" name="TextBox 20">
            <a:extLst xmlns:a="http://schemas.openxmlformats.org/drawingml/2006/main">
              <a:ext uri="{FF2B5EF4-FFF2-40B4-BE49-F238E27FC236}">
                <a16:creationId xmlns:a16="http://schemas.microsoft.com/office/drawing/2014/main" id="{DF661DD5-7120-45D9-9F22-EC7BF6FBDDCC}"/>
              </a:ext>
            </a:extLst>
          </p:cNvPr>
          <p:cNvSpPr>
            <a:spLocks xmlns:a="http://schemas.openxmlformats.org/drawingml/2006/main" noGrp="1"/>
          </p:cNvSpPr>
          <p:nvPr/>
        </p:nvSpPr>
        <p:spPr>
          <a:xfrm xmlns:a="http://schemas.openxmlformats.org/drawingml/2006/main">
            <a:off x="731520" y="4160520"/>
            <a:ext cx="4846320" cy="32004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defRPr sz="1400" b="0">
                <a:solidFill>
                  <a:srgbClr val="E6EBF5"/>
                </a:solidFill>
                <a:latin typeface="Segoe UI"/>
                <a:ea typeface="Segoe UI"/>
                <a:cs typeface="Segoe UI"/>
              </a:defRPr>
            </a:pPr>
            <a:r>
              <a:t>Use the official links</a:t>
            </a:r>
          </a:p>
        </p:txBody>
      </p:sp>
      <p:sp>
        <p:nvSpPr>
          <p:cNvPr id="22" name="TextBox 21">
            <a:extLst xmlns:a="http://schemas.openxmlformats.org/drawingml/2006/main">
              <a:ext uri="{FF2B5EF4-FFF2-40B4-BE49-F238E27FC236}">
                <a16:creationId xmlns:a16="http://schemas.microsoft.com/office/drawing/2014/main" id="{479810CD-6EA4-47B9-AA07-ADAFB6CE4326}"/>
              </a:ext>
            </a:extLst>
          </p:cNvPr>
          <p:cNvSpPr>
            <a:spLocks xmlns:a="http://schemas.openxmlformats.org/drawingml/2006/main" noGrp="1"/>
          </p:cNvSpPr>
          <p:nvPr/>
        </p:nvSpPr>
        <p:spPr>
          <a:xfrm xmlns:a="http://schemas.openxmlformats.org/drawingml/2006/main">
            <a:off x="731520" y="4572000"/>
            <a:ext cx="4846320" cy="32004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defRPr sz="1400" b="0">
                <a:solidFill>
                  <a:srgbClr val="E6EBF5"/>
                </a:solidFill>
                <a:latin typeface="Segoe UI"/>
                <a:ea typeface="Segoe UI"/>
                <a:cs typeface="Segoe UI"/>
              </a:defRPr>
            </a:pPr>
            <a:r>
              <a:t>Choose Node.js LTS</a:t>
            </a:r>
          </a:p>
        </p:txBody>
      </p:sp>
      <p:sp>
        <p:nvSpPr>
          <p:cNvPr id="23" name="TextBox 22">
            <a:extLst xmlns:a="http://schemas.openxmlformats.org/drawingml/2006/main">
              <a:ext uri="{FF2B5EF4-FFF2-40B4-BE49-F238E27FC236}">
                <a16:creationId xmlns:a16="http://schemas.microsoft.com/office/drawing/2014/main" id="{1526A837-1650-44D8-9628-7D358ED8EF47}"/>
              </a:ext>
            </a:extLst>
          </p:cNvPr>
          <p:cNvSpPr>
            <a:spLocks xmlns:a="http://schemas.openxmlformats.org/drawingml/2006/main" noGrp="1"/>
          </p:cNvSpPr>
          <p:nvPr/>
        </p:nvSpPr>
        <p:spPr>
          <a:xfrm xmlns:a="http://schemas.openxmlformats.org/drawingml/2006/main">
            <a:off x="731520" y="4983480"/>
            <a:ext cx="4846320" cy="32004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defRPr sz="1400" b="0">
                <a:solidFill>
                  <a:srgbClr val="E6EBF5"/>
                </a:solidFill>
                <a:latin typeface="Segoe UI"/>
                <a:ea typeface="Segoe UI"/>
                <a:cs typeface="Segoe UI"/>
              </a:defRPr>
            </a:pPr>
            <a:r>
              <a:t>Record every version</a:t>
            </a:r>
          </a:p>
        </p:txBody>
      </p:sp>
      <p:sp>
        <p:nvSpPr>
          <p:cNvPr id="24" name="TextBox 23">
            <a:extLst xmlns:a="http://schemas.openxmlformats.org/drawingml/2006/main">
              <a:ext uri="{FF2B5EF4-FFF2-40B4-BE49-F238E27FC236}">
                <a16:creationId xmlns:a16="http://schemas.microsoft.com/office/drawing/2014/main" id="{818F7799-0444-4288-B021-C7F5E31D7E8B}"/>
              </a:ext>
            </a:extLst>
          </p:cNvPr>
          <p:cNvSpPr>
            <a:spLocks xmlns:a="http://schemas.openxmlformats.org/drawingml/2006/main" noGrp="1"/>
          </p:cNvSpPr>
          <p:nvPr/>
        </p:nvSpPr>
        <p:spPr>
          <a:xfrm xmlns:a="http://schemas.openxmlformats.org/drawingml/2006/main">
            <a:off x="731520" y="5394960"/>
            <a:ext cx="4846320" cy="32004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defRPr sz="1400" b="0">
                <a:solidFill>
                  <a:srgbClr val="E6EBF5"/>
                </a:solidFill>
                <a:latin typeface="Segoe UI"/>
                <a:ea typeface="Segoe UI"/>
                <a:cs typeface="Segoe UI"/>
              </a:defRPr>
            </a:pPr>
            <a:r>
              <a:t>Save exact error messages</a:t>
            </a:r>
          </a:p>
        </p:txBody>
      </p:sp>
      <p:sp>
        <p:nvSpPr>
          <p:cNvPr id="25" name="Rounded Rectangle 24">
            <a:extLst xmlns:a="http://schemas.openxmlformats.org/drawingml/2006/main">
              <a:ext uri="{FF2B5EF4-FFF2-40B4-BE49-F238E27FC236}">
                <a16:creationId xmlns:a16="http://schemas.microsoft.com/office/drawing/2014/main" id="{1914882A-4B2F-4EB3-BE06-B11F56B25B3E}"/>
              </a:ext>
            </a:extLst>
          </p:cNvPr>
          <p:cNvSpPr>
            <a:spLocks xmlns:a="http://schemas.openxmlformats.org/drawingml/2006/main" noGrp="1"/>
          </p:cNvSpPr>
          <p:nvPr/>
        </p:nvSpPr>
        <p:spPr>
          <a:xfrm xmlns:a="http://schemas.openxmlformats.org/drawingml/2006/main">
            <a:off x="6245352" y="3474720"/>
            <a:ext cx="5577840" cy="2926080"/>
          </a:xfrm>
          <a:prstGeom xmlns:a="http://schemas.openxmlformats.org/drawingml/2006/main" prst="roundRect">
            <a:avLst/>
          </a:prstGeom>
          <a:solidFill xmlns:a="http://schemas.openxmlformats.org/drawingml/2006/main">
            <a:srgbClr val="FF3C50">
              <a:alpha val="5000"/>
            </a:srgbClr>
          </a:solidFill>
          <a:ln xmlns:a="http://schemas.openxmlformats.org/drawingml/2006/main" w="19050">
            <a:solidFill>
              <a:srgbClr val="FF3C50"/>
            </a:solidFill>
          </a:ln>
          <a:effectLst xmlns:a="http://schemas.openxmlformats.org/drawingml/2006/main">
            <a:glow rad="76200">
              <a:srgbClr val="FF3C50">
                <a:alpha val="35000"/>
              </a:srgbClr>
            </a:glow>
          </a:effectLst>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26" name="TextBox 25">
            <a:extLst xmlns:a="http://schemas.openxmlformats.org/drawingml/2006/main">
              <a:ext uri="{FF2B5EF4-FFF2-40B4-BE49-F238E27FC236}">
                <a16:creationId xmlns:a16="http://schemas.microsoft.com/office/drawing/2014/main" id="{CF5AB2E4-F59F-4F26-AFD2-51B04681350A}"/>
              </a:ext>
            </a:extLst>
          </p:cNvPr>
          <p:cNvSpPr>
            <a:spLocks xmlns:a="http://schemas.openxmlformats.org/drawingml/2006/main" noGrp="1"/>
          </p:cNvSpPr>
          <p:nvPr/>
        </p:nvSpPr>
        <p:spPr>
          <a:xfrm xmlns:a="http://schemas.openxmlformats.org/drawingml/2006/main">
            <a:off x="6428232" y="3611880"/>
            <a:ext cx="5212080" cy="42672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ctr">
              <a:buNone/>
              <a:defRPr sz="2200" b="1">
                <a:solidFill>
                  <a:srgbClr val="FF3C50"/>
                </a:solidFill>
                <a:latin typeface="Segoe UI"/>
                <a:ea typeface="Segoe UI"/>
                <a:cs typeface="Segoe UI"/>
              </a:defRPr>
            </a:pPr>
            <a:r>
              <a:t>STOP AND ASK</a:t>
            </a:r>
          </a:p>
        </p:txBody>
      </p:sp>
      <p:sp>
        <p:nvSpPr>
          <p:cNvPr id="27" name="TextBox 26">
            <a:extLst xmlns:a="http://schemas.openxmlformats.org/drawingml/2006/main">
              <a:ext uri="{FF2B5EF4-FFF2-40B4-BE49-F238E27FC236}">
                <a16:creationId xmlns:a16="http://schemas.microsoft.com/office/drawing/2014/main" id="{3D4198B5-5AED-467E-B4B4-2C8D35D71A87}"/>
              </a:ext>
            </a:extLst>
          </p:cNvPr>
          <p:cNvSpPr>
            <a:spLocks xmlns:a="http://schemas.openxmlformats.org/drawingml/2006/main" noGrp="1"/>
          </p:cNvSpPr>
          <p:nvPr/>
        </p:nvSpPr>
        <p:spPr>
          <a:xfrm xmlns:a="http://schemas.openxmlformats.org/drawingml/2006/main">
            <a:off x="6611112" y="4160520"/>
            <a:ext cx="4846320" cy="32004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defRPr sz="1400" b="0">
                <a:solidFill>
                  <a:srgbClr val="E6EBF5"/>
                </a:solidFill>
                <a:latin typeface="Segoe UI"/>
                <a:ea typeface="Segoe UI"/>
                <a:cs typeface="Segoe UI"/>
              </a:defRPr>
            </a:pPr>
            <a:r>
              <a:t>Never share a password</a:t>
            </a:r>
          </a:p>
        </p:txBody>
      </p:sp>
      <p:sp>
        <p:nvSpPr>
          <p:cNvPr id="28" name="TextBox 27">
            <a:extLst xmlns:a="http://schemas.openxmlformats.org/drawingml/2006/main">
              <a:ext uri="{FF2B5EF4-FFF2-40B4-BE49-F238E27FC236}">
                <a16:creationId xmlns:a16="http://schemas.microsoft.com/office/drawing/2014/main" id="{6862DCA9-EB44-48AE-BC19-ECA5BB55D25B}"/>
              </a:ext>
            </a:extLst>
          </p:cNvPr>
          <p:cNvSpPr>
            <a:spLocks xmlns:a="http://schemas.openxmlformats.org/drawingml/2006/main" noGrp="1"/>
          </p:cNvSpPr>
          <p:nvPr/>
        </p:nvSpPr>
        <p:spPr>
          <a:xfrm xmlns:a="http://schemas.openxmlformats.org/drawingml/2006/main">
            <a:off x="6611112" y="4572000"/>
            <a:ext cx="4846320" cy="32004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defRPr sz="1400" b="0">
                <a:solidFill>
                  <a:srgbClr val="E6EBF5"/>
                </a:solidFill>
                <a:latin typeface="Segoe UI"/>
                <a:ea typeface="Segoe UI"/>
                <a:cs typeface="Segoe UI"/>
              </a:defRPr>
            </a:pPr>
            <a:r>
              <a:t>Avoid download advertisements</a:t>
            </a:r>
          </a:p>
        </p:txBody>
      </p:sp>
      <p:sp>
        <p:nvSpPr>
          <p:cNvPr id="29" name="TextBox 28">
            <a:extLst xmlns:a="http://schemas.openxmlformats.org/drawingml/2006/main">
              <a:ext uri="{FF2B5EF4-FFF2-40B4-BE49-F238E27FC236}">
                <a16:creationId xmlns:a16="http://schemas.microsoft.com/office/drawing/2014/main" id="{D960EAF6-8335-438A-AADC-9EAE17F4FC4C}"/>
              </a:ext>
            </a:extLst>
          </p:cNvPr>
          <p:cNvSpPr>
            <a:spLocks xmlns:a="http://schemas.openxmlformats.org/drawingml/2006/main" noGrp="1"/>
          </p:cNvSpPr>
          <p:nvPr/>
        </p:nvSpPr>
        <p:spPr>
          <a:xfrm xmlns:a="http://schemas.openxmlformats.org/drawingml/2006/main">
            <a:off x="6611112" y="4983480"/>
            <a:ext cx="4846320" cy="32004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defRPr sz="1400" b="0">
                <a:solidFill>
                  <a:srgbClr val="E6EBF5"/>
                </a:solidFill>
                <a:latin typeface="Segoe UI"/>
                <a:ea typeface="Segoe UI"/>
                <a:cs typeface="Segoe UI"/>
              </a:defRPr>
            </a:pPr>
            <a:r>
              <a:t>Do not guess security fixes</a:t>
            </a:r>
          </a:p>
        </p:txBody>
      </p:sp>
      <p:sp>
        <p:nvSpPr>
          <p:cNvPr id="30" name="TextBox 29">
            <a:extLst xmlns:a="http://schemas.openxmlformats.org/drawingml/2006/main">
              <a:ext uri="{FF2B5EF4-FFF2-40B4-BE49-F238E27FC236}">
                <a16:creationId xmlns:a16="http://schemas.microsoft.com/office/drawing/2014/main" id="{A91DD5DF-C4C3-468A-A15D-08C5C0F27A0A}"/>
              </a:ext>
            </a:extLst>
          </p:cNvPr>
          <p:cNvSpPr>
            <a:spLocks xmlns:a="http://schemas.openxmlformats.org/drawingml/2006/main" noGrp="1"/>
          </p:cNvSpPr>
          <p:nvPr/>
        </p:nvSpPr>
        <p:spPr>
          <a:xfrm xmlns:a="http://schemas.openxmlformats.org/drawingml/2006/main">
            <a:off x="6611112" y="5394960"/>
            <a:ext cx="4846320" cy="32004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defRPr sz="1400" b="0">
                <a:solidFill>
                  <a:srgbClr val="E6EBF5"/>
                </a:solidFill>
                <a:latin typeface="Segoe UI"/>
                <a:ea typeface="Segoe UI"/>
                <a:cs typeface="Segoe UI"/>
              </a:defRPr>
            </a:pPr>
            <a:r>
              <a:t>Bring errors to Hangout</a:t>
            </a:r>
          </a:p>
        </p:txBody>
      </p:sp>
    </p:spTree>
    <p:extLst>
      <p:ext uri="{BB962C8B-B14F-4D97-AF65-F5344CB8AC3E}">
        <p14:creationId xmlns:p14="http://schemas.microsoft.com/office/powerpoint/2010/main" val="1702376285"/>
      </p:ext>
    </p:extLst>
  </p:cSld>
</p:sld>
</file>

<file path=ppt/slides/slide18.xml><?xml version="1.0" encoding="utf-8"?>
<p:sld xmlns:p="http://schemas.openxmlformats.org/presentationml/2006/main">
  <p:cSld>
    <p:spTree>
      <p:nvGrpSpPr>
        <p:cNvPr id="1" name=""/>
        <p:cNvGrpSpPr/>
        <p:nvPr/>
      </p:nvGrpSpPr>
      <p:grpSpPr>
        <a:xfrm xmlns:a="http://schemas.openxmlformats.org/drawingml/2006/main"/>
      </p:grpSpPr>
      <p:sp>
        <p:nvSpPr>
          <p:cNvPr id="2" name="Rectangle 1">
            <a:extLst xmlns:a="http://schemas.openxmlformats.org/drawingml/2006/main">
              <a:ext uri="{FF2B5EF4-FFF2-40B4-BE49-F238E27FC236}">
                <a16:creationId xmlns:a16="http://schemas.microsoft.com/office/drawing/2014/main" id="{6339C0B7-464B-491B-90EA-E50434151171}"/>
              </a:ext>
            </a:extLst>
          </p:cNvPr>
          <p:cNvSpPr>
            <a:spLocks xmlns:a="http://schemas.openxmlformats.org/drawingml/2006/main" noGrp="1"/>
          </p:cNvSpPr>
          <p:nvPr/>
        </p:nvSpPr>
        <p:spPr>
          <a:xfrm xmlns:a="http://schemas.openxmlformats.org/drawingml/2006/main">
            <a:off x="0" y="0"/>
            <a:ext cx="12188952" cy="6858000"/>
          </a:xfrm>
          <a:prstGeom xmlns:a="http://schemas.openxmlformats.org/drawingml/2006/main" prst="rect">
            <a:avLst/>
          </a:prstGeom>
          <a:gradFill xmlns:a="http://schemas.openxmlformats.org/drawingml/2006/main" rotWithShape="1">
            <a:gsLst>
              <a:gs pos="0">
                <a:srgbClr val="080C18"/>
              </a:gs>
              <a:gs pos="50000">
                <a:srgbClr val="080F23"/>
              </a:gs>
              <a:gs pos="100000">
                <a:srgbClr val="050814"/>
              </a:gs>
            </a:gsLst>
            <a:lin ang="16200000" scaled="1"/>
          </a:gra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Hexagon 2">
            <a:extLst xmlns:a="http://schemas.openxmlformats.org/drawingml/2006/main">
              <a:ext uri="{FF2B5EF4-FFF2-40B4-BE49-F238E27FC236}">
                <a16:creationId xmlns:a16="http://schemas.microsoft.com/office/drawing/2014/main" id="{FA68835C-D02F-4542-8117-FE541D987DA9}"/>
              </a:ext>
            </a:extLst>
          </p:cNvPr>
          <p:cNvSpPr>
            <a:spLocks xmlns:a="http://schemas.openxmlformats.org/drawingml/2006/main" noGrp="1"/>
          </p:cNvSpPr>
          <p:nvPr/>
        </p:nvSpPr>
        <p:spPr>
          <a:xfrm xmlns:a="http://schemas.openxmlformats.org/drawingml/2006/main">
            <a:off x="-274320" y="-274320"/>
            <a:ext cx="1828800" cy="1828800"/>
          </a:xfrm>
          <a:prstGeom xmlns:a="http://schemas.openxmlformats.org/drawingml/2006/main" prst="hexagon">
            <a:avLst/>
          </a:prstGeom>
          <a:solidFill xmlns:a="http://schemas.openxmlformats.org/drawingml/2006/main">
            <a:srgbClr val="00F0FF">
              <a:alpha val="4000"/>
            </a:srgbClr>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 name="Hexagon 3">
            <a:extLst xmlns:a="http://schemas.openxmlformats.org/drawingml/2006/main">
              <a:ext uri="{FF2B5EF4-FFF2-40B4-BE49-F238E27FC236}">
                <a16:creationId xmlns:a16="http://schemas.microsoft.com/office/drawing/2014/main" id="{AC3821DC-E653-4287-8819-BD794307EBEE}"/>
              </a:ext>
            </a:extLst>
          </p:cNvPr>
          <p:cNvSpPr>
            <a:spLocks xmlns:a="http://schemas.openxmlformats.org/drawingml/2006/main" noGrp="1"/>
          </p:cNvSpPr>
          <p:nvPr/>
        </p:nvSpPr>
        <p:spPr>
          <a:xfrm xmlns:a="http://schemas.openxmlformats.org/drawingml/2006/main">
            <a:off x="10515600" y="5303520"/>
            <a:ext cx="2286000" cy="2286000"/>
          </a:xfrm>
          <a:prstGeom xmlns:a="http://schemas.openxmlformats.org/drawingml/2006/main" prst="hexagon">
            <a:avLst/>
          </a:prstGeom>
          <a:solidFill xmlns:a="http://schemas.openxmlformats.org/drawingml/2006/main">
            <a:srgbClr val="A050FF">
              <a:alpha val="3000"/>
            </a:srgbClr>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5" name="Hexagon 4">
            <a:extLst xmlns:a="http://schemas.openxmlformats.org/drawingml/2006/main">
              <a:ext uri="{FF2B5EF4-FFF2-40B4-BE49-F238E27FC236}">
                <a16:creationId xmlns:a16="http://schemas.microsoft.com/office/drawing/2014/main" id="{F888CBFE-A246-4D64-84A1-C5C23C9F7B10}"/>
              </a:ext>
            </a:extLst>
          </p:cNvPr>
          <p:cNvSpPr>
            <a:spLocks xmlns:a="http://schemas.openxmlformats.org/drawingml/2006/main" noGrp="1"/>
          </p:cNvSpPr>
          <p:nvPr/>
        </p:nvSpPr>
        <p:spPr>
          <a:xfrm xmlns:a="http://schemas.openxmlformats.org/drawingml/2006/main">
            <a:off x="10972800" y="-457200"/>
            <a:ext cx="1645920" cy="1645920"/>
          </a:xfrm>
          <a:prstGeom xmlns:a="http://schemas.openxmlformats.org/drawingml/2006/main" prst="hexagon">
            <a:avLst/>
          </a:prstGeom>
          <a:solidFill xmlns:a="http://schemas.openxmlformats.org/drawingml/2006/main">
            <a:srgbClr val="3C8CFF">
              <a:alpha val="3000"/>
            </a:srgbClr>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6" name="Hexagon 5">
            <a:extLst xmlns:a="http://schemas.openxmlformats.org/drawingml/2006/main">
              <a:ext uri="{FF2B5EF4-FFF2-40B4-BE49-F238E27FC236}">
                <a16:creationId xmlns:a16="http://schemas.microsoft.com/office/drawing/2014/main" id="{9D38771D-37FA-4B58-AD26-9538F2712B8A}"/>
              </a:ext>
            </a:extLst>
          </p:cNvPr>
          <p:cNvSpPr>
            <a:spLocks xmlns:a="http://schemas.openxmlformats.org/drawingml/2006/main" noGrp="1"/>
          </p:cNvSpPr>
          <p:nvPr/>
        </p:nvSpPr>
        <p:spPr>
          <a:xfrm xmlns:a="http://schemas.openxmlformats.org/drawingml/2006/main">
            <a:off x="5029200" y="5943600"/>
            <a:ext cx="914400" cy="914400"/>
          </a:xfrm>
          <a:prstGeom xmlns:a="http://schemas.openxmlformats.org/drawingml/2006/main" prst="hexagon">
            <a:avLst/>
          </a:prstGeom>
          <a:solidFill xmlns:a="http://schemas.openxmlformats.org/drawingml/2006/main">
            <a:srgbClr val="00FF8C">
              <a:alpha val="2500"/>
            </a:srgbClr>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7" name="Rectangle 6">
            <a:extLst xmlns:a="http://schemas.openxmlformats.org/drawingml/2006/main">
              <a:ext uri="{FF2B5EF4-FFF2-40B4-BE49-F238E27FC236}">
                <a16:creationId xmlns:a16="http://schemas.microsoft.com/office/drawing/2014/main" id="{B8B515AC-24ED-43DF-BCCB-D9BAA363ED71}"/>
              </a:ext>
            </a:extLst>
          </p:cNvPr>
          <p:cNvSpPr>
            <a:spLocks xmlns:a="http://schemas.openxmlformats.org/drawingml/2006/main" noGrp="1"/>
          </p:cNvSpPr>
          <p:nvPr/>
        </p:nvSpPr>
        <p:spPr>
          <a:xfrm xmlns:a="http://schemas.openxmlformats.org/drawingml/2006/main">
            <a:off x="274320" y="274320"/>
            <a:ext cx="731520" cy="27432"/>
          </a:xfrm>
          <a:prstGeom xmlns:a="http://schemas.openxmlformats.org/drawingml/2006/main" prst="rect">
            <a:avLst/>
          </a:prstGeom>
          <a:solidFill xmlns:a="http://schemas.openxmlformats.org/drawingml/2006/main">
            <a:srgbClr val="00F0FF"/>
          </a:solidFill>
          <a:ln xmlns:a="http://schemas.openxmlformats.org/drawingml/2006/main">
            <a:noFill/>
          </a:ln>
          <a:effectLst xmlns:a="http://schemas.openxmlformats.org/drawingml/2006/main">
            <a:glow rad="50800">
              <a:srgbClr val="00F0FF">
                <a:alpha val="40000"/>
              </a:srgbClr>
            </a:glow>
          </a:effectLst>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8" name="Rectangle 7">
            <a:extLst xmlns:a="http://schemas.openxmlformats.org/drawingml/2006/main">
              <a:ext uri="{FF2B5EF4-FFF2-40B4-BE49-F238E27FC236}">
                <a16:creationId xmlns:a16="http://schemas.microsoft.com/office/drawing/2014/main" id="{D115DF9F-0EE8-4DF4-B2EB-8F41B82A5E30}"/>
              </a:ext>
            </a:extLst>
          </p:cNvPr>
          <p:cNvSpPr>
            <a:spLocks xmlns:a="http://schemas.openxmlformats.org/drawingml/2006/main" noGrp="1"/>
          </p:cNvSpPr>
          <p:nvPr/>
        </p:nvSpPr>
        <p:spPr>
          <a:xfrm xmlns:a="http://schemas.openxmlformats.org/drawingml/2006/main">
            <a:off x="274320" y="274320"/>
            <a:ext cx="27432" cy="731520"/>
          </a:xfrm>
          <a:prstGeom xmlns:a="http://schemas.openxmlformats.org/drawingml/2006/main" prst="rect">
            <a:avLst/>
          </a:prstGeom>
          <a:solidFill xmlns:a="http://schemas.openxmlformats.org/drawingml/2006/main">
            <a:srgbClr val="00F0FF"/>
          </a:solidFill>
          <a:ln xmlns:a="http://schemas.openxmlformats.org/drawingml/2006/main">
            <a:noFill/>
          </a:ln>
          <a:effectLst xmlns:a="http://schemas.openxmlformats.org/drawingml/2006/main">
            <a:glow rad="50800">
              <a:srgbClr val="00F0FF">
                <a:alpha val="40000"/>
              </a:srgbClr>
            </a:glow>
          </a:effectLst>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9" name="Rectangle 8">
            <a:extLst xmlns:a="http://schemas.openxmlformats.org/drawingml/2006/main">
              <a:ext uri="{FF2B5EF4-FFF2-40B4-BE49-F238E27FC236}">
                <a16:creationId xmlns:a16="http://schemas.microsoft.com/office/drawing/2014/main" id="{181727C8-A58A-4706-83D1-E189847F9F44}"/>
              </a:ext>
            </a:extLst>
          </p:cNvPr>
          <p:cNvSpPr>
            <a:spLocks xmlns:a="http://schemas.openxmlformats.org/drawingml/2006/main" noGrp="1"/>
          </p:cNvSpPr>
          <p:nvPr/>
        </p:nvSpPr>
        <p:spPr>
          <a:xfrm xmlns:a="http://schemas.openxmlformats.org/drawingml/2006/main">
            <a:off x="11183111" y="274320"/>
            <a:ext cx="731520" cy="27432"/>
          </a:xfrm>
          <a:prstGeom xmlns:a="http://schemas.openxmlformats.org/drawingml/2006/main" prst="rect">
            <a:avLst/>
          </a:prstGeom>
          <a:solidFill xmlns:a="http://schemas.openxmlformats.org/drawingml/2006/main">
            <a:srgbClr val="00F0FF"/>
          </a:solidFill>
          <a:ln xmlns:a="http://schemas.openxmlformats.org/drawingml/2006/main">
            <a:noFill/>
          </a:ln>
          <a:effectLst xmlns:a="http://schemas.openxmlformats.org/drawingml/2006/main">
            <a:glow rad="50800">
              <a:srgbClr val="00F0FF">
                <a:alpha val="40000"/>
              </a:srgbClr>
            </a:glow>
          </a:effectLst>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0" name="Rectangle 9">
            <a:extLst xmlns:a="http://schemas.openxmlformats.org/drawingml/2006/main">
              <a:ext uri="{FF2B5EF4-FFF2-40B4-BE49-F238E27FC236}">
                <a16:creationId xmlns:a16="http://schemas.microsoft.com/office/drawing/2014/main" id="{E462E902-A320-4079-AB4D-32695299DCB1}"/>
              </a:ext>
            </a:extLst>
          </p:cNvPr>
          <p:cNvSpPr>
            <a:spLocks xmlns:a="http://schemas.openxmlformats.org/drawingml/2006/main" noGrp="1"/>
          </p:cNvSpPr>
          <p:nvPr/>
        </p:nvSpPr>
        <p:spPr>
          <a:xfrm xmlns:a="http://schemas.openxmlformats.org/drawingml/2006/main">
            <a:off x="11887200" y="274320"/>
            <a:ext cx="27432" cy="731520"/>
          </a:xfrm>
          <a:prstGeom xmlns:a="http://schemas.openxmlformats.org/drawingml/2006/main" prst="rect">
            <a:avLst/>
          </a:prstGeom>
          <a:solidFill xmlns:a="http://schemas.openxmlformats.org/drawingml/2006/main">
            <a:srgbClr val="00F0FF"/>
          </a:solidFill>
          <a:ln xmlns:a="http://schemas.openxmlformats.org/drawingml/2006/main">
            <a:noFill/>
          </a:ln>
          <a:effectLst xmlns:a="http://schemas.openxmlformats.org/drawingml/2006/main">
            <a:glow rad="50800">
              <a:srgbClr val="00F0FF">
                <a:alpha val="40000"/>
              </a:srgbClr>
            </a:glow>
          </a:effectLst>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1" name="Rectangle 10">
            <a:extLst xmlns:a="http://schemas.openxmlformats.org/drawingml/2006/main">
              <a:ext uri="{FF2B5EF4-FFF2-40B4-BE49-F238E27FC236}">
                <a16:creationId xmlns:a16="http://schemas.microsoft.com/office/drawing/2014/main" id="{9499A0F4-48A4-4C9C-B8CB-ACEBB6C2A14E}"/>
              </a:ext>
            </a:extLst>
          </p:cNvPr>
          <p:cNvSpPr>
            <a:spLocks xmlns:a="http://schemas.openxmlformats.org/drawingml/2006/main" noGrp="1"/>
          </p:cNvSpPr>
          <p:nvPr/>
        </p:nvSpPr>
        <p:spPr>
          <a:xfrm xmlns:a="http://schemas.openxmlformats.org/drawingml/2006/main">
            <a:off x="274320" y="6556248"/>
            <a:ext cx="731520" cy="27432"/>
          </a:xfrm>
          <a:prstGeom xmlns:a="http://schemas.openxmlformats.org/drawingml/2006/main" prst="rect">
            <a:avLst/>
          </a:prstGeom>
          <a:solidFill xmlns:a="http://schemas.openxmlformats.org/drawingml/2006/main">
            <a:srgbClr val="00F0FF"/>
          </a:solidFill>
          <a:ln xmlns:a="http://schemas.openxmlformats.org/drawingml/2006/main">
            <a:noFill/>
          </a:ln>
          <a:effectLst xmlns:a="http://schemas.openxmlformats.org/drawingml/2006/main">
            <a:glow rad="50800">
              <a:srgbClr val="00F0FF">
                <a:alpha val="40000"/>
              </a:srgbClr>
            </a:glow>
          </a:effectLst>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2" name="Rectangle 11">
            <a:extLst xmlns:a="http://schemas.openxmlformats.org/drawingml/2006/main">
              <a:ext uri="{FF2B5EF4-FFF2-40B4-BE49-F238E27FC236}">
                <a16:creationId xmlns:a16="http://schemas.microsoft.com/office/drawing/2014/main" id="{4B833069-8DFB-46DE-92E3-F87935573C71}"/>
              </a:ext>
            </a:extLst>
          </p:cNvPr>
          <p:cNvSpPr>
            <a:spLocks xmlns:a="http://schemas.openxmlformats.org/drawingml/2006/main" noGrp="1"/>
          </p:cNvSpPr>
          <p:nvPr/>
        </p:nvSpPr>
        <p:spPr>
          <a:xfrm xmlns:a="http://schemas.openxmlformats.org/drawingml/2006/main">
            <a:off x="274320" y="5852160"/>
            <a:ext cx="27432" cy="731520"/>
          </a:xfrm>
          <a:prstGeom xmlns:a="http://schemas.openxmlformats.org/drawingml/2006/main" prst="rect">
            <a:avLst/>
          </a:prstGeom>
          <a:solidFill xmlns:a="http://schemas.openxmlformats.org/drawingml/2006/main">
            <a:srgbClr val="00F0FF"/>
          </a:solidFill>
          <a:ln xmlns:a="http://schemas.openxmlformats.org/drawingml/2006/main">
            <a:noFill/>
          </a:ln>
          <a:effectLst xmlns:a="http://schemas.openxmlformats.org/drawingml/2006/main">
            <a:glow rad="50800">
              <a:srgbClr val="00F0FF">
                <a:alpha val="40000"/>
              </a:srgbClr>
            </a:glow>
          </a:effectLst>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3" name="Rectangle 12">
            <a:extLst xmlns:a="http://schemas.openxmlformats.org/drawingml/2006/main">
              <a:ext uri="{FF2B5EF4-FFF2-40B4-BE49-F238E27FC236}">
                <a16:creationId xmlns:a16="http://schemas.microsoft.com/office/drawing/2014/main" id="{E3852BB8-F6E6-4CBC-9A29-D584A52E5512}"/>
              </a:ext>
            </a:extLst>
          </p:cNvPr>
          <p:cNvSpPr>
            <a:spLocks xmlns:a="http://schemas.openxmlformats.org/drawingml/2006/main" noGrp="1"/>
          </p:cNvSpPr>
          <p:nvPr/>
        </p:nvSpPr>
        <p:spPr>
          <a:xfrm xmlns:a="http://schemas.openxmlformats.org/drawingml/2006/main">
            <a:off x="11183111" y="6556248"/>
            <a:ext cx="731520" cy="27432"/>
          </a:xfrm>
          <a:prstGeom xmlns:a="http://schemas.openxmlformats.org/drawingml/2006/main" prst="rect">
            <a:avLst/>
          </a:prstGeom>
          <a:solidFill xmlns:a="http://schemas.openxmlformats.org/drawingml/2006/main">
            <a:srgbClr val="00F0FF"/>
          </a:solidFill>
          <a:ln xmlns:a="http://schemas.openxmlformats.org/drawingml/2006/main">
            <a:noFill/>
          </a:ln>
          <a:effectLst xmlns:a="http://schemas.openxmlformats.org/drawingml/2006/main">
            <a:glow rad="50800">
              <a:srgbClr val="00F0FF">
                <a:alpha val="40000"/>
              </a:srgbClr>
            </a:glow>
          </a:effectLst>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4" name="Rectangle 13">
            <a:extLst xmlns:a="http://schemas.openxmlformats.org/drawingml/2006/main">
              <a:ext uri="{FF2B5EF4-FFF2-40B4-BE49-F238E27FC236}">
                <a16:creationId xmlns:a16="http://schemas.microsoft.com/office/drawing/2014/main" id="{2F710F94-EC2E-42C7-B52D-8457FBD7A67B}"/>
              </a:ext>
            </a:extLst>
          </p:cNvPr>
          <p:cNvSpPr>
            <a:spLocks xmlns:a="http://schemas.openxmlformats.org/drawingml/2006/main" noGrp="1"/>
          </p:cNvSpPr>
          <p:nvPr/>
        </p:nvSpPr>
        <p:spPr>
          <a:xfrm xmlns:a="http://schemas.openxmlformats.org/drawingml/2006/main">
            <a:off x="11887200" y="5852160"/>
            <a:ext cx="27432" cy="731520"/>
          </a:xfrm>
          <a:prstGeom xmlns:a="http://schemas.openxmlformats.org/drawingml/2006/main" prst="rect">
            <a:avLst/>
          </a:prstGeom>
          <a:solidFill xmlns:a="http://schemas.openxmlformats.org/drawingml/2006/main">
            <a:srgbClr val="00F0FF"/>
          </a:solidFill>
          <a:ln xmlns:a="http://schemas.openxmlformats.org/drawingml/2006/main">
            <a:noFill/>
          </a:ln>
          <a:effectLst xmlns:a="http://schemas.openxmlformats.org/drawingml/2006/main">
            <a:glow rad="50800">
              <a:srgbClr val="00F0FF">
                <a:alpha val="40000"/>
              </a:srgbClr>
            </a:glow>
          </a:effectLst>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5" name="TextBox 14">
            <a:extLst xmlns:a="http://schemas.openxmlformats.org/drawingml/2006/main">
              <a:ext uri="{FF2B5EF4-FFF2-40B4-BE49-F238E27FC236}">
                <a16:creationId xmlns:a16="http://schemas.microsoft.com/office/drawing/2014/main" id="{CC344BE4-456F-44B8-8AE8-D29D361B83C4}"/>
              </a:ext>
            </a:extLst>
          </p:cNvPr>
          <p:cNvSpPr>
            <a:spLocks xmlns:a="http://schemas.openxmlformats.org/drawingml/2006/main" noGrp="1"/>
          </p:cNvSpPr>
          <p:nvPr/>
        </p:nvSpPr>
        <p:spPr>
          <a:xfrm xmlns:a="http://schemas.openxmlformats.org/drawingml/2006/main">
            <a:off x="0" y="731520"/>
            <a:ext cx="12188952" cy="192024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ctr">
              <a:buNone/>
              <a:defRPr sz="12000" b="0">
                <a:solidFill>
                  <a:srgbClr val="00F0FF"/>
                </a:solidFill>
                <a:latin typeface="Segoe UI"/>
                <a:ea typeface="Segoe UI"/>
                <a:cs typeface="Segoe UI"/>
              </a:defRPr>
            </a:pPr>
            <a:r>
              <a:t>✓</a:t>
            </a:r>
          </a:p>
        </p:txBody>
      </p:sp>
      <p:sp>
        <p:nvSpPr>
          <p:cNvPr id="16" name="TextBox 15">
            <a:extLst xmlns:a="http://schemas.openxmlformats.org/drawingml/2006/main">
              <a:ext uri="{FF2B5EF4-FFF2-40B4-BE49-F238E27FC236}">
                <a16:creationId xmlns:a16="http://schemas.microsoft.com/office/drawing/2014/main" id="{5877895F-9850-4F83-A2B3-3CE195D5AE4D}"/>
              </a:ext>
            </a:extLst>
          </p:cNvPr>
          <p:cNvSpPr>
            <a:spLocks xmlns:a="http://schemas.openxmlformats.org/drawingml/2006/main" noGrp="1"/>
          </p:cNvSpPr>
          <p:nvPr/>
        </p:nvSpPr>
        <p:spPr>
          <a:xfrm xmlns:a="http://schemas.openxmlformats.org/drawingml/2006/main">
            <a:off x="0" y="2743200"/>
            <a:ext cx="12188952" cy="97536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ctr">
              <a:buNone/>
              <a:defRPr sz="5800" b="1">
                <a:solidFill>
                  <a:srgbClr val="FFFFFF"/>
                </a:solidFill>
                <a:latin typeface="Segoe UI Semibold"/>
                <a:ea typeface="Segoe UI Semibold"/>
                <a:cs typeface="Segoe UI Semibold"/>
              </a:defRPr>
            </a:pPr>
            <a:r>
              <a:t>Arcade cleared!</a:t>
            </a:r>
          </a:p>
        </p:txBody>
      </p:sp>
      <p:sp>
        <p:nvSpPr>
          <p:cNvPr id="17" name="Rectangle 16">
            <a:extLst xmlns:a="http://schemas.openxmlformats.org/drawingml/2006/main">
              <a:ext uri="{FF2B5EF4-FFF2-40B4-BE49-F238E27FC236}">
                <a16:creationId xmlns:a16="http://schemas.microsoft.com/office/drawing/2014/main" id="{DC0AA637-4B02-4F08-BAED-FB80C312DA6C}"/>
              </a:ext>
            </a:extLst>
          </p:cNvPr>
          <p:cNvSpPr>
            <a:spLocks xmlns:a="http://schemas.openxmlformats.org/drawingml/2006/main" noGrp="1"/>
          </p:cNvSpPr>
          <p:nvPr/>
        </p:nvSpPr>
        <p:spPr>
          <a:xfrm xmlns:a="http://schemas.openxmlformats.org/drawingml/2006/main">
            <a:off x="0" y="3931920"/>
            <a:ext cx="12188952" cy="32004"/>
          </a:xfrm>
          <a:prstGeom xmlns:a="http://schemas.openxmlformats.org/drawingml/2006/main" prst="rect">
            <a:avLst/>
          </a:prstGeom>
          <a:solidFill xmlns:a="http://schemas.openxmlformats.org/drawingml/2006/main">
            <a:srgbClr val="00F0FF"/>
          </a:solidFill>
          <a:ln xmlns:a="http://schemas.openxmlformats.org/drawingml/2006/main">
            <a:noFill/>
          </a:ln>
          <a:effectLst xmlns:a="http://schemas.openxmlformats.org/drawingml/2006/main">
            <a:glow rad="76200">
              <a:srgbClr val="00F0FF">
                <a:alpha val="30000"/>
              </a:srgbClr>
            </a:glow>
          </a:effectLst>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8" name="TextBox 17">
            <a:extLst xmlns:a="http://schemas.openxmlformats.org/drawingml/2006/main">
              <a:ext uri="{FF2B5EF4-FFF2-40B4-BE49-F238E27FC236}">
                <a16:creationId xmlns:a16="http://schemas.microsoft.com/office/drawing/2014/main" id="{FCF9BED0-81E0-47D7-A436-02F2B7A0A1B7}"/>
              </a:ext>
            </a:extLst>
          </p:cNvPr>
          <p:cNvSpPr>
            <a:spLocks xmlns:a="http://schemas.openxmlformats.org/drawingml/2006/main" noGrp="1"/>
          </p:cNvSpPr>
          <p:nvPr/>
        </p:nvSpPr>
        <p:spPr>
          <a:xfrm xmlns:a="http://schemas.openxmlformats.org/drawingml/2006/main">
            <a:off x="0" y="4297680"/>
            <a:ext cx="12188952" cy="45720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ctr">
              <a:buNone/>
              <a:defRPr sz="2200" b="0">
                <a:solidFill>
                  <a:srgbClr val="00F0FF"/>
                </a:solidFill>
                <a:latin typeface="Segoe UI"/>
                <a:ea typeface="Segoe UI"/>
                <a:cs typeface="Segoe UI"/>
              </a:defRPr>
            </a:pPr>
            <a:r>
              <a:t>Homework: build your local VS Code + TypeScript workspace.</a:t>
            </a:r>
          </a:p>
        </p:txBody>
      </p:sp>
      <p:sp>
        <p:nvSpPr>
          <p:cNvPr id="19" name="Rounded Rectangle 18">
            <a:extLst xmlns:a="http://schemas.openxmlformats.org/drawingml/2006/main">
              <a:ext uri="{FF2B5EF4-FFF2-40B4-BE49-F238E27FC236}">
                <a16:creationId xmlns:a16="http://schemas.microsoft.com/office/drawing/2014/main" id="{E97D0F93-F0A3-41BE-9354-B18C3F3712E8}"/>
              </a:ext>
            </a:extLst>
          </p:cNvPr>
          <p:cNvSpPr>
            <a:spLocks xmlns:a="http://schemas.openxmlformats.org/drawingml/2006/main" noGrp="1"/>
          </p:cNvSpPr>
          <p:nvPr/>
        </p:nvSpPr>
        <p:spPr>
          <a:xfrm xmlns:a="http://schemas.openxmlformats.org/drawingml/2006/main">
            <a:off x="3200400" y="5303520"/>
            <a:ext cx="5788152" cy="731520"/>
          </a:xfrm>
          <a:prstGeom xmlns:a="http://schemas.openxmlformats.org/drawingml/2006/main" prst="roundRect">
            <a:avLst/>
          </a:prstGeom>
          <a:solidFill xmlns:a="http://schemas.openxmlformats.org/drawingml/2006/main">
            <a:srgbClr val="A050FF">
              <a:alpha val="6000"/>
            </a:srgbClr>
          </a:solidFill>
          <a:ln xmlns:a="http://schemas.openxmlformats.org/drawingml/2006/main" w="19050">
            <a:solidFill>
              <a:srgbClr val="A050FF"/>
            </a:solidFill>
          </a:ln>
          <a:effectLst xmlns:a="http://schemas.openxmlformats.org/drawingml/2006/main">
            <a:glow rad="76200">
              <a:srgbClr val="A050FF">
                <a:alpha val="35000"/>
              </a:srgbClr>
            </a:glow>
          </a:effectLst>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wrap="square" anchor="ctr"/>
          <a:lstStyle xmlns:a="http://schemas.openxmlformats.org/drawingml/2006/main"/>
          <a:p xmlns:a="http://schemas.openxmlformats.org/drawingml/2006/main">
            <a:pPr algn="ctr">
              <a:spcBef>
                <a:spcPts val="800"/>
              </a:spcBef>
              <a:buNone/>
              <a:defRPr sz="2000" b="1">
                <a:solidFill>
                  <a:srgbClr val="FFFFFF"/>
                </a:solidFill>
                <a:latin typeface="Segoe UI"/>
                <a:ea typeface="Segoe UI"/>
                <a:cs typeface="Segoe UI"/>
              </a:defRPr>
            </a:pPr>
            <a:r>
              <a:t>Use one guide • Ask for help</a:t>
            </a:r>
          </a:p>
        </p:txBody>
      </p:sp>
    </p:spTree>
    <p:extLst>
      <p:ext uri="{BB962C8B-B14F-4D97-AF65-F5344CB8AC3E}">
        <p14:creationId xmlns:p14="http://schemas.microsoft.com/office/powerpoint/2010/main" val="2002561071"/>
      </p:ext>
    </p:extLst>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2026-08-01T08:31:42.0120000Z</dcterms:created>
  <dcterms:modified xsi:type="dcterms:W3CDTF">2026-08-01T08:31:42.0120000Z</dcterms:modified>
</coreProperties>
</file>