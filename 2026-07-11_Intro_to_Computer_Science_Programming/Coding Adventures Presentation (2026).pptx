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Quantico" panose="020B0604020202020204" charset="0"/>
      <p:regular r:id="rId11"/>
      <p:bold r:id="rId12"/>
      <p:italic r:id="rId13"/>
      <p:boldItalic r:id="rId14"/>
    </p:embeddedFont>
    <p:embeddedFont>
      <p:font typeface="Source Code Pro" panose="020B0509030403020204" pitchFamily="49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3528BC-9D83-959C-EC9B-1A18FAA9709C}" v="9" dt="2026-07-11T01:59:23.079"/>
    <p1510:client id="{91D4165A-E8D8-B608-879F-5D68E8B506C3}" v="64" dt="2026-07-11T03:08:16.2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0f7af2584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0f7af2584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568c825ff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568c825ff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cc9050bdf8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cc9050bdf8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568a914c8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568a914c8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cc9050bdf8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cc9050bdf8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1f30c3009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1f30c3009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f264e083c8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f264e083c8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1de8bc5b3b_0_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1de8bc5b3b_0_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789400" y="1309975"/>
            <a:ext cx="4148400" cy="16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169200" y="3772200"/>
            <a:ext cx="3043800" cy="5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1045150" y="1866000"/>
            <a:ext cx="3943500" cy="8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5590076" y="1551675"/>
            <a:ext cx="22251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4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22" name="Google Shape;22;p4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0000" y="1238200"/>
            <a:ext cx="7704000" cy="3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5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29" name="Google Shape;29;p5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5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807625" y="2775700"/>
            <a:ext cx="3415800" cy="14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4922022" y="2775700"/>
            <a:ext cx="3415800" cy="14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807630" y="2403350"/>
            <a:ext cx="3415800" cy="4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200">
                <a:latin typeface="Quantico"/>
                <a:ea typeface="Quantico"/>
                <a:cs typeface="Quantico"/>
                <a:sym typeface="Quantic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4922022" y="2403350"/>
            <a:ext cx="3415800" cy="4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200">
                <a:latin typeface="Quantico"/>
                <a:ea typeface="Quantico"/>
                <a:cs typeface="Quantico"/>
                <a:sym typeface="Quantic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6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39" name="Google Shape;39;p6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6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7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45" name="Google Shape;45;p7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7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720000" y="475500"/>
            <a:ext cx="7704000" cy="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720000" y="1244275"/>
            <a:ext cx="3692400" cy="29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AutoNum type="arabicPeriod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3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3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3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3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3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3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300"/>
            </a:lvl9pPr>
          </a:lstStyle>
          <a:p>
            <a:endParaRPr/>
          </a:p>
        </p:txBody>
      </p:sp>
      <p:sp>
        <p:nvSpPr>
          <p:cNvPr id="49" name="Google Shape;49;p7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52" name="Google Shape;52;p8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" name="Google Shape;54;p8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2801700" y="1918054"/>
            <a:ext cx="5622300" cy="247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9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58" name="Google Shape;58;p9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9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9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 rot="515">
            <a:off x="2406900" y="1623064"/>
            <a:ext cx="6006600" cy="60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3658200" y="2303046"/>
            <a:ext cx="4755300" cy="1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0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65" name="Google Shape;65;p10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0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7;p10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720000" y="2233875"/>
            <a:ext cx="7704000" cy="615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 hasCustomPrompt="1"/>
          </p:nvPr>
        </p:nvSpPr>
        <p:spPr>
          <a:xfrm>
            <a:off x="3030250" y="1291525"/>
            <a:ext cx="4711500" cy="119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6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1" name="Google Shape;71;p11"/>
          <p:cNvSpPr txBox="1">
            <a:spLocks noGrp="1"/>
          </p:cNvSpPr>
          <p:nvPr>
            <p:ph type="subTitle" idx="1"/>
          </p:nvPr>
        </p:nvSpPr>
        <p:spPr>
          <a:xfrm>
            <a:off x="4173275" y="3581850"/>
            <a:ext cx="3169800" cy="6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2" name="Google Shape;72;p11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3" name="Google Shape;73;p11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1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13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78" name="Google Shape;78;p13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80;p13"/>
          <p:cNvSpPr txBox="1">
            <a:spLocks noGrp="1"/>
          </p:cNvSpPr>
          <p:nvPr>
            <p:ph type="ctrTitle"/>
          </p:nvPr>
        </p:nvSpPr>
        <p:spPr>
          <a:xfrm>
            <a:off x="1114016" y="1879714"/>
            <a:ext cx="30651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2" hasCustomPrompt="1"/>
          </p:nvPr>
        </p:nvSpPr>
        <p:spPr>
          <a:xfrm>
            <a:off x="1113997" y="1269525"/>
            <a:ext cx="1298700" cy="61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ctrTitle" idx="3"/>
          </p:nvPr>
        </p:nvSpPr>
        <p:spPr>
          <a:xfrm>
            <a:off x="1114008" y="2892814"/>
            <a:ext cx="30651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4" hasCustomPrompt="1"/>
          </p:nvPr>
        </p:nvSpPr>
        <p:spPr>
          <a:xfrm>
            <a:off x="1113997" y="2283824"/>
            <a:ext cx="1298700" cy="61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ctrTitle" idx="5"/>
          </p:nvPr>
        </p:nvSpPr>
        <p:spPr>
          <a:xfrm>
            <a:off x="1114107" y="3908761"/>
            <a:ext cx="30651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6" hasCustomPrompt="1"/>
          </p:nvPr>
        </p:nvSpPr>
        <p:spPr>
          <a:xfrm>
            <a:off x="1113998" y="3298125"/>
            <a:ext cx="1298700" cy="6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7" hasCustomPrompt="1"/>
          </p:nvPr>
        </p:nvSpPr>
        <p:spPr>
          <a:xfrm>
            <a:off x="4965997" y="1270125"/>
            <a:ext cx="1298700" cy="60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ctrTitle" idx="8"/>
          </p:nvPr>
        </p:nvSpPr>
        <p:spPr>
          <a:xfrm>
            <a:off x="4966007" y="1879725"/>
            <a:ext cx="3065100" cy="40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9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 idx="13"/>
          </p:nvPr>
        </p:nvSpPr>
        <p:spPr>
          <a:xfrm>
            <a:off x="4966007" y="2892814"/>
            <a:ext cx="30651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4" hasCustomPrompt="1"/>
          </p:nvPr>
        </p:nvSpPr>
        <p:spPr>
          <a:xfrm>
            <a:off x="4965997" y="2283824"/>
            <a:ext cx="1298700" cy="6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15" hasCustomPrompt="1"/>
          </p:nvPr>
        </p:nvSpPr>
        <p:spPr>
          <a:xfrm>
            <a:off x="4965997" y="3298125"/>
            <a:ext cx="1298700" cy="60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ctrTitle" idx="16"/>
          </p:nvPr>
        </p:nvSpPr>
        <p:spPr>
          <a:xfrm>
            <a:off x="4966007" y="3908750"/>
            <a:ext cx="3065100" cy="40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_1_1_1_1_1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4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96" name="Google Shape;96;p14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" name="Google Shape;98;p14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720000" y="1355450"/>
            <a:ext cx="3453900" cy="16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naheim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5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103" name="Google Shape;103;p15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" name="Google Shape;105;p15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6" name="Google Shape;106;p15"/>
          <p:cNvSpPr txBox="1">
            <a:spLocks noGrp="1"/>
          </p:cNvSpPr>
          <p:nvPr>
            <p:ph type="body" idx="1"/>
          </p:nvPr>
        </p:nvSpPr>
        <p:spPr>
          <a:xfrm>
            <a:off x="720000" y="1357275"/>
            <a:ext cx="4209600" cy="24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naheim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6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110" name="Google Shape;110;p16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720000" y="1448625"/>
            <a:ext cx="22572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subTitle" idx="1"/>
          </p:nvPr>
        </p:nvSpPr>
        <p:spPr>
          <a:xfrm>
            <a:off x="720176" y="1807975"/>
            <a:ext cx="2257200" cy="20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title" idx="2"/>
          </p:nvPr>
        </p:nvSpPr>
        <p:spPr>
          <a:xfrm>
            <a:off x="3491775" y="1448625"/>
            <a:ext cx="2257500" cy="3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subTitle" idx="3"/>
          </p:nvPr>
        </p:nvSpPr>
        <p:spPr>
          <a:xfrm>
            <a:off x="3491950" y="1807325"/>
            <a:ext cx="2257500" cy="20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 idx="4"/>
          </p:nvPr>
        </p:nvSpPr>
        <p:spPr>
          <a:xfrm>
            <a:off x="6162250" y="1448625"/>
            <a:ext cx="2257500" cy="3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5"/>
          </p:nvPr>
        </p:nvSpPr>
        <p:spPr>
          <a:xfrm>
            <a:off x="6162250" y="1808000"/>
            <a:ext cx="2257500" cy="20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6"/>
          <p:cNvSpPr txBox="1">
            <a:spLocks noGrp="1"/>
          </p:cNvSpPr>
          <p:nvPr>
            <p:ph type="title" idx="6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4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7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122" name="Google Shape;122;p17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717350" y="1295950"/>
            <a:ext cx="3728400" cy="40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5" name="Google Shape;125;p17"/>
          <p:cNvSpPr txBox="1">
            <a:spLocks noGrp="1"/>
          </p:cNvSpPr>
          <p:nvPr>
            <p:ph type="subTitle" idx="1"/>
          </p:nvPr>
        </p:nvSpPr>
        <p:spPr>
          <a:xfrm>
            <a:off x="717350" y="1651849"/>
            <a:ext cx="37284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title" idx="2"/>
          </p:nvPr>
        </p:nvSpPr>
        <p:spPr>
          <a:xfrm>
            <a:off x="4691091" y="1295950"/>
            <a:ext cx="3728400" cy="40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subTitle" idx="3"/>
          </p:nvPr>
        </p:nvSpPr>
        <p:spPr>
          <a:xfrm>
            <a:off x="4691095" y="1651851"/>
            <a:ext cx="37284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7"/>
          <p:cNvSpPr txBox="1">
            <a:spLocks noGrp="1"/>
          </p:cNvSpPr>
          <p:nvPr>
            <p:ph type="title" idx="4"/>
          </p:nvPr>
        </p:nvSpPr>
        <p:spPr>
          <a:xfrm>
            <a:off x="717350" y="2865407"/>
            <a:ext cx="3728400" cy="40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subTitle" idx="5"/>
          </p:nvPr>
        </p:nvSpPr>
        <p:spPr>
          <a:xfrm>
            <a:off x="717350" y="3220675"/>
            <a:ext cx="37284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title" idx="6"/>
          </p:nvPr>
        </p:nvSpPr>
        <p:spPr>
          <a:xfrm>
            <a:off x="4691091" y="2865413"/>
            <a:ext cx="3728400" cy="40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subTitle" idx="7"/>
          </p:nvPr>
        </p:nvSpPr>
        <p:spPr>
          <a:xfrm>
            <a:off x="4691095" y="3220676"/>
            <a:ext cx="37284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title" idx="8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5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18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136" name="Google Shape;136;p18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18"/>
          <p:cNvSpPr txBox="1">
            <a:spLocks noGrp="1"/>
          </p:cNvSpPr>
          <p:nvPr>
            <p:ph type="title"/>
          </p:nvPr>
        </p:nvSpPr>
        <p:spPr>
          <a:xfrm>
            <a:off x="724350" y="953007"/>
            <a:ext cx="2563200" cy="73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9" name="Google Shape;139;p18"/>
          <p:cNvSpPr txBox="1">
            <a:spLocks noGrp="1"/>
          </p:cNvSpPr>
          <p:nvPr>
            <p:ph type="subTitle" idx="1"/>
          </p:nvPr>
        </p:nvSpPr>
        <p:spPr>
          <a:xfrm>
            <a:off x="724350" y="1650487"/>
            <a:ext cx="2563200" cy="10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title" idx="2"/>
          </p:nvPr>
        </p:nvSpPr>
        <p:spPr>
          <a:xfrm>
            <a:off x="3290800" y="961215"/>
            <a:ext cx="2563200" cy="73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subTitle" idx="3"/>
          </p:nvPr>
        </p:nvSpPr>
        <p:spPr>
          <a:xfrm>
            <a:off x="3290800" y="1650487"/>
            <a:ext cx="2563200" cy="10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title" idx="4"/>
          </p:nvPr>
        </p:nvSpPr>
        <p:spPr>
          <a:xfrm>
            <a:off x="724350" y="2741296"/>
            <a:ext cx="2563200" cy="73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subTitle" idx="5"/>
          </p:nvPr>
        </p:nvSpPr>
        <p:spPr>
          <a:xfrm>
            <a:off x="724350" y="3436046"/>
            <a:ext cx="2563200" cy="10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title" idx="6"/>
          </p:nvPr>
        </p:nvSpPr>
        <p:spPr>
          <a:xfrm>
            <a:off x="3290793" y="2741302"/>
            <a:ext cx="2563200" cy="73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subTitle" idx="7"/>
          </p:nvPr>
        </p:nvSpPr>
        <p:spPr>
          <a:xfrm>
            <a:off x="3290793" y="3436048"/>
            <a:ext cx="2563200" cy="10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8"/>
          <p:cNvSpPr txBox="1">
            <a:spLocks noGrp="1"/>
          </p:cNvSpPr>
          <p:nvPr>
            <p:ph type="title" idx="8"/>
          </p:nvPr>
        </p:nvSpPr>
        <p:spPr>
          <a:xfrm>
            <a:off x="5852375" y="961215"/>
            <a:ext cx="2563200" cy="73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7" name="Google Shape;147;p18"/>
          <p:cNvSpPr txBox="1">
            <a:spLocks noGrp="1"/>
          </p:cNvSpPr>
          <p:nvPr>
            <p:ph type="subTitle" idx="9"/>
          </p:nvPr>
        </p:nvSpPr>
        <p:spPr>
          <a:xfrm>
            <a:off x="5852377" y="1650487"/>
            <a:ext cx="2563200" cy="10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8"/>
          <p:cNvSpPr txBox="1">
            <a:spLocks noGrp="1"/>
          </p:cNvSpPr>
          <p:nvPr>
            <p:ph type="title" idx="13"/>
          </p:nvPr>
        </p:nvSpPr>
        <p:spPr>
          <a:xfrm>
            <a:off x="5852375" y="2741298"/>
            <a:ext cx="2563200" cy="73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9" name="Google Shape;149;p18"/>
          <p:cNvSpPr txBox="1">
            <a:spLocks noGrp="1"/>
          </p:cNvSpPr>
          <p:nvPr>
            <p:ph type="subTitle" idx="14"/>
          </p:nvPr>
        </p:nvSpPr>
        <p:spPr>
          <a:xfrm>
            <a:off x="5852378" y="3436047"/>
            <a:ext cx="2563200" cy="10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8"/>
          <p:cNvSpPr txBox="1">
            <a:spLocks noGrp="1"/>
          </p:cNvSpPr>
          <p:nvPr>
            <p:ph type="title" idx="15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6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9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154" name="Google Shape;154;p19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9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" name="Google Shape;156;p19"/>
          <p:cNvSpPr txBox="1">
            <a:spLocks noGrp="1"/>
          </p:cNvSpPr>
          <p:nvPr>
            <p:ph type="title" hasCustomPrompt="1"/>
          </p:nvPr>
        </p:nvSpPr>
        <p:spPr>
          <a:xfrm>
            <a:off x="1252403" y="1022536"/>
            <a:ext cx="4190700" cy="73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7" name="Google Shape;157;p19"/>
          <p:cNvSpPr txBox="1">
            <a:spLocks noGrp="1"/>
          </p:cNvSpPr>
          <p:nvPr>
            <p:ph type="subTitle" idx="1"/>
          </p:nvPr>
        </p:nvSpPr>
        <p:spPr>
          <a:xfrm>
            <a:off x="1252403" y="1620161"/>
            <a:ext cx="4190700" cy="384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58" name="Google Shape;158;p19"/>
          <p:cNvSpPr txBox="1">
            <a:spLocks noGrp="1"/>
          </p:cNvSpPr>
          <p:nvPr>
            <p:ph type="title" idx="2" hasCustomPrompt="1"/>
          </p:nvPr>
        </p:nvSpPr>
        <p:spPr>
          <a:xfrm>
            <a:off x="1252403" y="2080661"/>
            <a:ext cx="4190700" cy="73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9" name="Google Shape;159;p19"/>
          <p:cNvSpPr txBox="1">
            <a:spLocks noGrp="1"/>
          </p:cNvSpPr>
          <p:nvPr>
            <p:ph type="subTitle" idx="3"/>
          </p:nvPr>
        </p:nvSpPr>
        <p:spPr>
          <a:xfrm>
            <a:off x="1252403" y="2678261"/>
            <a:ext cx="4190700" cy="384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60" name="Google Shape;160;p19"/>
          <p:cNvSpPr txBox="1">
            <a:spLocks noGrp="1"/>
          </p:cNvSpPr>
          <p:nvPr>
            <p:ph type="title" idx="4" hasCustomPrompt="1"/>
          </p:nvPr>
        </p:nvSpPr>
        <p:spPr>
          <a:xfrm>
            <a:off x="1252404" y="3138786"/>
            <a:ext cx="4190700" cy="73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1" name="Google Shape;161;p19"/>
          <p:cNvSpPr txBox="1">
            <a:spLocks noGrp="1"/>
          </p:cNvSpPr>
          <p:nvPr>
            <p:ph type="subTitle" idx="5"/>
          </p:nvPr>
        </p:nvSpPr>
        <p:spPr>
          <a:xfrm>
            <a:off x="1252404" y="3736386"/>
            <a:ext cx="4190700" cy="384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20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165" name="Google Shape;165;p20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0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20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8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21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171" name="Google Shape;171;p21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1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" name="Google Shape;173;p21"/>
          <p:cNvGrpSpPr/>
          <p:nvPr/>
        </p:nvGrpSpPr>
        <p:grpSpPr>
          <a:xfrm>
            <a:off x="4924175" y="2984325"/>
            <a:ext cx="3447300" cy="1584600"/>
            <a:chOff x="4924175" y="3441525"/>
            <a:chExt cx="3447300" cy="1584600"/>
          </a:xfrm>
        </p:grpSpPr>
        <p:sp>
          <p:nvSpPr>
            <p:cNvPr id="174" name="Google Shape;174;p21"/>
            <p:cNvSpPr/>
            <p:nvPr/>
          </p:nvSpPr>
          <p:spPr>
            <a:xfrm>
              <a:off x="4924175" y="3441525"/>
              <a:ext cx="3447300" cy="1584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1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" name="Google Shape;176;p21"/>
          <p:cNvSpPr txBox="1">
            <a:spLocks noGrp="1"/>
          </p:cNvSpPr>
          <p:nvPr>
            <p:ph type="ctrTitle"/>
          </p:nvPr>
        </p:nvSpPr>
        <p:spPr>
          <a:xfrm>
            <a:off x="1697375" y="1229575"/>
            <a:ext cx="3294600" cy="9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7" name="Google Shape;177;p21"/>
          <p:cNvSpPr txBox="1">
            <a:spLocks noGrp="1"/>
          </p:cNvSpPr>
          <p:nvPr>
            <p:ph type="subTitle" idx="1"/>
          </p:nvPr>
        </p:nvSpPr>
        <p:spPr>
          <a:xfrm>
            <a:off x="1697375" y="2291627"/>
            <a:ext cx="3294600" cy="9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5017075" y="3285800"/>
            <a:ext cx="32946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sz="1000" b="1" u="sng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4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22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184" name="Google Shape;184;p22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2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" name="Google Shape;186;p22"/>
          <p:cNvGrpSpPr/>
          <p:nvPr/>
        </p:nvGrpSpPr>
        <p:grpSpPr>
          <a:xfrm>
            <a:off x="4924175" y="2984325"/>
            <a:ext cx="3447300" cy="1584600"/>
            <a:chOff x="4924175" y="3441525"/>
            <a:chExt cx="3447300" cy="1584600"/>
          </a:xfrm>
        </p:grpSpPr>
        <p:sp>
          <p:nvSpPr>
            <p:cNvPr id="187" name="Google Shape;187;p22"/>
            <p:cNvSpPr/>
            <p:nvPr/>
          </p:nvSpPr>
          <p:spPr>
            <a:xfrm>
              <a:off x="4924175" y="3441525"/>
              <a:ext cx="3447300" cy="1584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" name="Google Shape;189;p22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pSp>
        <p:nvGrpSpPr>
          <p:cNvPr id="190" name="Google Shape;190;p22"/>
          <p:cNvGrpSpPr/>
          <p:nvPr/>
        </p:nvGrpSpPr>
        <p:grpSpPr>
          <a:xfrm>
            <a:off x="11575" y="0"/>
            <a:ext cx="9132325" cy="414900"/>
            <a:chOff x="11575" y="0"/>
            <a:chExt cx="9132325" cy="414900"/>
          </a:xfrm>
        </p:grpSpPr>
        <p:sp>
          <p:nvSpPr>
            <p:cNvPr id="191" name="Google Shape;191;p22"/>
            <p:cNvSpPr/>
            <p:nvPr/>
          </p:nvSpPr>
          <p:spPr>
            <a:xfrm>
              <a:off x="11575" y="0"/>
              <a:ext cx="3048600" cy="414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2"/>
            <p:cNvSpPr/>
            <p:nvPr/>
          </p:nvSpPr>
          <p:spPr>
            <a:xfrm>
              <a:off x="3059300" y="0"/>
              <a:ext cx="6084600" cy="41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4_1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23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195" name="Google Shape;195;p23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3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7" name="Google Shape;197;p23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4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203" name="Google Shape;203;p24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4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5" name="Google Shape;205;p24"/>
          <p:cNvGrpSpPr/>
          <p:nvPr/>
        </p:nvGrpSpPr>
        <p:grpSpPr>
          <a:xfrm>
            <a:off x="4506625" y="3349925"/>
            <a:ext cx="3447300" cy="962400"/>
            <a:chOff x="4924175" y="3441525"/>
            <a:chExt cx="3447300" cy="962400"/>
          </a:xfrm>
        </p:grpSpPr>
        <p:sp>
          <p:nvSpPr>
            <p:cNvPr id="206" name="Google Shape;206;p24"/>
            <p:cNvSpPr/>
            <p:nvPr/>
          </p:nvSpPr>
          <p:spPr>
            <a:xfrm>
              <a:off x="4924175" y="3441525"/>
              <a:ext cx="3447300" cy="962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4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" name="Google Shape;208;p24"/>
          <p:cNvGrpSpPr/>
          <p:nvPr/>
        </p:nvGrpSpPr>
        <p:grpSpPr>
          <a:xfrm>
            <a:off x="6849418" y="1309976"/>
            <a:ext cx="1864833" cy="1637043"/>
            <a:chOff x="1054812" y="1029590"/>
            <a:chExt cx="3436214" cy="3912627"/>
          </a:xfrm>
        </p:grpSpPr>
        <p:sp>
          <p:nvSpPr>
            <p:cNvPr id="209" name="Google Shape;209;p24"/>
            <p:cNvSpPr/>
            <p:nvPr/>
          </p:nvSpPr>
          <p:spPr>
            <a:xfrm>
              <a:off x="1054812" y="1029617"/>
              <a:ext cx="3436200" cy="3912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4"/>
            <p:cNvSpPr/>
            <p:nvPr/>
          </p:nvSpPr>
          <p:spPr>
            <a:xfrm>
              <a:off x="1054825" y="1029590"/>
              <a:ext cx="34362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" name="Google Shape;211;p24"/>
          <p:cNvSpPr txBox="1"/>
          <p:nvPr/>
        </p:nvSpPr>
        <p:spPr>
          <a:xfrm>
            <a:off x="1084325" y="2012800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&lt;/</a:t>
            </a:r>
            <a:endParaRPr sz="3600">
              <a:solidFill>
                <a:schemeClr val="lt2"/>
              </a:solidFill>
            </a:endParaRPr>
          </a:p>
        </p:txBody>
      </p:sp>
      <p:sp>
        <p:nvSpPr>
          <p:cNvPr id="212" name="Google Shape;212;p24"/>
          <p:cNvSpPr txBox="1"/>
          <p:nvPr/>
        </p:nvSpPr>
        <p:spPr>
          <a:xfrm>
            <a:off x="5878825" y="1974375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/&gt;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213" name="Google Shape;213;p24"/>
          <p:cNvSpPr txBox="1"/>
          <p:nvPr/>
        </p:nvSpPr>
        <p:spPr>
          <a:xfrm>
            <a:off x="7198457" y="1873600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  <p:sp>
        <p:nvSpPr>
          <p:cNvPr id="214" name="Google Shape;214;p24"/>
          <p:cNvSpPr txBox="1">
            <a:spLocks noGrp="1"/>
          </p:cNvSpPr>
          <p:nvPr>
            <p:ph type="ctrTitle"/>
          </p:nvPr>
        </p:nvSpPr>
        <p:spPr>
          <a:xfrm>
            <a:off x="1875450" y="1974375"/>
            <a:ext cx="4148400" cy="7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Computer Science </a:t>
            </a:r>
            <a:r>
              <a:rPr lang="en"/>
              <a:t>Class 2026-27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15" name="Google Shape;215;p24"/>
          <p:cNvSpPr txBox="1">
            <a:spLocks noGrp="1"/>
          </p:cNvSpPr>
          <p:nvPr>
            <p:ph type="subTitle" idx="1"/>
          </p:nvPr>
        </p:nvSpPr>
        <p:spPr>
          <a:xfrm>
            <a:off x="4751650" y="3680600"/>
            <a:ext cx="3043800" cy="5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Presented by your teachers</a:t>
            </a:r>
            <a:endParaRPr sz="1400"/>
          </a:p>
        </p:txBody>
      </p:sp>
      <p:sp>
        <p:nvSpPr>
          <p:cNvPr id="216" name="Google Shape;216;p24"/>
          <p:cNvSpPr txBox="1"/>
          <p:nvPr/>
        </p:nvSpPr>
        <p:spPr>
          <a:xfrm>
            <a:off x="5361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Classroom Presentation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37303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 . .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25"/>
          <p:cNvGrpSpPr/>
          <p:nvPr/>
        </p:nvGrpSpPr>
        <p:grpSpPr>
          <a:xfrm>
            <a:off x="4806625" y="1238875"/>
            <a:ext cx="3617313" cy="3166995"/>
            <a:chOff x="1054825" y="1029588"/>
            <a:chExt cx="6665400" cy="7569300"/>
          </a:xfrm>
        </p:grpSpPr>
        <p:sp>
          <p:nvSpPr>
            <p:cNvPr id="223" name="Google Shape;223;p25"/>
            <p:cNvSpPr/>
            <p:nvPr/>
          </p:nvSpPr>
          <p:spPr>
            <a:xfrm>
              <a:off x="1054825" y="1029588"/>
              <a:ext cx="6665400" cy="7569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5"/>
            <p:cNvSpPr/>
            <p:nvPr/>
          </p:nvSpPr>
          <p:spPr>
            <a:xfrm>
              <a:off x="1054825" y="1029588"/>
              <a:ext cx="66654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25"/>
          <p:cNvSpPr txBox="1">
            <a:spLocks noGrp="1"/>
          </p:cNvSpPr>
          <p:nvPr>
            <p:ph type="title"/>
          </p:nvPr>
        </p:nvSpPr>
        <p:spPr>
          <a:xfrm>
            <a:off x="720000" y="475500"/>
            <a:ext cx="7704000" cy="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&lt;/ </a:t>
            </a:r>
            <a:r>
              <a:rPr lang="en"/>
              <a:t>Principal of Everest IT</a:t>
            </a:r>
            <a:endParaRPr/>
          </a:p>
        </p:txBody>
      </p:sp>
      <p:sp>
        <p:nvSpPr>
          <p:cNvPr id="226" name="Google Shape;226;p25"/>
          <p:cNvSpPr txBox="1">
            <a:spLocks noGrp="1"/>
          </p:cNvSpPr>
          <p:nvPr>
            <p:ph type="body" idx="1"/>
          </p:nvPr>
        </p:nvSpPr>
        <p:spPr>
          <a:xfrm>
            <a:off x="720000" y="1244275"/>
            <a:ext cx="3692400" cy="29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 err="1"/>
              <a:t>EverestIT</a:t>
            </a:r>
            <a:r>
              <a:rPr lang="en" dirty="0"/>
              <a:t> Founder</a:t>
            </a:r>
            <a:endParaRPr/>
          </a:p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Principal Technology Specialist (Microsoft)</a:t>
            </a:r>
            <a:endParaRPr/>
          </a:p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Masters in:</a:t>
            </a:r>
            <a:endParaRPr/>
          </a:p>
          <a:p>
            <a:pPr marL="914400" lvl="1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dirty="0"/>
              <a:t>Information Management</a:t>
            </a:r>
            <a:endParaRPr/>
          </a:p>
          <a:p>
            <a:pPr marL="914400" lvl="1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dirty="0"/>
              <a:t>Healthcare Management</a:t>
            </a:r>
            <a:endParaRPr/>
          </a:p>
          <a:p>
            <a:pPr marL="914400" lvl="1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dirty="0"/>
              <a:t>Senior Technical Leadership</a:t>
            </a:r>
            <a:endParaRPr/>
          </a:p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~30 years in IT Field Experience</a:t>
            </a:r>
            <a:endParaRPr dirty="0"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5"/>
          <p:cNvSpPr txBox="1"/>
          <p:nvPr/>
        </p:nvSpPr>
        <p:spPr>
          <a:xfrm>
            <a:off x="4950330" y="1581625"/>
            <a:ext cx="17748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Bijay</a:t>
            </a:r>
            <a:r>
              <a:rPr lang="en" sz="24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&gt;</a:t>
            </a:r>
            <a:endParaRPr sz="24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pic>
        <p:nvPicPr>
          <p:cNvPr id="228" name="Google Shape;2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7538" y="2079025"/>
            <a:ext cx="2255500" cy="225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26"/>
          <p:cNvGrpSpPr/>
          <p:nvPr/>
        </p:nvGrpSpPr>
        <p:grpSpPr>
          <a:xfrm>
            <a:off x="4806625" y="1238875"/>
            <a:ext cx="3617313" cy="3166995"/>
            <a:chOff x="1054825" y="1029588"/>
            <a:chExt cx="6665400" cy="7569300"/>
          </a:xfrm>
        </p:grpSpPr>
        <p:sp>
          <p:nvSpPr>
            <p:cNvPr id="234" name="Google Shape;234;p26"/>
            <p:cNvSpPr/>
            <p:nvPr/>
          </p:nvSpPr>
          <p:spPr>
            <a:xfrm>
              <a:off x="1054825" y="1029588"/>
              <a:ext cx="6665400" cy="7569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6"/>
            <p:cNvSpPr/>
            <p:nvPr/>
          </p:nvSpPr>
          <p:spPr>
            <a:xfrm>
              <a:off x="1054825" y="1029588"/>
              <a:ext cx="66654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" name="Google Shape;236;p26"/>
          <p:cNvSpPr txBox="1">
            <a:spLocks noGrp="1"/>
          </p:cNvSpPr>
          <p:nvPr>
            <p:ph type="title"/>
          </p:nvPr>
        </p:nvSpPr>
        <p:spPr>
          <a:xfrm>
            <a:off x="720000" y="475500"/>
            <a:ext cx="7704000" cy="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&lt;/ </a:t>
            </a:r>
            <a:r>
              <a:rPr lang="en"/>
              <a:t>Teachers</a:t>
            </a:r>
            <a:endParaRPr/>
          </a:p>
        </p:txBody>
      </p:sp>
      <p:sp>
        <p:nvSpPr>
          <p:cNvPr id="237" name="Google Shape;237;p26"/>
          <p:cNvSpPr txBox="1">
            <a:spLocks noGrp="1"/>
          </p:cNvSpPr>
          <p:nvPr>
            <p:ph type="body" idx="1"/>
          </p:nvPr>
        </p:nvSpPr>
        <p:spPr>
          <a:xfrm>
            <a:off x="724536" y="1153561"/>
            <a:ext cx="3692400" cy="29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  <a:buChar char="●"/>
            </a:pPr>
            <a:r>
              <a:rPr lang="en"/>
              <a:t>Bachelors &amp; Masters in    Computer Science</a:t>
            </a:r>
            <a:endParaRPr lang="en" dirty="0"/>
          </a:p>
          <a:p>
            <a:pPr>
              <a:lnSpc>
                <a:spcPct val="200000"/>
              </a:lnSpc>
              <a:buChar char="●"/>
            </a:pPr>
            <a:r>
              <a:rPr lang="en" dirty="0"/>
              <a:t>Software Engineer Intern at </a:t>
            </a:r>
            <a:r>
              <a:rPr lang="en"/>
              <a:t>Northrop Grumman and BNY</a:t>
            </a:r>
          </a:p>
          <a:p>
            <a:pPr>
              <a:lnSpc>
                <a:spcPct val="200000"/>
              </a:lnSpc>
              <a:buChar char="●"/>
            </a:pPr>
            <a:r>
              <a:rPr lang="en"/>
              <a:t>Software Engineer at Google​</a:t>
            </a:r>
          </a:p>
        </p:txBody>
      </p:sp>
      <p:sp>
        <p:nvSpPr>
          <p:cNvPr id="238" name="Google Shape;238;p26"/>
          <p:cNvSpPr txBox="1"/>
          <p:nvPr/>
        </p:nvSpPr>
        <p:spPr>
          <a:xfrm>
            <a:off x="4950330" y="1581625"/>
            <a:ext cx="17748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Sanskar</a:t>
            </a:r>
            <a:r>
              <a:rPr lang="en" sz="24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&gt;</a:t>
            </a:r>
            <a:endParaRPr sz="24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pic>
        <p:nvPicPr>
          <p:cNvPr id="3" name="Picture 2" descr="A person standing in front of a building&#10;&#10;AI-generated content may be incorrect.">
            <a:extLst>
              <a:ext uri="{FF2B5EF4-FFF2-40B4-BE49-F238E27FC236}">
                <a16:creationId xmlns:a16="http://schemas.microsoft.com/office/drawing/2014/main" id="{D5E0A2DC-C61B-D5D4-F703-75E49CEED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077" y="2003867"/>
            <a:ext cx="1774182" cy="23438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7"/>
          <p:cNvGrpSpPr/>
          <p:nvPr/>
        </p:nvGrpSpPr>
        <p:grpSpPr>
          <a:xfrm>
            <a:off x="4806625" y="1238875"/>
            <a:ext cx="3617313" cy="3166995"/>
            <a:chOff x="1054825" y="1029588"/>
            <a:chExt cx="6665400" cy="7569300"/>
          </a:xfrm>
        </p:grpSpPr>
        <p:sp>
          <p:nvSpPr>
            <p:cNvPr id="245" name="Google Shape;245;p27"/>
            <p:cNvSpPr/>
            <p:nvPr/>
          </p:nvSpPr>
          <p:spPr>
            <a:xfrm>
              <a:off x="1054825" y="1029588"/>
              <a:ext cx="6665400" cy="7569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7"/>
            <p:cNvSpPr/>
            <p:nvPr/>
          </p:nvSpPr>
          <p:spPr>
            <a:xfrm>
              <a:off x="1054825" y="1029588"/>
              <a:ext cx="66654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7" name="Google Shape;247;p27"/>
          <p:cNvSpPr txBox="1">
            <a:spLocks noGrp="1"/>
          </p:cNvSpPr>
          <p:nvPr>
            <p:ph type="title"/>
          </p:nvPr>
        </p:nvSpPr>
        <p:spPr>
          <a:xfrm>
            <a:off x="720000" y="475500"/>
            <a:ext cx="7704000" cy="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&lt;/ </a:t>
            </a:r>
            <a:r>
              <a:rPr lang="en"/>
              <a:t>Teachers</a:t>
            </a:r>
            <a:endParaRPr/>
          </a:p>
        </p:txBody>
      </p:sp>
      <p:sp>
        <p:nvSpPr>
          <p:cNvPr id="248" name="Google Shape;248;p27"/>
          <p:cNvSpPr txBox="1">
            <a:spLocks noGrp="1"/>
          </p:cNvSpPr>
          <p:nvPr>
            <p:ph type="body" idx="1"/>
          </p:nvPr>
        </p:nvSpPr>
        <p:spPr>
          <a:xfrm>
            <a:off x="720000" y="1244275"/>
            <a:ext cx="3692400" cy="29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  <a:buChar char="●"/>
            </a:pPr>
            <a:r>
              <a:rPr lang="en" dirty="0"/>
              <a:t>Lead Software engineer at  </a:t>
            </a:r>
            <a:r>
              <a:rPr lang="en" err="1"/>
              <a:t>Flaship</a:t>
            </a:r>
            <a:r>
              <a:rPr lang="en" dirty="0"/>
              <a:t> Financial </a:t>
            </a:r>
            <a:r>
              <a:rPr lang="en"/>
              <a:t>Group</a:t>
            </a:r>
            <a:endParaRPr lang="en" dirty="0"/>
          </a:p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Avid learner</a:t>
            </a:r>
            <a:endParaRPr/>
          </a:p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Masters in Software Engineering</a:t>
            </a:r>
            <a:endParaRPr/>
          </a:p>
          <a:p>
            <a:pPr>
              <a:lnSpc>
                <a:spcPct val="200000"/>
              </a:lnSpc>
              <a:buChar char="●"/>
            </a:pPr>
            <a:r>
              <a:rPr lang="en" dirty="0"/>
              <a:t>FOSS contributor – Bitcoin, Large Language Models, OpenAI</a:t>
            </a:r>
            <a:endParaRPr dirty="0"/>
          </a:p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7"/>
          <p:cNvSpPr txBox="1"/>
          <p:nvPr/>
        </p:nvSpPr>
        <p:spPr>
          <a:xfrm>
            <a:off x="4950330" y="1581625"/>
            <a:ext cx="17748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Abhigya</a:t>
            </a:r>
            <a:r>
              <a:rPr lang="en" sz="24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&gt;</a:t>
            </a:r>
            <a:endParaRPr sz="24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pic>
        <p:nvPicPr>
          <p:cNvPr id="2" name="Picture 1" descr="A person in a suit&#10;&#10;Description automatically generated">
            <a:extLst>
              <a:ext uri="{FF2B5EF4-FFF2-40B4-BE49-F238E27FC236}">
                <a16:creationId xmlns:a16="http://schemas.microsoft.com/office/drawing/2014/main" id="{56480043-5EA4-C14C-2383-424BC9284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482" y="2035294"/>
            <a:ext cx="1525798" cy="22860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&lt;/ </a:t>
            </a:r>
            <a:r>
              <a:rPr lang="en"/>
              <a:t>Assistant Teachers</a:t>
            </a:r>
            <a:endParaRPr/>
          </a:p>
        </p:txBody>
      </p:sp>
      <p:sp>
        <p:nvSpPr>
          <p:cNvPr id="257" name="Google Shape;257;p28"/>
          <p:cNvSpPr txBox="1">
            <a:spLocks noGrp="1"/>
          </p:cNvSpPr>
          <p:nvPr>
            <p:ph type="subTitle" idx="4"/>
          </p:nvPr>
        </p:nvSpPr>
        <p:spPr>
          <a:xfrm>
            <a:off x="3966881" y="4147200"/>
            <a:ext cx="1216190" cy="4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Ishwari Ma'am</a:t>
            </a:r>
            <a:endParaRPr dirty="0"/>
          </a:p>
        </p:txBody>
      </p:sp>
      <p:sp>
        <p:nvSpPr>
          <p:cNvPr id="6" name="Google Shape;259;p28">
            <a:extLst>
              <a:ext uri="{FF2B5EF4-FFF2-40B4-BE49-F238E27FC236}">
                <a16:creationId xmlns:a16="http://schemas.microsoft.com/office/drawing/2014/main" id="{0086CC82-890E-B8CB-8ADF-1ACB6220A550}"/>
              </a:ext>
            </a:extLst>
          </p:cNvPr>
          <p:cNvSpPr txBox="1"/>
          <p:nvPr/>
        </p:nvSpPr>
        <p:spPr>
          <a:xfrm>
            <a:off x="3967698" y="3456700"/>
            <a:ext cx="1216800" cy="6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/&gt;</a:t>
            </a:r>
            <a:r>
              <a:rPr lang="en" sz="3600">
                <a:solidFill>
                  <a:schemeClr val="dk1"/>
                </a:solidFill>
              </a:rPr>
              <a:t> **</a:t>
            </a:r>
            <a:endParaRPr sz="3600">
              <a:solidFill>
                <a:schemeClr val="accent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2876E5-89BE-CC43-078C-6C5942EB8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086" y="1035076"/>
            <a:ext cx="2804916" cy="24876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/>
        </p:nvSpPr>
        <p:spPr>
          <a:xfrm flipH="1">
            <a:off x="725909" y="1609610"/>
            <a:ext cx="1853365" cy="513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1200" dirty="0">
                <a:solidFill>
                  <a:schemeClr val="dk1"/>
                </a:solidFill>
                <a:latin typeface="Source Code Pro"/>
                <a:ea typeface="Source Code Pro"/>
              </a:rPr>
              <a:t>(First Week)</a:t>
            </a:r>
            <a:endParaRPr lang="en-US" dirty="0">
              <a:solidFill>
                <a:schemeClr val="dk1"/>
              </a:solidFill>
              <a:latin typeface="Source Code Pro"/>
            </a:endParaRP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Introduction</a:t>
            </a:r>
            <a:endParaRPr lang="en-US" sz="1200" dirty="0">
              <a:solidFill>
                <a:schemeClr val="dk1"/>
              </a:solidFill>
              <a:latin typeface="Source Code Pro"/>
              <a:ea typeface="Source Code Pro"/>
              <a:cs typeface="Source Code Pro"/>
            </a:endParaRPr>
          </a:p>
          <a:p>
            <a:pPr algn="ctr"/>
            <a:endParaRPr lang="en" sz="1200" dirty="0">
              <a:solidFill>
                <a:schemeClr val="dk1"/>
              </a:solidFill>
              <a:latin typeface="Source Code Pro"/>
              <a:ea typeface="Source Code Pro"/>
            </a:endParaRPr>
          </a:p>
          <a:p>
            <a:pPr algn="ctr"/>
            <a:endParaRPr lang="en" sz="1200" dirty="0">
              <a:solidFill>
                <a:schemeClr val="dk1"/>
              </a:solidFill>
              <a:latin typeface="Source Code Pro"/>
              <a:ea typeface="Source Code Pro"/>
            </a:endParaRPr>
          </a:p>
        </p:txBody>
      </p:sp>
      <p:sp>
        <p:nvSpPr>
          <p:cNvPr id="267" name="Google Shape;267;p29"/>
          <p:cNvSpPr txBox="1"/>
          <p:nvPr/>
        </p:nvSpPr>
        <p:spPr>
          <a:xfrm flipH="1">
            <a:off x="2669400" y="1709253"/>
            <a:ext cx="18579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1200" dirty="0">
                <a:solidFill>
                  <a:schemeClr val="dk1"/>
                </a:solidFill>
                <a:latin typeface="Source Code Pro"/>
                <a:ea typeface="Source Code Pro"/>
                <a:sym typeface="Source Code Pro"/>
              </a:rPr>
              <a:t>PC Hardware</a:t>
            </a:r>
            <a:endParaRPr lang="en-US" dirty="0"/>
          </a:p>
        </p:txBody>
      </p:sp>
      <p:sp>
        <p:nvSpPr>
          <p:cNvPr id="268" name="Google Shape;268;p29"/>
          <p:cNvSpPr txBox="1"/>
          <p:nvPr/>
        </p:nvSpPr>
        <p:spPr>
          <a:xfrm flipH="1">
            <a:off x="4617400" y="1709246"/>
            <a:ext cx="18579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1200" dirty="0">
                <a:solidFill>
                  <a:schemeClr val="dk1"/>
                </a:solidFill>
                <a:latin typeface="Source Code Pro"/>
                <a:ea typeface="Source Code Pro"/>
                <a:sym typeface="Source Code Pro"/>
              </a:rPr>
              <a:t>Networking Basics</a:t>
            </a:r>
            <a:endParaRPr lang="en-US" dirty="0"/>
          </a:p>
        </p:txBody>
      </p:sp>
      <p:sp>
        <p:nvSpPr>
          <p:cNvPr id="269" name="Google Shape;269;p29"/>
          <p:cNvSpPr txBox="1"/>
          <p:nvPr/>
        </p:nvSpPr>
        <p:spPr>
          <a:xfrm flipH="1">
            <a:off x="6565425" y="1709000"/>
            <a:ext cx="1853365" cy="413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Windows</a:t>
            </a:r>
          </a:p>
        </p:txBody>
      </p:sp>
      <p:sp>
        <p:nvSpPr>
          <p:cNvPr id="270" name="Google Shape;270;p29"/>
          <p:cNvSpPr txBox="1">
            <a:spLocks noGrp="1"/>
          </p:cNvSpPr>
          <p:nvPr>
            <p:ph type="title"/>
          </p:nvPr>
        </p:nvSpPr>
        <p:spPr>
          <a:xfrm>
            <a:off x="724524" y="67230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>
                <a:solidFill>
                  <a:schemeClr val="lt2"/>
                </a:solidFill>
              </a:rPr>
              <a:t>&lt;/ Rough </a:t>
            </a:r>
            <a:r>
              <a:rPr lang="en" sz="2400" dirty="0"/>
              <a:t>Timeline of the Class (6 months to infinity)</a:t>
            </a:r>
            <a:endParaRPr lang="en-US" sz="2400" dirty="0"/>
          </a:p>
        </p:txBody>
      </p:sp>
      <p:sp>
        <p:nvSpPr>
          <p:cNvPr id="271" name="Google Shape;271;p29"/>
          <p:cNvSpPr/>
          <p:nvPr/>
        </p:nvSpPr>
        <p:spPr>
          <a:xfrm>
            <a:off x="1562125" y="2370869"/>
            <a:ext cx="176400" cy="17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9"/>
          <p:cNvSpPr/>
          <p:nvPr/>
        </p:nvSpPr>
        <p:spPr>
          <a:xfrm>
            <a:off x="3510142" y="2370869"/>
            <a:ext cx="176400" cy="1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9"/>
          <p:cNvSpPr/>
          <p:nvPr/>
        </p:nvSpPr>
        <p:spPr>
          <a:xfrm>
            <a:off x="5458158" y="2370869"/>
            <a:ext cx="176400" cy="17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9"/>
          <p:cNvSpPr/>
          <p:nvPr/>
        </p:nvSpPr>
        <p:spPr>
          <a:xfrm>
            <a:off x="7406175" y="2370869"/>
            <a:ext cx="176400" cy="17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5" name="Google Shape;275;p29"/>
          <p:cNvCxnSpPr>
            <a:stCxn id="271" idx="3"/>
            <a:endCxn id="272" idx="1"/>
          </p:cNvCxnSpPr>
          <p:nvPr/>
        </p:nvCxnSpPr>
        <p:spPr>
          <a:xfrm>
            <a:off x="1738525" y="2459069"/>
            <a:ext cx="1771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6" name="Google Shape;276;p29"/>
          <p:cNvCxnSpPr>
            <a:stCxn id="272" idx="3"/>
            <a:endCxn id="273" idx="1"/>
          </p:cNvCxnSpPr>
          <p:nvPr/>
        </p:nvCxnSpPr>
        <p:spPr>
          <a:xfrm>
            <a:off x="3686542" y="2459069"/>
            <a:ext cx="1771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29"/>
          <p:cNvCxnSpPr>
            <a:stCxn id="273" idx="3"/>
            <a:endCxn id="274" idx="1"/>
          </p:cNvCxnSpPr>
          <p:nvPr/>
        </p:nvCxnSpPr>
        <p:spPr>
          <a:xfrm>
            <a:off x="5634558" y="2459069"/>
            <a:ext cx="1771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" name="Google Shape;278;p29"/>
          <p:cNvCxnSpPr>
            <a:stCxn id="271" idx="0"/>
            <a:endCxn id="266" idx="2"/>
          </p:cNvCxnSpPr>
          <p:nvPr/>
        </p:nvCxnSpPr>
        <p:spPr>
          <a:xfrm flipV="1">
            <a:off x="1650325" y="2123096"/>
            <a:ext cx="2266" cy="24777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" name="Google Shape;279;p29"/>
          <p:cNvCxnSpPr>
            <a:stCxn id="272" idx="0"/>
            <a:endCxn id="267" idx="2"/>
          </p:cNvCxnSpPr>
          <p:nvPr/>
        </p:nvCxnSpPr>
        <p:spPr>
          <a:xfrm rot="10800000">
            <a:off x="3598342" y="2123069"/>
            <a:ext cx="0" cy="247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" name="Google Shape;280;p29"/>
          <p:cNvCxnSpPr>
            <a:stCxn id="273" idx="0"/>
            <a:endCxn id="268" idx="2"/>
          </p:cNvCxnSpPr>
          <p:nvPr/>
        </p:nvCxnSpPr>
        <p:spPr>
          <a:xfrm rot="10800000">
            <a:off x="5546358" y="2123069"/>
            <a:ext cx="0" cy="247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29"/>
          <p:cNvCxnSpPr>
            <a:stCxn id="274" idx="0"/>
            <a:endCxn id="269" idx="2"/>
          </p:cNvCxnSpPr>
          <p:nvPr/>
        </p:nvCxnSpPr>
        <p:spPr>
          <a:xfrm flipH="1" flipV="1">
            <a:off x="7492107" y="2122951"/>
            <a:ext cx="2268" cy="24791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2" name="Google Shape;282;p29"/>
          <p:cNvSpPr/>
          <p:nvPr/>
        </p:nvSpPr>
        <p:spPr>
          <a:xfrm>
            <a:off x="1562125" y="2986119"/>
            <a:ext cx="176400" cy="17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9"/>
          <p:cNvSpPr/>
          <p:nvPr/>
        </p:nvSpPr>
        <p:spPr>
          <a:xfrm>
            <a:off x="3510142" y="2986119"/>
            <a:ext cx="176400" cy="1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9"/>
          <p:cNvSpPr/>
          <p:nvPr/>
        </p:nvSpPr>
        <p:spPr>
          <a:xfrm>
            <a:off x="5458158" y="2986119"/>
            <a:ext cx="176400" cy="17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9"/>
          <p:cNvSpPr/>
          <p:nvPr/>
        </p:nvSpPr>
        <p:spPr>
          <a:xfrm>
            <a:off x="7406175" y="2986119"/>
            <a:ext cx="176400" cy="17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9"/>
          <p:cNvSpPr txBox="1"/>
          <p:nvPr/>
        </p:nvSpPr>
        <p:spPr>
          <a:xfrm flipH="1">
            <a:off x="721375" y="3362294"/>
            <a:ext cx="18579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1200" dirty="0">
                <a:solidFill>
                  <a:schemeClr val="dk1"/>
                </a:solidFill>
                <a:latin typeface="Source Code Pro"/>
                <a:ea typeface="Source Code Pro"/>
                <a:sym typeface="Source Code Pro"/>
              </a:rPr>
              <a:t>Cloud Basics</a:t>
            </a:r>
            <a:br>
              <a:rPr lang="en" sz="1200" dirty="0">
                <a:solidFill>
                  <a:schemeClr val="dk1"/>
                </a:solidFill>
                <a:latin typeface="Source Code Pro"/>
                <a:ea typeface="Source Code Pro"/>
                <a:sym typeface="Source Code Pro"/>
              </a:rPr>
            </a:br>
            <a:r>
              <a:rPr lang="en" sz="1200" dirty="0">
                <a:solidFill>
                  <a:schemeClr val="dk1"/>
                </a:solidFill>
                <a:latin typeface="Source Code Pro"/>
                <a:ea typeface="Source Code Pro"/>
              </a:rPr>
              <a:t>(First Week)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287" name="Google Shape;287;p29"/>
          <p:cNvSpPr txBox="1"/>
          <p:nvPr/>
        </p:nvSpPr>
        <p:spPr>
          <a:xfrm flipH="1">
            <a:off x="2669392" y="3362294"/>
            <a:ext cx="18579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1200" dirty="0">
                <a:solidFill>
                  <a:schemeClr val="dk1"/>
                </a:solidFill>
                <a:latin typeface="Source Code Pro"/>
                <a:ea typeface="Source Code Pro"/>
              </a:rPr>
              <a:t>Azure</a:t>
            </a:r>
            <a:endParaRPr lang="en-US" dirty="0"/>
          </a:p>
        </p:txBody>
      </p:sp>
      <p:sp>
        <p:nvSpPr>
          <p:cNvPr id="288" name="Google Shape;288;p29"/>
          <p:cNvSpPr txBox="1"/>
          <p:nvPr/>
        </p:nvSpPr>
        <p:spPr>
          <a:xfrm flipH="1">
            <a:off x="4617408" y="3362294"/>
            <a:ext cx="18579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Source Code Pro"/>
                <a:ea typeface="Source Code Pro"/>
                <a:sym typeface="Source Code Pro"/>
              </a:rPr>
              <a:t>AI</a:t>
            </a:r>
            <a:endParaRPr lang="en-US" dirty="0"/>
          </a:p>
        </p:txBody>
      </p:sp>
      <p:sp>
        <p:nvSpPr>
          <p:cNvPr id="289" name="Google Shape;289;p29"/>
          <p:cNvSpPr txBox="1"/>
          <p:nvPr/>
        </p:nvSpPr>
        <p:spPr>
          <a:xfrm flipH="1">
            <a:off x="6565425" y="3362294"/>
            <a:ext cx="1857900" cy="1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1200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Final Project/Test</a:t>
            </a:r>
            <a:endParaRPr sz="1200" dirty="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290" name="Google Shape;290;p29"/>
          <p:cNvCxnSpPr>
            <a:cxnSpLocks/>
            <a:stCxn id="282" idx="3"/>
            <a:endCxn id="283" idx="1"/>
          </p:cNvCxnSpPr>
          <p:nvPr/>
        </p:nvCxnSpPr>
        <p:spPr>
          <a:xfrm>
            <a:off x="1738525" y="3074319"/>
            <a:ext cx="1771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1" name="Google Shape;291;p29"/>
          <p:cNvCxnSpPr>
            <a:stCxn id="283" idx="3"/>
            <a:endCxn id="284" idx="1"/>
          </p:cNvCxnSpPr>
          <p:nvPr/>
        </p:nvCxnSpPr>
        <p:spPr>
          <a:xfrm>
            <a:off x="3686542" y="3074319"/>
            <a:ext cx="1771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" name="Google Shape;292;p29"/>
          <p:cNvCxnSpPr>
            <a:stCxn id="284" idx="3"/>
            <a:endCxn id="285" idx="1"/>
          </p:cNvCxnSpPr>
          <p:nvPr/>
        </p:nvCxnSpPr>
        <p:spPr>
          <a:xfrm>
            <a:off x="5634558" y="3074319"/>
            <a:ext cx="1771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" name="Google Shape;294;p29"/>
          <p:cNvCxnSpPr>
            <a:cxnSpLocks/>
            <a:stCxn id="283" idx="2"/>
            <a:endCxn id="287" idx="0"/>
          </p:cNvCxnSpPr>
          <p:nvPr/>
        </p:nvCxnSpPr>
        <p:spPr>
          <a:xfrm>
            <a:off x="3598342" y="3162519"/>
            <a:ext cx="0" cy="1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5" name="Google Shape;295;p29"/>
          <p:cNvCxnSpPr>
            <a:stCxn id="284" idx="2"/>
            <a:endCxn id="288" idx="0"/>
          </p:cNvCxnSpPr>
          <p:nvPr/>
        </p:nvCxnSpPr>
        <p:spPr>
          <a:xfrm>
            <a:off x="5546358" y="3162519"/>
            <a:ext cx="0" cy="1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6" name="Google Shape;296;p29"/>
          <p:cNvCxnSpPr>
            <a:stCxn id="285" idx="2"/>
            <a:endCxn id="289" idx="0"/>
          </p:cNvCxnSpPr>
          <p:nvPr/>
        </p:nvCxnSpPr>
        <p:spPr>
          <a:xfrm>
            <a:off x="7494375" y="3162519"/>
            <a:ext cx="0" cy="1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" name="Google Shape;297;p29"/>
          <p:cNvCxnSpPr>
            <a:cxnSpLocks/>
            <a:stCxn id="274" idx="3"/>
            <a:endCxn id="282" idx="1"/>
          </p:cNvCxnSpPr>
          <p:nvPr/>
        </p:nvCxnSpPr>
        <p:spPr>
          <a:xfrm flipH="1">
            <a:off x="1562175" y="2459069"/>
            <a:ext cx="6020400" cy="615300"/>
          </a:xfrm>
          <a:prstGeom prst="bentConnector5">
            <a:avLst>
              <a:gd name="adj1" fmla="val -3955"/>
              <a:gd name="adj2" fmla="val 49996"/>
              <a:gd name="adj3" fmla="val 10395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" name="Google Shape;294;p29">
            <a:extLst>
              <a:ext uri="{FF2B5EF4-FFF2-40B4-BE49-F238E27FC236}">
                <a16:creationId xmlns:a16="http://schemas.microsoft.com/office/drawing/2014/main" id="{085DA82F-BFFC-318E-11CC-E94066B0FE17}"/>
              </a:ext>
            </a:extLst>
          </p:cNvPr>
          <p:cNvCxnSpPr>
            <a:cxnSpLocks/>
          </p:cNvCxnSpPr>
          <p:nvPr/>
        </p:nvCxnSpPr>
        <p:spPr>
          <a:xfrm>
            <a:off x="1652520" y="3162518"/>
            <a:ext cx="0" cy="1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5AF87B1-F996-3B04-D366-C1DA6BB3B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7"/>
            <a:ext cx="9144000" cy="51393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0"/>
          <p:cNvSpPr txBox="1">
            <a:spLocks noGrp="1"/>
          </p:cNvSpPr>
          <p:nvPr>
            <p:ph type="subTitle" idx="3"/>
          </p:nvPr>
        </p:nvSpPr>
        <p:spPr>
          <a:xfrm>
            <a:off x="1252403" y="2678261"/>
            <a:ext cx="4190700" cy="3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Attend the class on time to be successful</a:t>
            </a:r>
            <a:endParaRPr/>
          </a:p>
        </p:txBody>
      </p:sp>
      <p:sp>
        <p:nvSpPr>
          <p:cNvPr id="303" name="Google Shape;303;p30"/>
          <p:cNvSpPr txBox="1">
            <a:spLocks noGrp="1"/>
          </p:cNvSpPr>
          <p:nvPr>
            <p:ph type="title"/>
          </p:nvPr>
        </p:nvSpPr>
        <p:spPr>
          <a:xfrm>
            <a:off x="1252403" y="1022536"/>
            <a:ext cx="41907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{</a:t>
            </a:r>
            <a:r>
              <a:rPr lang="en"/>
              <a:t>Be respectful}</a:t>
            </a:r>
            <a:endParaRPr/>
          </a:p>
        </p:txBody>
      </p:sp>
      <p:sp>
        <p:nvSpPr>
          <p:cNvPr id="304" name="Google Shape;304;p30"/>
          <p:cNvSpPr txBox="1">
            <a:spLocks noGrp="1"/>
          </p:cNvSpPr>
          <p:nvPr>
            <p:ph type="subTitle" idx="1"/>
          </p:nvPr>
        </p:nvSpPr>
        <p:spPr>
          <a:xfrm>
            <a:off x="1252403" y="1620161"/>
            <a:ext cx="4190700" cy="3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Respect your fellow students and treat them as you want to be treated</a:t>
            </a:r>
            <a:endParaRPr/>
          </a:p>
        </p:txBody>
      </p:sp>
      <p:sp>
        <p:nvSpPr>
          <p:cNvPr id="305" name="Google Shape;305;p30"/>
          <p:cNvSpPr txBox="1">
            <a:spLocks noGrp="1"/>
          </p:cNvSpPr>
          <p:nvPr>
            <p:ph type="title" idx="2"/>
          </p:nvPr>
        </p:nvSpPr>
        <p:spPr>
          <a:xfrm>
            <a:off x="1252403" y="2080661"/>
            <a:ext cx="41907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{Be on time</a:t>
            </a:r>
            <a:r>
              <a:rPr lang="en">
                <a:solidFill>
                  <a:schemeClr val="accent1"/>
                </a:solidFill>
              </a:rPr>
              <a:t>}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06" name="Google Shape;306;p30"/>
          <p:cNvSpPr txBox="1">
            <a:spLocks noGrp="1"/>
          </p:cNvSpPr>
          <p:nvPr>
            <p:ph type="title" idx="4"/>
          </p:nvPr>
        </p:nvSpPr>
        <p:spPr>
          <a:xfrm>
            <a:off x="1252404" y="3138786"/>
            <a:ext cx="41907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{</a:t>
            </a:r>
            <a:r>
              <a:rPr lang="en"/>
              <a:t>Be ready}</a:t>
            </a:r>
            <a:endParaRPr/>
          </a:p>
        </p:txBody>
      </p:sp>
      <p:sp>
        <p:nvSpPr>
          <p:cNvPr id="307" name="Google Shape;307;p30"/>
          <p:cNvSpPr txBox="1">
            <a:spLocks noGrp="1"/>
          </p:cNvSpPr>
          <p:nvPr>
            <p:ph type="subTitle" idx="5"/>
          </p:nvPr>
        </p:nvSpPr>
        <p:spPr>
          <a:xfrm>
            <a:off x="1252404" y="3736386"/>
            <a:ext cx="4190700" cy="3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yourself up for success by bringing the necessary tools</a:t>
            </a:r>
            <a:endParaRPr/>
          </a:p>
        </p:txBody>
      </p:sp>
      <p:sp>
        <p:nvSpPr>
          <p:cNvPr id="308" name="Google Shape;308;p30"/>
          <p:cNvSpPr txBox="1"/>
          <p:nvPr/>
        </p:nvSpPr>
        <p:spPr>
          <a:xfrm>
            <a:off x="7721100" y="3868300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/&gt;</a:t>
            </a:r>
            <a:endParaRPr sz="3600">
              <a:solidFill>
                <a:schemeClr val="dk1"/>
              </a:solidFill>
            </a:endParaRPr>
          </a:p>
        </p:txBody>
      </p:sp>
      <p:grpSp>
        <p:nvGrpSpPr>
          <p:cNvPr id="309" name="Google Shape;309;p30"/>
          <p:cNvGrpSpPr/>
          <p:nvPr/>
        </p:nvGrpSpPr>
        <p:grpSpPr>
          <a:xfrm>
            <a:off x="5827600" y="697350"/>
            <a:ext cx="2119748" cy="1127400"/>
            <a:chOff x="4924170" y="3441525"/>
            <a:chExt cx="3447305" cy="1127400"/>
          </a:xfrm>
        </p:grpSpPr>
        <p:sp>
          <p:nvSpPr>
            <p:cNvPr id="310" name="Google Shape;310;p30"/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0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2" name="Google Shape;312;p30"/>
          <p:cNvSpPr txBox="1"/>
          <p:nvPr/>
        </p:nvSpPr>
        <p:spPr>
          <a:xfrm>
            <a:off x="6279082" y="1016750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31"/>
          <p:cNvGrpSpPr/>
          <p:nvPr/>
        </p:nvGrpSpPr>
        <p:grpSpPr>
          <a:xfrm flipH="1">
            <a:off x="1837996" y="726625"/>
            <a:ext cx="6578100" cy="3438300"/>
            <a:chOff x="772525" y="726625"/>
            <a:chExt cx="6578100" cy="3438300"/>
          </a:xfrm>
        </p:grpSpPr>
        <p:sp>
          <p:nvSpPr>
            <p:cNvPr id="318" name="Google Shape;318;p31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1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0" name="Google Shape;320;p31"/>
          <p:cNvGrpSpPr/>
          <p:nvPr/>
        </p:nvGrpSpPr>
        <p:grpSpPr>
          <a:xfrm flipH="1">
            <a:off x="4066704" y="3324200"/>
            <a:ext cx="3447300" cy="962400"/>
            <a:chOff x="4924175" y="3441525"/>
            <a:chExt cx="3447300" cy="962400"/>
          </a:xfrm>
        </p:grpSpPr>
        <p:sp>
          <p:nvSpPr>
            <p:cNvPr id="321" name="Google Shape;321;p31"/>
            <p:cNvSpPr/>
            <p:nvPr/>
          </p:nvSpPr>
          <p:spPr>
            <a:xfrm>
              <a:off x="4924175" y="3441525"/>
              <a:ext cx="3447300" cy="962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3" name="Google Shape;323;p31"/>
          <p:cNvGrpSpPr/>
          <p:nvPr/>
        </p:nvGrpSpPr>
        <p:grpSpPr>
          <a:xfrm flipH="1">
            <a:off x="839620" y="2361876"/>
            <a:ext cx="1864833" cy="1637043"/>
            <a:chOff x="1054812" y="1029590"/>
            <a:chExt cx="3436214" cy="3912627"/>
          </a:xfrm>
        </p:grpSpPr>
        <p:sp>
          <p:nvSpPr>
            <p:cNvPr id="324" name="Google Shape;324;p31"/>
            <p:cNvSpPr/>
            <p:nvPr/>
          </p:nvSpPr>
          <p:spPr>
            <a:xfrm>
              <a:off x="1054812" y="1029617"/>
              <a:ext cx="3436200" cy="3912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1"/>
            <p:cNvSpPr/>
            <p:nvPr/>
          </p:nvSpPr>
          <p:spPr>
            <a:xfrm>
              <a:off x="1054825" y="1029590"/>
              <a:ext cx="34362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6" name="Google Shape;326;p31"/>
          <p:cNvSpPr txBox="1">
            <a:spLocks noGrp="1"/>
          </p:cNvSpPr>
          <p:nvPr>
            <p:ph type="title"/>
          </p:nvPr>
        </p:nvSpPr>
        <p:spPr>
          <a:xfrm>
            <a:off x="3030250" y="1291525"/>
            <a:ext cx="4711500" cy="119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327" name="Google Shape;327;p31"/>
          <p:cNvSpPr txBox="1">
            <a:spLocks noGrp="1"/>
          </p:cNvSpPr>
          <p:nvPr>
            <p:ph type="subTitle" idx="1"/>
          </p:nvPr>
        </p:nvSpPr>
        <p:spPr>
          <a:xfrm>
            <a:off x="4173275" y="3581850"/>
            <a:ext cx="3169800" cy="6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Kahoot time...</a:t>
            </a:r>
            <a:endParaRPr/>
          </a:p>
        </p:txBody>
      </p:sp>
      <p:sp>
        <p:nvSpPr>
          <p:cNvPr id="328" name="Google Shape;328;p31"/>
          <p:cNvSpPr txBox="1"/>
          <p:nvPr/>
        </p:nvSpPr>
        <p:spPr>
          <a:xfrm>
            <a:off x="5361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Classroom Presentation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29" name="Google Shape;329;p31"/>
          <p:cNvSpPr txBox="1"/>
          <p:nvPr/>
        </p:nvSpPr>
        <p:spPr>
          <a:xfrm>
            <a:off x="37303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 . .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30" name="Google Shape;330;p31"/>
          <p:cNvSpPr txBox="1"/>
          <p:nvPr/>
        </p:nvSpPr>
        <p:spPr>
          <a:xfrm>
            <a:off x="2054175" y="1587175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&lt;/</a:t>
            </a:r>
            <a:endParaRPr sz="3600">
              <a:solidFill>
                <a:schemeClr val="lt2"/>
              </a:solidFill>
            </a:endParaRPr>
          </a:p>
        </p:txBody>
      </p:sp>
      <p:sp>
        <p:nvSpPr>
          <p:cNvPr id="331" name="Google Shape;331;p31"/>
          <p:cNvSpPr txBox="1"/>
          <p:nvPr/>
        </p:nvSpPr>
        <p:spPr>
          <a:xfrm>
            <a:off x="7343050" y="2343250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/&gt;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332" name="Google Shape;332;p31"/>
          <p:cNvSpPr txBox="1"/>
          <p:nvPr/>
        </p:nvSpPr>
        <p:spPr>
          <a:xfrm>
            <a:off x="1163644" y="2950150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w Operating System Design Pitch Deck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New Operating System Design Pitch Deck by Slidesgo</vt:lpstr>
      <vt:lpstr>Computer Science Class 2026-27</vt:lpstr>
      <vt:lpstr>&lt;/ Principal of Everest IT</vt:lpstr>
      <vt:lpstr>&lt;/ Teachers</vt:lpstr>
      <vt:lpstr>&lt;/ Teachers</vt:lpstr>
      <vt:lpstr>&lt;/ Assistant Teachers</vt:lpstr>
      <vt:lpstr>&lt;/ Rough Timeline of the Class (6 months to infinity)</vt:lpstr>
      <vt:lpstr>{Be respectful}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Science Class 2023-24</dc:title>
  <cp:revision>142</cp:revision>
  <dcterms:modified xsi:type="dcterms:W3CDTF">2026-07-11T03:08:42Z</dcterms:modified>
</cp:coreProperties>
</file>