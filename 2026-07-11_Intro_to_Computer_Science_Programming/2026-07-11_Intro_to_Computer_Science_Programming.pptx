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fonts/font7.dat" ContentType="application/x-fontdata"/>
  <Override PartName="/ppt/fonts/font8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655566cec2f4d9d" Type="http://schemas.openxmlformats.org/officeDocument/2006/relationships/officeDocument" Target="ppt/presentation.xml"/><Relationship Id="R5be2caaf2ece439f" Type="http://schemas.openxmlformats.org/officeDocument/2006/relationships/extended-properties" Target="docProps/app.xml"/><Relationship Id="Re34fdde22ad54911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295d22b99e1a4d3c"/>
  </p:sldMasterIdLst>
  <p:notesMasterIdLst>
    <p:notesMasterId xmlns:r="http://schemas.openxmlformats.org/officeDocument/2006/relationships" r:id="R032dfde6de0649c4"/>
  </p:notesMasterIdLst>
  <p:sldIdLst>
    <p:sldId xmlns:r="http://schemas.openxmlformats.org/officeDocument/2006/relationships" id="256" r:id="R33c7e37091494555"/>
    <p:sldId xmlns:r="http://schemas.openxmlformats.org/officeDocument/2006/relationships" id="257" r:id="Rbc376f2834f04f48"/>
    <p:sldId xmlns:r="http://schemas.openxmlformats.org/officeDocument/2006/relationships" id="258" r:id="R3c307944d04c42a9"/>
    <p:sldId xmlns:r="http://schemas.openxmlformats.org/officeDocument/2006/relationships" id="259" r:id="R75f8c3d58b39435b"/>
    <p:sldId xmlns:r="http://schemas.openxmlformats.org/officeDocument/2006/relationships" id="260" r:id="Rbaa49995aa4443c9"/>
    <p:sldId xmlns:r="http://schemas.openxmlformats.org/officeDocument/2006/relationships" id="261" r:id="Rf788fb8d45ae4551"/>
    <p:sldId xmlns:r="http://schemas.openxmlformats.org/officeDocument/2006/relationships" id="262" r:id="R2db63211b1a7418d"/>
    <p:sldId xmlns:r="http://schemas.openxmlformats.org/officeDocument/2006/relationships" id="263" r:id="R2d30aa2a4d814d0f"/>
    <p:sldId xmlns:r="http://schemas.openxmlformats.org/officeDocument/2006/relationships" id="264" r:id="R1111658d6f3a40ac"/>
    <p:sldId xmlns:r="http://schemas.openxmlformats.org/officeDocument/2006/relationships" id="265" r:id="Rd0387b244b804e4a"/>
    <p:sldId xmlns:r="http://schemas.openxmlformats.org/officeDocument/2006/relationships" id="266" r:id="R3982c27fa8bf44ba"/>
    <p:sldId xmlns:r="http://schemas.openxmlformats.org/officeDocument/2006/relationships" id="267" r:id="R02372a034e274697"/>
    <p:sldId xmlns:r="http://schemas.openxmlformats.org/officeDocument/2006/relationships" id="268" r:id="Rb932a7e617664cf9"/>
    <p:sldId xmlns:r="http://schemas.openxmlformats.org/officeDocument/2006/relationships" id="269" r:id="R6684adbc7c3c4087"/>
    <p:sldId xmlns:r="http://schemas.openxmlformats.org/officeDocument/2006/relationships" id="270" r:id="R792b49c0f5714255"/>
    <p:sldId xmlns:r="http://schemas.openxmlformats.org/officeDocument/2006/relationships" id="271" r:id="R4541f3f2de864932"/>
    <p:sldId xmlns:r="http://schemas.openxmlformats.org/officeDocument/2006/relationships" id="272" r:id="R2cd223f7182b4625"/>
    <p:sldId xmlns:r="http://schemas.openxmlformats.org/officeDocument/2006/relationships" id="273" r:id="R909c1c80d3a2419b"/>
    <p:sldId xmlns:r="http://schemas.openxmlformats.org/officeDocument/2006/relationships" id="274" r:id="R1dd2708c0bac4787"/>
    <p:sldId xmlns:r="http://schemas.openxmlformats.org/officeDocument/2006/relationships" id="275" r:id="R733105d437c345a5"/>
    <p:sldId xmlns:r="http://schemas.openxmlformats.org/officeDocument/2006/relationships" id="276" r:id="R051da964e62a48b4"/>
    <p:sldId xmlns:r="http://schemas.openxmlformats.org/officeDocument/2006/relationships" id="277" r:id="R70771a91d78c4281"/>
    <p:sldId xmlns:r="http://schemas.openxmlformats.org/officeDocument/2006/relationships" id="278" r:id="Rbdcec2c3c2594929"/>
    <p:sldId xmlns:r="http://schemas.openxmlformats.org/officeDocument/2006/relationships" id="279" r:id="R56c9e1e542c74562"/>
    <p:sldId xmlns:r="http://schemas.openxmlformats.org/officeDocument/2006/relationships" id="280" r:id="R9937ef3502f94b57"/>
    <p:sldId xmlns:r="http://schemas.openxmlformats.org/officeDocument/2006/relationships" id="281" r:id="R6c74cb77537a40a4"/>
  </p:sldIdLst>
  <p:sldSz cx="9144000" cy="5143500"/>
  <p:notesSz cx="6858000" cy="9144000"/>
  <p:embeddedFontLst>
    <p:embeddedFont>
      <p:font typeface="Quantico"/>
      <p:regular xmlns:r="http://schemas.openxmlformats.org/officeDocument/2006/relationships" r:id="Rb036fd1187bf4226"/>
      <p:bold xmlns:r="http://schemas.openxmlformats.org/officeDocument/2006/relationships" r:id="Rf2a5e55001e84e3a"/>
      <p:italic xmlns:r="http://schemas.openxmlformats.org/officeDocument/2006/relationships" r:id="Rfe0d788190b74c48"/>
      <p:boldItalic xmlns:r="http://schemas.openxmlformats.org/officeDocument/2006/relationships" r:id="R3052e6c6f57f4786"/>
    </p:embeddedFont>
    <p:embeddedFont>
      <p:font typeface="Source Code Pro"/>
      <p:regular xmlns:r="http://schemas.openxmlformats.org/officeDocument/2006/relationships" r:id="R81a4a71336614341"/>
      <p:bold xmlns:r="http://schemas.openxmlformats.org/officeDocument/2006/relationships" r:id="R597118ed2a074743"/>
      <p:italic xmlns:r="http://schemas.openxmlformats.org/officeDocument/2006/relationships" r:id="R6b0555c4b0714f4d"/>
      <p:boldItalic xmlns:r="http://schemas.openxmlformats.org/officeDocument/2006/relationships" r:id="Rc9b35fb273dc4e89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2372a034e274697" Type="http://schemas.openxmlformats.org/officeDocument/2006/relationships/slide" Target="slides/slide12.xml"/><Relationship Id="R032dfde6de0649c4" Type="http://schemas.openxmlformats.org/officeDocument/2006/relationships/notesMaster" Target="notesMasters/notesMaster1.xml"/><Relationship Id="R051da964e62a48b4" Type="http://schemas.openxmlformats.org/officeDocument/2006/relationships/slide" Target="slides/slide21.xml"/><Relationship Id="R1111658d6f3a40ac" Type="http://schemas.openxmlformats.org/officeDocument/2006/relationships/slide" Target="slides/slide9.xml"/><Relationship Id="R1dd2708c0bac4787" Type="http://schemas.openxmlformats.org/officeDocument/2006/relationships/slide" Target="slides/slide19.xml"/><Relationship Id="R295d22b99e1a4d3c" Type="http://schemas.openxmlformats.org/officeDocument/2006/relationships/slideMaster" Target="slideMasters/slideMaster1.xml"/><Relationship Id="R2cd223f7182b4625" Type="http://schemas.openxmlformats.org/officeDocument/2006/relationships/slide" Target="slides/slide17.xml"/><Relationship Id="R2d30aa2a4d814d0f" Type="http://schemas.openxmlformats.org/officeDocument/2006/relationships/slide" Target="slides/slide8.xml"/><Relationship Id="R2db63211b1a7418d" Type="http://schemas.openxmlformats.org/officeDocument/2006/relationships/slide" Target="slides/slide7.xml"/><Relationship Id="R3052e6c6f57f4786" Type="http://schemas.openxmlformats.org/officeDocument/2006/relationships/font" Target="fonts/font4.dat"/><Relationship Id="R33c7e37091494555" Type="http://schemas.openxmlformats.org/officeDocument/2006/relationships/slide" Target="slides/slide1.xml"/><Relationship Id="R3982c27fa8bf44ba" Type="http://schemas.openxmlformats.org/officeDocument/2006/relationships/slide" Target="slides/slide11.xml"/><Relationship Id="R3c307944d04c42a9" Type="http://schemas.openxmlformats.org/officeDocument/2006/relationships/slide" Target="slides/slide3.xml"/><Relationship Id="R4541f3f2de864932" Type="http://schemas.openxmlformats.org/officeDocument/2006/relationships/slide" Target="slides/slide16.xml"/><Relationship Id="R56c9e1e542c74562" Type="http://schemas.openxmlformats.org/officeDocument/2006/relationships/slide" Target="slides/slide24.xml"/><Relationship Id="R597118ed2a074743" Type="http://schemas.openxmlformats.org/officeDocument/2006/relationships/font" Target="fonts/font6.dat"/><Relationship Id="R6684adbc7c3c4087" Type="http://schemas.openxmlformats.org/officeDocument/2006/relationships/slide" Target="slides/slide14.xml"/><Relationship Id="R6b0555c4b0714f4d" Type="http://schemas.openxmlformats.org/officeDocument/2006/relationships/font" Target="fonts/font7.dat"/><Relationship Id="R6c74cb77537a40a4" Type="http://schemas.openxmlformats.org/officeDocument/2006/relationships/slide" Target="slides/slide26.xml"/><Relationship Id="R70771a91d78c4281" Type="http://schemas.openxmlformats.org/officeDocument/2006/relationships/slide" Target="slides/slide22.xml"/><Relationship Id="R733105d437c345a5" Type="http://schemas.openxmlformats.org/officeDocument/2006/relationships/slide" Target="slides/slide20.xml"/><Relationship Id="R75f8c3d58b39435b" Type="http://schemas.openxmlformats.org/officeDocument/2006/relationships/slide" Target="slides/slide4.xml"/><Relationship Id="R792b49c0f5714255" Type="http://schemas.openxmlformats.org/officeDocument/2006/relationships/slide" Target="slides/slide15.xml"/><Relationship Id="R81a4a71336614341" Type="http://schemas.openxmlformats.org/officeDocument/2006/relationships/font" Target="fonts/font5.dat"/><Relationship Id="R865da9eccb0445c3" Type="http://schemas.openxmlformats.org/officeDocument/2006/relationships/theme" Target="theme/theme1.xml"/><Relationship Id="R909c1c80d3a2419b" Type="http://schemas.openxmlformats.org/officeDocument/2006/relationships/slide" Target="slides/slide18.xml"/><Relationship Id="R9937ef3502f94b57" Type="http://schemas.openxmlformats.org/officeDocument/2006/relationships/slide" Target="slides/slide25.xml"/><Relationship Id="Rb036fd1187bf4226" Type="http://schemas.openxmlformats.org/officeDocument/2006/relationships/font" Target="fonts/font.dat"/><Relationship Id="Rb932a7e617664cf9" Type="http://schemas.openxmlformats.org/officeDocument/2006/relationships/slide" Target="slides/slide13.xml"/><Relationship Id="Rb9692a5f13ac4605" Type="http://schemas.openxmlformats.org/officeDocument/2006/relationships/presProps" Target="presProps.xml"/><Relationship Id="Rbaa49995aa4443c9" Type="http://schemas.openxmlformats.org/officeDocument/2006/relationships/slide" Target="slides/slide5.xml"/><Relationship Id="Rbc376f2834f04f48" Type="http://schemas.openxmlformats.org/officeDocument/2006/relationships/slide" Target="slides/slide2.xml"/><Relationship Id="Rbdcec2c3c2594929" Type="http://schemas.openxmlformats.org/officeDocument/2006/relationships/slide" Target="slides/slide23.xml"/><Relationship Id="Rc0152d03e6154678" Type="http://schemas.openxmlformats.org/officeDocument/2006/relationships/tableStyles" Target="tableStyles.xml"/><Relationship Id="Rc9b35fb273dc4e89" Type="http://schemas.openxmlformats.org/officeDocument/2006/relationships/font" Target="fonts/font8.dat"/><Relationship Id="Rd0387b244b804e4a" Type="http://schemas.openxmlformats.org/officeDocument/2006/relationships/slide" Target="slides/slide10.xml"/><Relationship Id="Rf2a5e55001e84e3a" Type="http://schemas.openxmlformats.org/officeDocument/2006/relationships/font" Target="fonts/font2.dat"/><Relationship Id="Rf788fb8d45ae4551" Type="http://schemas.openxmlformats.org/officeDocument/2006/relationships/slide" Target="slides/slide6.xml"/><Relationship Id="Rfe0d788190b74c48" Type="http://schemas.openxmlformats.org/officeDocument/2006/relationships/font" Target="fonts/font3.dat"/></Relationships>
</file>

<file path=ppt/notesMasters/_rels/notesMaster1.xml.rels><?xml version='1.0' encoding='UTF-8' standalone='yes'?>
<Relationships xmlns="http://schemas.openxmlformats.org/package/2006/relationships"><Relationship Id="R53a261d7fc374e2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38685a7db49430f" Type="http://schemas.openxmlformats.org/officeDocument/2006/relationships/notesMaster" Target="../notesMasters/notesMaster1.xml"/><Relationship Id="Rdb6713b5eb064f8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3aaa52d6d174579" Type="http://schemas.openxmlformats.org/officeDocument/2006/relationships/slide" Target="../slides/slide2.xml"/><Relationship Id="Rbcf7fdd32da643ca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b7594ce21d4c45c3" Type="http://schemas.openxmlformats.org/officeDocument/2006/relationships/slide" Target="../slides/slide3.xml"/><Relationship Id="Rebfb11a46278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04f385ad5d84703" Type="http://schemas.openxmlformats.org/officeDocument/2006/relationships/slide" Target="../slides/slide4.xml"/><Relationship Id="R387fc424e5d64ef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73a4cd7453f454e" Type="http://schemas.openxmlformats.org/officeDocument/2006/relationships/slide" Target="../slides/slide5.xml"/><Relationship Id="Rd38b69e0534d4ae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11b1677e7e5d4b5d" Type="http://schemas.openxmlformats.org/officeDocument/2006/relationships/slide" Target="../slides/slide6.xml"/><Relationship Id="R81dc6397709b4557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608884151ac4fe4" Type="http://schemas.openxmlformats.org/officeDocument/2006/relationships/slide" Target="../slides/slide7.xml"/><Relationship Id="R5469133a8fab4b7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974138877d6f4187" Type="http://schemas.openxmlformats.org/officeDocument/2006/relationships/slide" Target="../slides/slide8.xml"/><Relationship Id="Recc1abeec477462d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c251a0613824e46" Type="http://schemas.openxmlformats.org/officeDocument/2006/relationships/slide" Target="../slides/slide9.xml"/><Relationship Id="Rdce2c05332df40a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650a02ed74f47ea" Type="http://schemas.openxmlformats.org/officeDocument/2006/relationships/notesMaster" Target="../notesMasters/notesMaster1.xml"/><Relationship Id="Rbeca4c8e624a4e7b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00ec6370c4a74d47" Type="http://schemas.openxmlformats.org/officeDocument/2006/relationships/slide" Target="../slides/slide11.xml"/><Relationship Id="R5d76d5b4ec504eb7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3e8d8b5fdd03428a" Type="http://schemas.openxmlformats.org/officeDocument/2006/relationships/slide" Target="../slides/slide12.xml"/><Relationship Id="R8cf3ea152ca04a78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4cce4d9518044983" Type="http://schemas.openxmlformats.org/officeDocument/2006/relationships/notesMaster" Target="../notesMasters/notesMaster1.xml"/><Relationship Id="R556b52414215406a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c1d628caffa34792" Type="http://schemas.openxmlformats.org/officeDocument/2006/relationships/slide" Target="../slides/slide14.xml"/><Relationship Id="Re0b6fdbd2a174086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2367b0f1b09846b5" Type="http://schemas.openxmlformats.org/officeDocument/2006/relationships/notesMaster" Target="../notesMasters/notesMaster1.xml"/><Relationship Id="R6290813db7a0479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1a158fc7c59d4ba5" Type="http://schemas.openxmlformats.org/officeDocument/2006/relationships/notesMaster" Target="../notesMasters/notesMaster1.xml"/><Relationship Id="R23913ddca93e4bdd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57f2cafdb3a4362" Type="http://schemas.openxmlformats.org/officeDocument/2006/relationships/notesMaster" Target="../notesMasters/notesMaster1.xml"/><Relationship Id="Rcd04d02029984855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b175d1a5762045b2" Type="http://schemas.openxmlformats.org/officeDocument/2006/relationships/notesMaster" Target="../notesMasters/notesMaster1.xml"/><Relationship Id="Rbda069b0ca1848f7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395359f5a87a4909" Type="http://schemas.openxmlformats.org/officeDocument/2006/relationships/slide" Target="../slides/slide19.xml"/><Relationship Id="Rca2da40b1fdc4bc5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43b3c43c127f4620" Type="http://schemas.openxmlformats.org/officeDocument/2006/relationships/notesMaster" Target="../notesMasters/notesMaster1.xml"/><Relationship Id="Ra76546d266d445a3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10f1c71b31214341" Type="http://schemas.openxmlformats.org/officeDocument/2006/relationships/notesMaster" Target="../notesMasters/notesMaster1.xml"/><Relationship Id="Rcc246775a59b4c8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1b04babd8e844860" Type="http://schemas.openxmlformats.org/officeDocument/2006/relationships/notesMaster" Target="../notesMasters/notesMaster1.xml"/><Relationship Id="R68fbe56216ba4553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9d3acbfe545b4351" Type="http://schemas.openxmlformats.org/officeDocument/2006/relationships/notesMaster" Target="../notesMasters/notesMaster1.xml"/><Relationship Id="Rc736ef55ffe2440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4e549e18805244d3" Type="http://schemas.openxmlformats.org/officeDocument/2006/relationships/slide" Target="../slides/slide24.xml"/><Relationship Id="R524c735718df4d54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889f6684c26a4095" Type="http://schemas.openxmlformats.org/officeDocument/2006/relationships/slide" Target="../slides/slide25.xml"/><Relationship Id="Rfbb267001834402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30def96f9e8d4699" Type="http://schemas.openxmlformats.org/officeDocument/2006/relationships/notesMaster" Target="../notesMasters/notesMaster1.xml"/><Relationship Id="R6420eea08e5947e5" Type="http://schemas.openxmlformats.org/officeDocument/2006/relationships/slide" Target="../slides/slide2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8c919d5921c496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f68b9630a440c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c3174e7a7b1497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1b2f44c0d0c490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1502a1c751b44a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faed864a4c94a2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5dec884cf79476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2ebd68c075d4b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51ed45e7e2cc4b4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23f60fa791340d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e136647362f49b9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970b3e455c3a4dcf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14b2e4905c8e4a3a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d85c36fc0319484b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e72a99a579774610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a4681a5ecdce4d76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d773b1bffab043cb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0a84c269d1eb47a4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db31bd7d9b6b4b5c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03bbf6908cde404f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94b9da7ddb5b49eb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c5e537187ea4494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 Shape;9;p2">
            <a:extLst xmlns:a="http://schemas.openxmlformats.org/drawingml/2006/main">
              <a:ext uri="{FF2B5EF4-FFF2-40B4-BE49-F238E27FC236}">
                <a16:creationId xmlns:a16="http://schemas.microsoft.com/office/drawing/2014/main" id="{D1EF16C9-6752-4436-A092-CD51995E99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789400" y="1309975"/>
            <a:ext cx="4148400" cy="16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675EE50-0CAA-416E-9F69-1F3883570A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169200" y="37722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8337C214-D452-4C85-BAF5-69330D8E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9087195D-B91C-4583-B1D6-AA95DA51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3DAE326B-90FE-4963-BC10-EA83EC6E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53E72D6-DB6C-4955-8035-639F8E37BC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45150" y="1866000"/>
            <a:ext cx="3943500" cy="82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2B8ED045-5A3F-40A5-990A-DD611BF6C7FD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5590076" y="1551675"/>
            <a:ext cx="2225100" cy="151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9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9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9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9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9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9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9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9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96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72A5B4AE-BD0A-4A8E-A890-71A0ADD1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52CEF6C6-EDF7-41DE-A32A-C7AD2B8E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87A69D39-291D-4D89-A22E-77427933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82AAA6F4-6A90-4F24-937F-26DDDF53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EC50EF5C-1721-465A-9516-992E8D31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60768D4B-2C8F-495E-8ADB-E90126D386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CA3D855E-AD22-402F-8FE2-17759A1D49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38200"/>
            <a:ext cx="7704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32743E04-8CF0-41C4-A107-2EBC6708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BCCF0F1B-4F28-4183-96B5-80CA4C2C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1FB10685-A57B-439C-908E-EE7A38C5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A6597E33-CBB0-4437-A83C-49E4364098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07625" y="2775700"/>
            <a:ext cx="3415800" cy="14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AC815503-72D1-4DCE-A8F3-2398DDB7311D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4922022" y="2775700"/>
            <a:ext cx="3415800" cy="14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BAEDB9D8-3E41-4EDE-80D3-8AD8C574357A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807630" y="2403350"/>
            <a:ext cx="341580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Quantico"/>
                <a:ea typeface="Quantico"/>
                <a:cs typeface="Quantic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9D9F97FB-DBEF-43CC-8D52-154C52713E5A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4922022" y="2403350"/>
            <a:ext cx="341580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Quantico"/>
                <a:ea typeface="Quantico"/>
                <a:cs typeface="Quantic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5E4672C1-5404-403D-994B-9166580E6E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8A6F02FA-24E3-4819-9910-8ADA0AEE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C14F68B2-2121-4BE0-8E44-1837976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52C9177E-AD41-4D64-9041-CB68223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58E573BA-4C00-4CA6-B545-9CFD1420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67D18CE6-822B-493C-AE95-4DC2DF41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F72883C1-0C44-4B0C-8FA6-FBD7210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D400CE85-D78B-4194-9CD8-8E3F63B6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C578FD3F-AA18-4E7E-9D65-E2027153AD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2A93F03C-45B1-4EAC-A937-BE8330D863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AutoNum type="arabicPeriod"/>
              <a:defRPr sz="13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AutoNum type="alphaLcPeriod"/>
              <a:defRPr sz="13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AutoNum type="arabicPeriod"/>
              <a:defRPr sz="13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AutoNum type="alphaLcPeriod"/>
              <a:defRPr sz="13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9pPr>
          </a:lstStyle>
          <a:p xmlns:a="http://schemas.openxmlformats.org/drawingml/2006/main"/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05592358-B0C9-4406-A274-693C107F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B4E15645-E54E-4B33-B83A-0E1FA573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0F5ED047-7C73-4927-8784-D185AEC8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2C8F61B3-7E2F-4162-95F9-9E225D2F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EAC7DEFA-5FCE-427F-9BDA-F0A7AFA3E6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01700" y="1918054"/>
            <a:ext cx="5622300" cy="247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Google Shape;58;p9">
            <a:extLst xmlns:a="http://schemas.openxmlformats.org/drawingml/2006/main">
              <a:ext uri="{FF2B5EF4-FFF2-40B4-BE49-F238E27FC236}">
                <a16:creationId xmlns:a16="http://schemas.microsoft.com/office/drawing/2014/main" id="{D1B83803-60E7-462E-ACB7-484F55FC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7159F4D4-C22E-45A6-BE6A-A4C06F61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19D4015-E176-4E22-A707-9A076D26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190126AE-D0AA-4ACE-AA29-E104B7AEEB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15">
            <a:off x="2406900" y="1623064"/>
            <a:ext cx="6006600" cy="60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9DB9C0E3-8969-4A3F-856D-495ACFE120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58200" y="2303046"/>
            <a:ext cx="4755300" cy="147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Google Shape;65;p10">
            <a:extLst xmlns:a="http://schemas.openxmlformats.org/drawingml/2006/main">
              <a:ext uri="{FF2B5EF4-FFF2-40B4-BE49-F238E27FC236}">
                <a16:creationId xmlns:a16="http://schemas.microsoft.com/office/drawing/2014/main" id="{E5D2475A-A759-4331-9966-D67D0017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F4DAE61A-55D5-41EA-A9A8-053C1804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3BED0537-7D41-408D-8E31-850F4681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61174911-43A1-4CE5-B53A-CF7CB93CC6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2233875"/>
            <a:ext cx="7704000" cy="61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F112B0A6-12FA-4B0F-8814-ED4CCFF10FB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30250" y="1291525"/>
            <a:ext cx="4711500" cy="119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6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9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9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9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9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9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9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9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96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BB13AD60-6F00-4C6C-BBB6-CD057F3825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73275" y="3581850"/>
            <a:ext cx="3169800" cy="67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72" name="Google Shape;72;p11">
            <a:extLst xmlns:a="http://schemas.openxmlformats.org/drawingml/2006/main">
              <a:ext uri="{FF2B5EF4-FFF2-40B4-BE49-F238E27FC236}">
                <a16:creationId xmlns:a16="http://schemas.microsoft.com/office/drawing/2014/main" id="{9BFD9558-E9F4-48CD-B779-5B62B237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4948BF15-92AD-4AB3-BE66-7CC02AB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71E27D97-30C5-4B0B-92A1-EE8DBA68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2.xml><?xml version="1.0" encoding="utf-8"?>
<p:sldLayout xmlns:p="http://schemas.openxmlformats.org/presentationml/2006/main" matchingName="Table of contents">
  <p:cSld name="CUSTOM_1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13">
            <a:extLst xmlns:a="http://schemas.openxmlformats.org/drawingml/2006/main">
              <a:ext uri="{FF2B5EF4-FFF2-40B4-BE49-F238E27FC236}">
                <a16:creationId xmlns:a16="http://schemas.microsoft.com/office/drawing/2014/main" id="{DA7789E4-FE11-409F-A61D-914F5DFD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3">
            <a:extLst xmlns:a="http://schemas.openxmlformats.org/drawingml/2006/main">
              <a:ext uri="{FF2B5EF4-FFF2-40B4-BE49-F238E27FC236}">
                <a16:creationId xmlns:a16="http://schemas.microsoft.com/office/drawing/2014/main" id="{6AC6EFEE-499E-4B4E-AB34-079C9336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Google Shape;80;p13">
            <a:extLst xmlns:a="http://schemas.openxmlformats.org/drawingml/2006/main">
              <a:ext uri="{FF2B5EF4-FFF2-40B4-BE49-F238E27FC236}">
                <a16:creationId xmlns:a16="http://schemas.microsoft.com/office/drawing/2014/main" id="{E03D7096-3F7C-4546-A90A-07AA8E22C4E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14016" y="18797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B5066FC1-DA3C-4E2D-9EFA-A760C9D52ECF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113997" y="1269525"/>
            <a:ext cx="1298700" cy="61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269D7EDC-1D49-4D06-9A82-DFE89D32DA88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1114008" y="28928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C70373A7-EE17-4C09-BA0D-1D23D8D14F38}"/>
              </a:ext>
            </a:extLst>
          </p:cNvPr>
          <p:cNvSpPr>
            <a:spLocks xmlns:a="http://schemas.openxmlformats.org/drawingml/2006/main" noGrp="1"/>
          </p:cNvSpPr>
          <p:nvPr>
            <p:ph type="title" idx="4" hasCustomPrompt="1"/>
          </p:nvPr>
        </p:nvSpPr>
        <p:spPr>
          <a:xfrm xmlns:a="http://schemas.openxmlformats.org/drawingml/2006/main">
            <a:off x="1113997" y="2283824"/>
            <a:ext cx="1298700" cy="61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4BFE0A52-A1E9-43EC-9C15-C23AE2B41248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>
            <a:off x="1114107" y="3908761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8C09442E-779F-4F7D-8601-5B6C56C818B1}"/>
              </a:ext>
            </a:extLst>
          </p:cNvPr>
          <p:cNvSpPr>
            <a:spLocks xmlns:a="http://schemas.openxmlformats.org/drawingml/2006/main" noGrp="1"/>
          </p:cNvSpPr>
          <p:nvPr>
            <p:ph type="title" idx="6" hasCustomPrompt="1"/>
          </p:nvPr>
        </p:nvSpPr>
        <p:spPr>
          <a:xfrm xmlns:a="http://schemas.openxmlformats.org/drawingml/2006/main">
            <a:off x="1113998" y="3298125"/>
            <a:ext cx="1298700" cy="60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82207774-7C73-4007-910A-B18C78B59A63}"/>
              </a:ext>
            </a:extLst>
          </p:cNvPr>
          <p:cNvSpPr>
            <a:spLocks xmlns:a="http://schemas.openxmlformats.org/drawingml/2006/main" noGrp="1"/>
          </p:cNvSpPr>
          <p:nvPr>
            <p:ph type="title" idx="7" hasCustomPrompt="1"/>
          </p:nvPr>
        </p:nvSpPr>
        <p:spPr>
          <a:xfrm xmlns:a="http://schemas.openxmlformats.org/drawingml/2006/main">
            <a:off x="4965997" y="1270125"/>
            <a:ext cx="1298700" cy="60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7" name="Google Shape;87;p13">
            <a:extLst xmlns:a="http://schemas.openxmlformats.org/drawingml/2006/main">
              <a:ext uri="{FF2B5EF4-FFF2-40B4-BE49-F238E27FC236}">
                <a16:creationId xmlns:a16="http://schemas.microsoft.com/office/drawing/2014/main" id="{C5880668-EC8C-443A-BAF7-6F2DF9197D3C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4966007" y="1879725"/>
            <a:ext cx="3065100" cy="404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3019A7F1-9B9D-4EFD-8CA4-DF78EA1C864D}"/>
              </a:ext>
            </a:extLst>
          </p:cNvPr>
          <p:cNvSpPr>
            <a:spLocks xmlns:a="http://schemas.openxmlformats.org/drawingml/2006/main" noGrp="1"/>
          </p:cNvSpPr>
          <p:nvPr>
            <p:ph type="title" idx="9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5EC9583C-4DB0-4BC9-9649-669533AD1EB3}"/>
              </a:ext>
            </a:extLst>
          </p:cNvPr>
          <p:cNvSpPr>
            <a:spLocks xmlns:a="http://schemas.openxmlformats.org/drawingml/2006/main" noGrp="1"/>
          </p:cNvSpPr>
          <p:nvPr>
            <p:ph type="ctrTitle" idx="13"/>
          </p:nvPr>
        </p:nvSpPr>
        <p:spPr>
          <a:xfrm xmlns:a="http://schemas.openxmlformats.org/drawingml/2006/main">
            <a:off x="4966007" y="28928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90" name="Google Shape;90;p13">
            <a:extLst xmlns:a="http://schemas.openxmlformats.org/drawingml/2006/main">
              <a:ext uri="{FF2B5EF4-FFF2-40B4-BE49-F238E27FC236}">
                <a16:creationId xmlns:a16="http://schemas.microsoft.com/office/drawing/2014/main" id="{1B46B2FD-C169-49E3-97B5-D8BC227D1E99}"/>
              </a:ext>
            </a:extLst>
          </p:cNvPr>
          <p:cNvSpPr>
            <a:spLocks xmlns:a="http://schemas.openxmlformats.org/drawingml/2006/main" noGrp="1"/>
          </p:cNvSpPr>
          <p:nvPr>
            <p:ph type="title" idx="14" hasCustomPrompt="1"/>
          </p:nvPr>
        </p:nvSpPr>
        <p:spPr>
          <a:xfrm xmlns:a="http://schemas.openxmlformats.org/drawingml/2006/main">
            <a:off x="4965997" y="2283824"/>
            <a:ext cx="1298700" cy="60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1EDE568F-2153-4FE4-A968-80ED74805616}"/>
              </a:ext>
            </a:extLst>
          </p:cNvPr>
          <p:cNvSpPr>
            <a:spLocks xmlns:a="http://schemas.openxmlformats.org/drawingml/2006/main" noGrp="1"/>
          </p:cNvSpPr>
          <p:nvPr>
            <p:ph type="title" idx="15" hasCustomPrompt="1"/>
          </p:nvPr>
        </p:nvSpPr>
        <p:spPr>
          <a:xfrm xmlns:a="http://schemas.openxmlformats.org/drawingml/2006/main">
            <a:off x="4965997" y="3298125"/>
            <a:ext cx="1298700" cy="60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9A6DCE08-2A00-4191-A8C5-BC91D8C26212}"/>
              </a:ext>
            </a:extLst>
          </p:cNvPr>
          <p:cNvSpPr>
            <a:spLocks xmlns:a="http://schemas.openxmlformats.org/drawingml/2006/main" noGrp="1"/>
          </p:cNvSpPr>
          <p:nvPr>
            <p:ph type="ctrTitle" idx="16"/>
          </p:nvPr>
        </p:nvSpPr>
        <p:spPr>
          <a:xfrm xmlns:a="http://schemas.openxmlformats.org/drawingml/2006/main">
            <a:off x="4966007" y="3908750"/>
            <a:ext cx="3065100" cy="404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674005D4-86DA-401C-8E16-04FFE104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and text">
  <p:cSld name="CUSTOM_2_1_1_1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4">
            <a:extLst xmlns:a="http://schemas.openxmlformats.org/drawingml/2006/main">
              <a:ext uri="{FF2B5EF4-FFF2-40B4-BE49-F238E27FC236}">
                <a16:creationId xmlns:a16="http://schemas.microsoft.com/office/drawing/2014/main" id="{593D3343-F0B9-4FDE-A532-C0E18C07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14">
            <a:extLst xmlns:a="http://schemas.openxmlformats.org/drawingml/2006/main">
              <a:ext uri="{FF2B5EF4-FFF2-40B4-BE49-F238E27FC236}">
                <a16:creationId xmlns:a16="http://schemas.microsoft.com/office/drawing/2014/main" id="{72FB7182-0A37-49D5-A224-228D15F3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8" name="Google Shape;98;p14">
            <a:extLst xmlns:a="http://schemas.openxmlformats.org/drawingml/2006/main">
              <a:ext uri="{FF2B5EF4-FFF2-40B4-BE49-F238E27FC236}">
                <a16:creationId xmlns:a16="http://schemas.microsoft.com/office/drawing/2014/main" id="{3B37E8E8-73E6-4753-ABE9-6B3D1227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99" name="Google Shape;99;p14">
            <a:extLst xmlns:a="http://schemas.openxmlformats.org/drawingml/2006/main">
              <a:ext uri="{FF2B5EF4-FFF2-40B4-BE49-F238E27FC236}">
                <a16:creationId xmlns:a16="http://schemas.microsoft.com/office/drawing/2014/main" id="{9C043A39-1E56-44CF-A0EE-7237CA54C9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355450"/>
            <a:ext cx="3453900" cy="1623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14">
            <a:extLst xmlns:a="http://schemas.openxmlformats.org/drawingml/2006/main">
              <a:ext uri="{FF2B5EF4-FFF2-40B4-BE49-F238E27FC236}">
                <a16:creationId xmlns:a16="http://schemas.microsoft.com/office/drawing/2014/main" id="{1A72C4B1-90B8-4840-A275-59B1A7A8C4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4.xml><?xml version="1.0" encoding="utf-8"?>
<p:sldLayout xmlns:p="http://schemas.openxmlformats.org/presentationml/2006/main" matchingName="Title and text 1">
  <p:cSld name="CUSTOM_1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Google Shape;103;p15">
            <a:extLst xmlns:a="http://schemas.openxmlformats.org/drawingml/2006/main">
              <a:ext uri="{FF2B5EF4-FFF2-40B4-BE49-F238E27FC236}">
                <a16:creationId xmlns:a16="http://schemas.microsoft.com/office/drawing/2014/main" id="{177F73DE-06CC-443C-9E58-2101F8DD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DF1F067-4DA5-42C1-AD16-2F4489C8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15">
            <a:extLst xmlns:a="http://schemas.openxmlformats.org/drawingml/2006/main">
              <a:ext uri="{FF2B5EF4-FFF2-40B4-BE49-F238E27FC236}">
                <a16:creationId xmlns:a16="http://schemas.microsoft.com/office/drawing/2014/main" id="{A3672387-79DD-4EFC-904B-EBF636ED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B242AF6F-19A3-4446-8279-75D4DDB17F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357275"/>
            <a:ext cx="4209600" cy="249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D74A1B67-4614-4C08-BF03-BB554E72BA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5.xml><?xml version="1.0" encoding="utf-8"?>
<p:sldLayout xmlns:p="http://schemas.openxmlformats.org/presentationml/2006/main" matchingName="Title and three columns">
  <p:cSld name="CUSTOM_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5ACE6ABF-9268-4EBF-AE3A-CA468F57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E73EA223-B2ED-4C72-ABF6-C118092F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7179AF07-A6E6-4D54-B9C9-62A0F7A21F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1448625"/>
            <a:ext cx="2257200" cy="40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E0225100-8275-4ED4-9841-C340BE81AA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0176" y="1807975"/>
            <a:ext cx="22572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4A7257B1-6B20-4822-A6C2-C5F9B3B0B5D7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3491775" y="1448625"/>
            <a:ext cx="2257500" cy="3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A6786E52-D15E-495D-8297-C4971ED4EFD4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491950" y="1807325"/>
            <a:ext cx="22575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6" name="Google Shape;116;p16">
            <a:extLst xmlns:a="http://schemas.openxmlformats.org/drawingml/2006/main">
              <a:ext uri="{FF2B5EF4-FFF2-40B4-BE49-F238E27FC236}">
                <a16:creationId xmlns:a16="http://schemas.microsoft.com/office/drawing/2014/main" id="{7F945531-79CA-4C1D-BDD6-8F5E6F1487E1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6162250" y="1448625"/>
            <a:ext cx="2257500" cy="3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7" name="Google Shape;117;p16">
            <a:extLst xmlns:a="http://schemas.openxmlformats.org/drawingml/2006/main">
              <a:ext uri="{FF2B5EF4-FFF2-40B4-BE49-F238E27FC236}">
                <a16:creationId xmlns:a16="http://schemas.microsoft.com/office/drawing/2014/main" id="{B3741FD9-3A9C-4A87-806A-13654A7A4336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6162250" y="1808000"/>
            <a:ext cx="22575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8" name="Google Shape;118;p16">
            <a:extLst xmlns:a="http://schemas.openxmlformats.org/drawingml/2006/main">
              <a:ext uri="{FF2B5EF4-FFF2-40B4-BE49-F238E27FC236}">
                <a16:creationId xmlns:a16="http://schemas.microsoft.com/office/drawing/2014/main" id="{7666BE7C-4621-4370-A2F5-BAF356F87B54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9" name="Google Shape;119;p16">
            <a:extLst xmlns:a="http://schemas.openxmlformats.org/drawingml/2006/main">
              <a:ext uri="{FF2B5EF4-FFF2-40B4-BE49-F238E27FC236}">
                <a16:creationId xmlns:a16="http://schemas.microsoft.com/office/drawing/2014/main" id="{B26F4204-71AC-4B9A-80F7-FB0000C5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four columns">
  <p:cSld name="CUSTOM_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8D26DE1C-8DED-47D3-8C31-5FEED49F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F2F2B26A-0AD4-4953-B235-438EE47C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FF81620-BD16-4E03-BEDE-8AFA24B39C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7350" y="1295950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9834AAD4-E6E9-427D-9950-5D86E311B7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17350" y="1651849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8BE0406C-C12C-4237-AE10-AADDE584EBF7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4691091" y="1295950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E218E258-3936-4ABB-910E-5E52BB41141E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4691095" y="1651851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8" name="Google Shape;128;p17">
            <a:extLst xmlns:a="http://schemas.openxmlformats.org/drawingml/2006/main">
              <a:ext uri="{FF2B5EF4-FFF2-40B4-BE49-F238E27FC236}">
                <a16:creationId xmlns:a16="http://schemas.microsoft.com/office/drawing/2014/main" id="{A046F025-A651-4033-AB1E-586BBFF9F457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717350" y="2865407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9" name="Google Shape;129;p17">
            <a:extLst xmlns:a="http://schemas.openxmlformats.org/drawingml/2006/main">
              <a:ext uri="{FF2B5EF4-FFF2-40B4-BE49-F238E27FC236}">
                <a16:creationId xmlns:a16="http://schemas.microsoft.com/office/drawing/2014/main" id="{A4387D0F-918D-48C6-B534-02C570C5675C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717350" y="3220675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0" name="Google Shape;130;p17">
            <a:extLst xmlns:a="http://schemas.openxmlformats.org/drawingml/2006/main">
              <a:ext uri="{FF2B5EF4-FFF2-40B4-BE49-F238E27FC236}">
                <a16:creationId xmlns:a16="http://schemas.microsoft.com/office/drawing/2014/main" id="{0EB30E2D-FDA7-43F7-BD7F-443EDE22B143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4691091" y="2865413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31" name="Google Shape;131;p17">
            <a:extLst xmlns:a="http://schemas.openxmlformats.org/drawingml/2006/main">
              <a:ext uri="{FF2B5EF4-FFF2-40B4-BE49-F238E27FC236}">
                <a16:creationId xmlns:a16="http://schemas.microsoft.com/office/drawing/2014/main" id="{B281C56F-A8A3-4F44-B895-2A70D1FABA5D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4691095" y="3220676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74803F41-504D-4AAF-811E-7DA73585A62A}"/>
              </a:ext>
            </a:extLst>
          </p:cNvPr>
          <p:cNvSpPr>
            <a:spLocks xmlns:a="http://schemas.openxmlformats.org/drawingml/2006/main" noGrp="1"/>
          </p:cNvSpPr>
          <p:nvPr>
            <p:ph type="title" idx="8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3A7D1806-6F3F-421F-B089-2FB96F0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six columns">
  <p:cSld name="CUSTOM_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6" name="Google Shape;136;p18">
            <a:extLst xmlns:a="http://schemas.openxmlformats.org/drawingml/2006/main">
              <a:ext uri="{FF2B5EF4-FFF2-40B4-BE49-F238E27FC236}">
                <a16:creationId xmlns:a16="http://schemas.microsoft.com/office/drawing/2014/main" id="{6DFF032D-56E1-43C0-83CD-3CD63F3E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7" name="Google Shape;137;p18">
            <a:extLst xmlns:a="http://schemas.openxmlformats.org/drawingml/2006/main">
              <a:ext uri="{FF2B5EF4-FFF2-40B4-BE49-F238E27FC236}">
                <a16:creationId xmlns:a16="http://schemas.microsoft.com/office/drawing/2014/main" id="{FD41A143-9202-4B8B-98CA-05293E45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8" name="Google Shape;138;p18">
            <a:extLst xmlns:a="http://schemas.openxmlformats.org/drawingml/2006/main">
              <a:ext uri="{FF2B5EF4-FFF2-40B4-BE49-F238E27FC236}">
                <a16:creationId xmlns:a16="http://schemas.microsoft.com/office/drawing/2014/main" id="{8D98FF65-36FD-4C92-8A91-1FB8183AEB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4350" y="953007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39" name="Google Shape;139;p18">
            <a:extLst xmlns:a="http://schemas.openxmlformats.org/drawingml/2006/main">
              <a:ext uri="{FF2B5EF4-FFF2-40B4-BE49-F238E27FC236}">
                <a16:creationId xmlns:a16="http://schemas.microsoft.com/office/drawing/2014/main" id="{72447EC5-14BD-47D1-89F7-8C808ECDFF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4350" y="1650487"/>
            <a:ext cx="2563200" cy="107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0" name="Google Shape;140;p18">
            <a:extLst xmlns:a="http://schemas.openxmlformats.org/drawingml/2006/main">
              <a:ext uri="{FF2B5EF4-FFF2-40B4-BE49-F238E27FC236}">
                <a16:creationId xmlns:a16="http://schemas.microsoft.com/office/drawing/2014/main" id="{BCE8EC39-DF1B-4AD5-8B91-10EBC693778F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3290800" y="961215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1" name="Google Shape;141;p18">
            <a:extLst xmlns:a="http://schemas.openxmlformats.org/drawingml/2006/main">
              <a:ext uri="{FF2B5EF4-FFF2-40B4-BE49-F238E27FC236}">
                <a16:creationId xmlns:a16="http://schemas.microsoft.com/office/drawing/2014/main" id="{D2DA557D-DD76-4255-9A03-627D41FB4EF1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290800" y="165048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2" name="Google Shape;142;p18">
            <a:extLst xmlns:a="http://schemas.openxmlformats.org/drawingml/2006/main">
              <a:ext uri="{FF2B5EF4-FFF2-40B4-BE49-F238E27FC236}">
                <a16:creationId xmlns:a16="http://schemas.microsoft.com/office/drawing/2014/main" id="{932A5B47-ABE2-46AF-8408-11C25AA10E2C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724350" y="2741296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3" name="Google Shape;143;p18">
            <a:extLst xmlns:a="http://schemas.openxmlformats.org/drawingml/2006/main">
              <a:ext uri="{FF2B5EF4-FFF2-40B4-BE49-F238E27FC236}">
                <a16:creationId xmlns:a16="http://schemas.microsoft.com/office/drawing/2014/main" id="{E1696E3C-E36A-423C-91B4-6126FF61618E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724350" y="3436046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4" name="Google Shape;144;p18">
            <a:extLst xmlns:a="http://schemas.openxmlformats.org/drawingml/2006/main">
              <a:ext uri="{FF2B5EF4-FFF2-40B4-BE49-F238E27FC236}">
                <a16:creationId xmlns:a16="http://schemas.microsoft.com/office/drawing/2014/main" id="{B625DB5D-E45E-426A-AA2F-A06D4D8D4D5D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3290793" y="2741302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5" name="Google Shape;145;p18">
            <a:extLst xmlns:a="http://schemas.openxmlformats.org/drawingml/2006/main">
              <a:ext uri="{FF2B5EF4-FFF2-40B4-BE49-F238E27FC236}">
                <a16:creationId xmlns:a16="http://schemas.microsoft.com/office/drawing/2014/main" id="{A9BAA24F-4894-4B13-B41C-1D9F6B88D1B3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3290793" y="3436048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6" name="Google Shape;146;p18">
            <a:extLst xmlns:a="http://schemas.openxmlformats.org/drawingml/2006/main">
              <a:ext uri="{FF2B5EF4-FFF2-40B4-BE49-F238E27FC236}">
                <a16:creationId xmlns:a16="http://schemas.microsoft.com/office/drawing/2014/main" id="{BEC61D4C-DA14-41F5-B4CF-0A0B21B63BFB}"/>
              </a:ext>
            </a:extLst>
          </p:cNvPr>
          <p:cNvSpPr>
            <a:spLocks xmlns:a="http://schemas.openxmlformats.org/drawingml/2006/main" noGrp="1"/>
          </p:cNvSpPr>
          <p:nvPr>
            <p:ph type="title" idx="8"/>
          </p:nvPr>
        </p:nvSpPr>
        <p:spPr>
          <a:xfrm xmlns:a="http://schemas.openxmlformats.org/drawingml/2006/main">
            <a:off x="5852375" y="961215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7" name="Google Shape;147;p18">
            <a:extLst xmlns:a="http://schemas.openxmlformats.org/drawingml/2006/main">
              <a:ext uri="{FF2B5EF4-FFF2-40B4-BE49-F238E27FC236}">
                <a16:creationId xmlns:a16="http://schemas.microsoft.com/office/drawing/2014/main" id="{27360C02-E32C-42B2-8965-238E256045E7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>
            <a:off x="5852377" y="165048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8" name="Google Shape;148;p18">
            <a:extLst xmlns:a="http://schemas.openxmlformats.org/drawingml/2006/main">
              <a:ext uri="{FF2B5EF4-FFF2-40B4-BE49-F238E27FC236}">
                <a16:creationId xmlns:a16="http://schemas.microsoft.com/office/drawing/2014/main" id="{7BD90C8F-1763-4BF5-9DF8-E81ACC382D94}"/>
              </a:ext>
            </a:extLst>
          </p:cNvPr>
          <p:cNvSpPr>
            <a:spLocks xmlns:a="http://schemas.openxmlformats.org/drawingml/2006/main" noGrp="1"/>
          </p:cNvSpPr>
          <p:nvPr>
            <p:ph type="title" idx="13"/>
          </p:nvPr>
        </p:nvSpPr>
        <p:spPr>
          <a:xfrm xmlns:a="http://schemas.openxmlformats.org/drawingml/2006/main">
            <a:off x="5852375" y="2741298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9" name="Google Shape;149;p18">
            <a:extLst xmlns:a="http://schemas.openxmlformats.org/drawingml/2006/main">
              <a:ext uri="{FF2B5EF4-FFF2-40B4-BE49-F238E27FC236}">
                <a16:creationId xmlns:a16="http://schemas.microsoft.com/office/drawing/2014/main" id="{00CE434D-DC75-4249-92CC-EF5E7AFBDFE5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5852378" y="343604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0" name="Google Shape;150;p18">
            <a:extLst xmlns:a="http://schemas.openxmlformats.org/drawingml/2006/main">
              <a:ext uri="{FF2B5EF4-FFF2-40B4-BE49-F238E27FC236}">
                <a16:creationId xmlns:a16="http://schemas.microsoft.com/office/drawing/2014/main" id="{70EA32B3-593A-456D-986F-D18400EC2ACB}"/>
              </a:ext>
            </a:extLst>
          </p:cNvPr>
          <p:cNvSpPr>
            <a:spLocks xmlns:a="http://schemas.openxmlformats.org/drawingml/2006/main" noGrp="1"/>
          </p:cNvSpPr>
          <p:nvPr>
            <p:ph type="title" idx="15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1" name="Google Shape;151;p18">
            <a:extLst xmlns:a="http://schemas.openxmlformats.org/drawingml/2006/main">
              <a:ext uri="{FF2B5EF4-FFF2-40B4-BE49-F238E27FC236}">
                <a16:creationId xmlns:a16="http://schemas.microsoft.com/office/drawing/2014/main" id="{BC2E3668-ECC9-43F7-8BC8-BED558D1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Numbers and text">
  <p:cSld name="CUSTOM_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Google Shape;154;p19">
            <a:extLst xmlns:a="http://schemas.openxmlformats.org/drawingml/2006/main">
              <a:ext uri="{FF2B5EF4-FFF2-40B4-BE49-F238E27FC236}">
                <a16:creationId xmlns:a16="http://schemas.microsoft.com/office/drawing/2014/main" id="{B1F1C27E-B42A-4937-A0DE-254EAC75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9">
            <a:extLst xmlns:a="http://schemas.openxmlformats.org/drawingml/2006/main">
              <a:ext uri="{FF2B5EF4-FFF2-40B4-BE49-F238E27FC236}">
                <a16:creationId xmlns:a16="http://schemas.microsoft.com/office/drawing/2014/main" id="{B47A05DF-F618-4825-BF46-57742E21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6" name="Google Shape;156;p19">
            <a:extLst xmlns:a="http://schemas.openxmlformats.org/drawingml/2006/main">
              <a:ext uri="{FF2B5EF4-FFF2-40B4-BE49-F238E27FC236}">
                <a16:creationId xmlns:a16="http://schemas.microsoft.com/office/drawing/2014/main" id="{3E2A774C-7B4A-477C-B76B-DC4F96F5098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57" name="Google Shape;157;p19">
            <a:extLst xmlns:a="http://schemas.openxmlformats.org/drawingml/2006/main">
              <a:ext uri="{FF2B5EF4-FFF2-40B4-BE49-F238E27FC236}">
                <a16:creationId xmlns:a16="http://schemas.microsoft.com/office/drawing/2014/main" id="{A8B8DB91-9287-45DE-B7A4-273E350EB9F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58" name="Google Shape;158;p19">
            <a:extLst xmlns:a="http://schemas.openxmlformats.org/drawingml/2006/main">
              <a:ext uri="{FF2B5EF4-FFF2-40B4-BE49-F238E27FC236}">
                <a16:creationId xmlns:a16="http://schemas.microsoft.com/office/drawing/2014/main" id="{A9713F01-9298-4FC2-8473-52E74852F1F5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59" name="Google Shape;159;p19">
            <a:extLst xmlns:a="http://schemas.openxmlformats.org/drawingml/2006/main">
              <a:ext uri="{FF2B5EF4-FFF2-40B4-BE49-F238E27FC236}">
                <a16:creationId xmlns:a16="http://schemas.microsoft.com/office/drawing/2014/main" id="{F8C732B9-F196-4C05-A64E-18901BA7A4E1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60" name="Google Shape;160;p19">
            <a:extLst xmlns:a="http://schemas.openxmlformats.org/drawingml/2006/main">
              <a:ext uri="{FF2B5EF4-FFF2-40B4-BE49-F238E27FC236}">
                <a16:creationId xmlns:a16="http://schemas.microsoft.com/office/drawing/2014/main" id="{504ADC73-D9D1-497D-BD62-DF1A6ABE09DD}"/>
              </a:ext>
            </a:extLst>
          </p:cNvPr>
          <p:cNvSpPr>
            <a:spLocks xmlns:a="http://schemas.openxmlformats.org/drawingml/2006/main" noGrp="1"/>
          </p:cNvSpPr>
          <p:nvPr>
            <p:ph type="title" idx="4" hasCustomPrompt="1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61" name="Google Shape;161;p19">
            <a:extLst xmlns:a="http://schemas.openxmlformats.org/drawingml/2006/main">
              <a:ext uri="{FF2B5EF4-FFF2-40B4-BE49-F238E27FC236}">
                <a16:creationId xmlns:a16="http://schemas.microsoft.com/office/drawing/2014/main" id="{766D8781-1161-482B-9746-E84D40C96C55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62" name="Google Shape;162;p19">
            <a:extLst xmlns:a="http://schemas.openxmlformats.org/drawingml/2006/main">
              <a:ext uri="{FF2B5EF4-FFF2-40B4-BE49-F238E27FC236}">
                <a16:creationId xmlns:a16="http://schemas.microsoft.com/office/drawing/2014/main" id="{38C7312B-4B84-47EA-875B-7090E3C0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Title only 1">
  <p:cSld name="CUSTOM_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Google Shape;165;p20">
            <a:extLst xmlns:a="http://schemas.openxmlformats.org/drawingml/2006/main">
              <a:ext uri="{FF2B5EF4-FFF2-40B4-BE49-F238E27FC236}">
                <a16:creationId xmlns:a16="http://schemas.microsoft.com/office/drawing/2014/main" id="{23328D94-F994-4FC6-8B7F-6CA4215D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20">
            <a:extLst xmlns:a="http://schemas.openxmlformats.org/drawingml/2006/main">
              <a:ext uri="{FF2B5EF4-FFF2-40B4-BE49-F238E27FC236}">
                <a16:creationId xmlns:a16="http://schemas.microsoft.com/office/drawing/2014/main" id="{F95D7B01-71BD-4E9E-891E-1EA6801E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20">
            <a:extLst xmlns:a="http://schemas.openxmlformats.org/drawingml/2006/main">
              <a:ext uri="{FF2B5EF4-FFF2-40B4-BE49-F238E27FC236}">
                <a16:creationId xmlns:a16="http://schemas.microsoft.com/office/drawing/2014/main" id="{BD3F23FB-FE05-4C87-9704-BB7A9320C0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68" name="Google Shape;168;p20">
            <a:extLst xmlns:a="http://schemas.openxmlformats.org/drawingml/2006/main">
              <a:ext uri="{FF2B5EF4-FFF2-40B4-BE49-F238E27FC236}">
                <a16:creationId xmlns:a16="http://schemas.microsoft.com/office/drawing/2014/main" id="{256725C3-019E-4A70-B0C3-EF7FD613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hanks">
  <p:cSld name="CUSTOM_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Google Shape;171;p21">
            <a:extLst xmlns:a="http://schemas.openxmlformats.org/drawingml/2006/main">
              <a:ext uri="{FF2B5EF4-FFF2-40B4-BE49-F238E27FC236}">
                <a16:creationId xmlns:a16="http://schemas.microsoft.com/office/drawing/2014/main" id="{9AA54D9B-A180-45FA-91FE-C38ED61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21">
            <a:extLst xmlns:a="http://schemas.openxmlformats.org/drawingml/2006/main">
              <a:ext uri="{FF2B5EF4-FFF2-40B4-BE49-F238E27FC236}">
                <a16:creationId xmlns:a16="http://schemas.microsoft.com/office/drawing/2014/main" id="{EE2E02A2-957C-4919-82D5-181B5D8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4" name="Google Shape;174;p21">
            <a:extLst xmlns:a="http://schemas.openxmlformats.org/drawingml/2006/main">
              <a:ext uri="{FF2B5EF4-FFF2-40B4-BE49-F238E27FC236}">
                <a16:creationId xmlns:a16="http://schemas.microsoft.com/office/drawing/2014/main" id="{0303EB9A-7157-431E-9395-70516C7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1584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21">
            <a:extLst xmlns:a="http://schemas.openxmlformats.org/drawingml/2006/main">
              <a:ext uri="{FF2B5EF4-FFF2-40B4-BE49-F238E27FC236}">
                <a16:creationId xmlns:a16="http://schemas.microsoft.com/office/drawing/2014/main" id="{A63DD6B5-7950-4439-9E73-395FA686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21">
            <a:extLst xmlns:a="http://schemas.openxmlformats.org/drawingml/2006/main">
              <a:ext uri="{FF2B5EF4-FFF2-40B4-BE49-F238E27FC236}">
                <a16:creationId xmlns:a16="http://schemas.microsoft.com/office/drawing/2014/main" id="{BD60A3A0-CFD3-41EE-8CFE-FCC5A661E52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697375" y="1229575"/>
            <a:ext cx="3294600" cy="99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77" name="Google Shape;177;p21">
            <a:extLst xmlns:a="http://schemas.openxmlformats.org/drawingml/2006/main">
              <a:ext uri="{FF2B5EF4-FFF2-40B4-BE49-F238E27FC236}">
                <a16:creationId xmlns:a16="http://schemas.microsoft.com/office/drawing/2014/main" id="{5D25E2D6-9C51-4B70-90BE-989E7545D6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97375" y="2291627"/>
            <a:ext cx="3294600" cy="99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78" name="Google Shape;178;p21">
            <a:extLst xmlns:a="http://schemas.openxmlformats.org/drawingml/2006/main">
              <a:ext uri="{FF2B5EF4-FFF2-40B4-BE49-F238E27FC236}">
                <a16:creationId xmlns:a16="http://schemas.microsoft.com/office/drawing/2014/main" id="{A07C8D1C-CF96-4365-85A5-7888129C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075" y="3285800"/>
            <a:ext cx="3294600" cy="82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CREDITS: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 This presentation template was created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Slidesgo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, and includes icons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Flaticon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, and infographics &amp; images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Freepik</a:t>
            </a:r>
            <a:r>
              <a:rPr sz="1000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 </a:t>
            </a:r>
          </a:p>
        </p:txBody>
      </p:sp>
      <p:sp>
        <p:nvSpPr>
          <p:cNvPr id="179" name="Google Shape;179;p21">
            <a:extLst xmlns:a="http://schemas.openxmlformats.org/drawingml/2006/main">
              <a:ext uri="{FF2B5EF4-FFF2-40B4-BE49-F238E27FC236}">
                <a16:creationId xmlns:a16="http://schemas.microsoft.com/office/drawing/2014/main" id="{16FC356F-5FE4-4911-A23D-C217FAD8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80" name="Google Shape;180;p21">
            <a:extLst xmlns:a="http://schemas.openxmlformats.org/drawingml/2006/main">
              <a:ext uri="{FF2B5EF4-FFF2-40B4-BE49-F238E27FC236}">
                <a16:creationId xmlns:a16="http://schemas.microsoft.com/office/drawing/2014/main" id="{AE7B1E34-8137-4BD7-A967-D26079F4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21">
            <a:extLst xmlns:a="http://schemas.openxmlformats.org/drawingml/2006/main">
              <a:ext uri="{FF2B5EF4-FFF2-40B4-BE49-F238E27FC236}">
                <a16:creationId xmlns:a16="http://schemas.microsoft.com/office/drawing/2014/main" id="{69E5A878-4114-4DFE-8558-5BB6A10E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Background">
  <p:cSld name="CUSTOM_1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22">
            <a:extLst xmlns:a="http://schemas.openxmlformats.org/drawingml/2006/main">
              <a:ext uri="{FF2B5EF4-FFF2-40B4-BE49-F238E27FC236}">
                <a16:creationId xmlns:a16="http://schemas.microsoft.com/office/drawing/2014/main" id="{1839DF2D-1E43-4E2E-9981-5BD7CC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5" name="Google Shape;185;p22">
            <a:extLst xmlns:a="http://schemas.openxmlformats.org/drawingml/2006/main">
              <a:ext uri="{FF2B5EF4-FFF2-40B4-BE49-F238E27FC236}">
                <a16:creationId xmlns:a16="http://schemas.microsoft.com/office/drawing/2014/main" id="{F9E478DC-96C3-427C-BAF2-D676E7AB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22">
            <a:extLst xmlns:a="http://schemas.openxmlformats.org/drawingml/2006/main">
              <a:ext uri="{FF2B5EF4-FFF2-40B4-BE49-F238E27FC236}">
                <a16:creationId xmlns:a16="http://schemas.microsoft.com/office/drawing/2014/main" id="{A04712EE-5DE9-4C1E-A425-0D7B2154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1584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8" name="Google Shape;188;p22">
            <a:extLst xmlns:a="http://schemas.openxmlformats.org/drawingml/2006/main">
              <a:ext uri="{FF2B5EF4-FFF2-40B4-BE49-F238E27FC236}">
                <a16:creationId xmlns:a16="http://schemas.microsoft.com/office/drawing/2014/main" id="{516AF4A3-52B3-4A79-8410-7BD7A559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p22">
            <a:extLst xmlns:a="http://schemas.openxmlformats.org/drawingml/2006/main">
              <a:ext uri="{FF2B5EF4-FFF2-40B4-BE49-F238E27FC236}">
                <a16:creationId xmlns:a16="http://schemas.microsoft.com/office/drawing/2014/main" id="{5B3D9B9B-4ED3-42A7-835F-73861F1C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91" name="Google Shape;191;p22">
            <a:extLst xmlns:a="http://schemas.openxmlformats.org/drawingml/2006/main">
              <a:ext uri="{FF2B5EF4-FFF2-40B4-BE49-F238E27FC236}">
                <a16:creationId xmlns:a16="http://schemas.microsoft.com/office/drawing/2014/main" id="{3E2EFBFF-6D86-4C2E-8F81-3D64CB6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22">
            <a:extLst xmlns:a="http://schemas.openxmlformats.org/drawingml/2006/main">
              <a:ext uri="{FF2B5EF4-FFF2-40B4-BE49-F238E27FC236}">
                <a16:creationId xmlns:a16="http://schemas.microsoft.com/office/drawing/2014/main" id="{9058EEA4-8E9F-4747-A2C1-B45A3EFB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ackground 1">
  <p:cSld name="CUSTOM_14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3">
            <a:extLst xmlns:a="http://schemas.openxmlformats.org/drawingml/2006/main">
              <a:ext uri="{FF2B5EF4-FFF2-40B4-BE49-F238E27FC236}">
                <a16:creationId xmlns:a16="http://schemas.microsoft.com/office/drawing/2014/main" id="{1320E569-1E75-44EA-92AA-2B16E773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23">
            <a:extLst xmlns:a="http://schemas.openxmlformats.org/drawingml/2006/main">
              <a:ext uri="{FF2B5EF4-FFF2-40B4-BE49-F238E27FC236}">
                <a16:creationId xmlns:a16="http://schemas.microsoft.com/office/drawing/2014/main" id="{047E28E6-2F08-4CEF-8BF4-A5FA611F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23">
            <a:extLst xmlns:a="http://schemas.openxmlformats.org/drawingml/2006/main">
              <a:ext uri="{FF2B5EF4-FFF2-40B4-BE49-F238E27FC236}">
                <a16:creationId xmlns:a16="http://schemas.microsoft.com/office/drawing/2014/main" id="{E1041E8D-FAB7-4AFA-B02A-3DA562D6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5bf5d713f884ec5" Type="http://schemas.openxmlformats.org/officeDocument/2006/relationships/slideLayout" Target="../slideLayouts/slideLayout22.xml"/><Relationship Id="R06182b9b9f0b4c37" Type="http://schemas.openxmlformats.org/officeDocument/2006/relationships/slideLayout" Target="../slideLayouts/slideLayout3.xml"/><Relationship Id="R08593d44606245e0" Type="http://schemas.openxmlformats.org/officeDocument/2006/relationships/slideLayout" Target="../slideLayouts/slideLayout11.xml"/><Relationship Id="R1ca4fec8b4ac4c6d" Type="http://schemas.openxmlformats.org/officeDocument/2006/relationships/slideLayout" Target="../slideLayouts/slideLayout2.xml"/><Relationship Id="R264ad26211d74685" Type="http://schemas.openxmlformats.org/officeDocument/2006/relationships/slideLayout" Target="../slideLayouts/slideLayout8.xml"/><Relationship Id="R27b16fdca3f74234" Type="http://schemas.openxmlformats.org/officeDocument/2006/relationships/slideLayout" Target="../slideLayouts/slideLayout1.xml"/><Relationship Id="R2e3e39e9f1e0442d" Type="http://schemas.openxmlformats.org/officeDocument/2006/relationships/slideLayout" Target="../slideLayouts/slideLayout4.xml"/><Relationship Id="R32a43aa74a2640c6" Type="http://schemas.openxmlformats.org/officeDocument/2006/relationships/slideLayout" Target="../slideLayouts/slideLayout21.xml"/><Relationship Id="R4ced5fb8783a477f" Type="http://schemas.openxmlformats.org/officeDocument/2006/relationships/slideLayout" Target="../slideLayouts/slideLayout13.xml"/><Relationship Id="R67af0c4de7c34044" Type="http://schemas.openxmlformats.org/officeDocument/2006/relationships/slideLayout" Target="../slideLayouts/slideLayout15.xml"/><Relationship Id="R6b6b4055ac9e42e9" Type="http://schemas.openxmlformats.org/officeDocument/2006/relationships/slideLayout" Target="../slideLayouts/slideLayout16.xml"/><Relationship Id="R7e3c14293c35406a" Type="http://schemas.openxmlformats.org/officeDocument/2006/relationships/slideLayout" Target="../slideLayouts/slideLayout20.xml"/><Relationship Id="R927be512e2424b52" Type="http://schemas.openxmlformats.org/officeDocument/2006/relationships/slideLayout" Target="../slideLayouts/slideLayout19.xml"/><Relationship Id="R96cd3c66fbac4710" Type="http://schemas.openxmlformats.org/officeDocument/2006/relationships/slideLayout" Target="../slideLayouts/slideLayout12.xml"/><Relationship Id="Ra4bf0da24ffb4af1" Type="http://schemas.openxmlformats.org/officeDocument/2006/relationships/slideLayout" Target="../slideLayouts/slideLayout5.xml"/><Relationship Id="Rac2bce0e82164aab" Type="http://schemas.openxmlformats.org/officeDocument/2006/relationships/slideLayout" Target="../slideLayouts/slideLayout6.xml"/><Relationship Id="Rbddc82088e414384" Type="http://schemas.openxmlformats.org/officeDocument/2006/relationships/slideLayout" Target="../slideLayouts/slideLayout9.xml"/><Relationship Id="Rc743b7036a1c4c9c" Type="http://schemas.openxmlformats.org/officeDocument/2006/relationships/slideLayout" Target="../slideLayouts/slideLayout10.xml"/><Relationship Id="Rc8ab84028873458f" Type="http://schemas.openxmlformats.org/officeDocument/2006/relationships/theme" Target="theme/theme2.xml"/><Relationship Id="Rcfc9b3fc55804f46" Type="http://schemas.openxmlformats.org/officeDocument/2006/relationships/slideLayout" Target="../slideLayouts/slideLayout18.xml"/><Relationship Id="Rf74d3de9531043ce" Type="http://schemas.openxmlformats.org/officeDocument/2006/relationships/slideLayout" Target="../slideLayouts/slideLayout14.xml"/><Relationship Id="Rfa89669d45474808" Type="http://schemas.openxmlformats.org/officeDocument/2006/relationships/slideLayout" Target="../slideLayouts/slideLayout17.xml"/><Relationship Id="Rfc8aeb4a3a434d13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75FF0F-D51C-41FB-B323-134E40419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63800"/>
            <a:ext cx="77040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300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0A4C9347-0DD7-44CF-BBA1-4B1F2AFE52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152475"/>
            <a:ext cx="77040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1pPr>
            <a:lvl2pPr marL="914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2pPr>
            <a:lvl3pPr marL="1371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3pPr>
            <a:lvl4pPr marL="1828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4pPr>
            <a:lvl5pPr marL="22860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5pPr>
            <a:lvl6pPr marL="2743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6pPr>
            <a:lvl7pPr marL="3200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7pPr>
            <a:lvl8pPr marL="3657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8pPr>
            <a:lvl9pPr marL="4114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9pPr>
          </a:lstStyle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b16fdca3f74234"/>
    <p:sldLayoutId xmlns:r="http://schemas.openxmlformats.org/officeDocument/2006/relationships" id="2147483650" r:id="R1ca4fec8b4ac4c6d"/>
    <p:sldLayoutId xmlns:r="http://schemas.openxmlformats.org/officeDocument/2006/relationships" id="2147483651" r:id="R06182b9b9f0b4c37"/>
    <p:sldLayoutId xmlns:r="http://schemas.openxmlformats.org/officeDocument/2006/relationships" id="2147483652" r:id="R2e3e39e9f1e0442d"/>
    <p:sldLayoutId xmlns:r="http://schemas.openxmlformats.org/officeDocument/2006/relationships" id="2147483653" r:id="Ra4bf0da24ffb4af1"/>
    <p:sldLayoutId xmlns:r="http://schemas.openxmlformats.org/officeDocument/2006/relationships" id="2147483654" r:id="Rac2bce0e82164aab"/>
    <p:sldLayoutId xmlns:r="http://schemas.openxmlformats.org/officeDocument/2006/relationships" id="2147483655" r:id="Rfc8aeb4a3a434d13"/>
    <p:sldLayoutId xmlns:r="http://schemas.openxmlformats.org/officeDocument/2006/relationships" id="2147483656" r:id="R264ad26211d74685"/>
    <p:sldLayoutId xmlns:r="http://schemas.openxmlformats.org/officeDocument/2006/relationships" id="2147483657" r:id="Rbddc82088e414384"/>
    <p:sldLayoutId xmlns:r="http://schemas.openxmlformats.org/officeDocument/2006/relationships" id="2147483658" r:id="Rc743b7036a1c4c9c"/>
    <p:sldLayoutId xmlns:r="http://schemas.openxmlformats.org/officeDocument/2006/relationships" id="2147483659" r:id="R08593d44606245e0"/>
    <p:sldLayoutId xmlns:r="http://schemas.openxmlformats.org/officeDocument/2006/relationships" id="2147483660" r:id="R96cd3c66fbac4710"/>
    <p:sldLayoutId xmlns:r="http://schemas.openxmlformats.org/officeDocument/2006/relationships" id="2147483661" r:id="R4ced5fb8783a477f"/>
    <p:sldLayoutId xmlns:r="http://schemas.openxmlformats.org/officeDocument/2006/relationships" id="2147483662" r:id="Rf74d3de9531043ce"/>
    <p:sldLayoutId xmlns:r="http://schemas.openxmlformats.org/officeDocument/2006/relationships" id="2147483663" r:id="R67af0c4de7c34044"/>
    <p:sldLayoutId xmlns:r="http://schemas.openxmlformats.org/officeDocument/2006/relationships" id="2147483664" r:id="R6b6b4055ac9e42e9"/>
    <p:sldLayoutId xmlns:r="http://schemas.openxmlformats.org/officeDocument/2006/relationships" id="2147483665" r:id="Rfa89669d45474808"/>
    <p:sldLayoutId xmlns:r="http://schemas.openxmlformats.org/officeDocument/2006/relationships" id="2147483666" r:id="Rcfc9b3fc55804f46"/>
    <p:sldLayoutId xmlns:r="http://schemas.openxmlformats.org/officeDocument/2006/relationships" id="2147483667" r:id="R927be512e2424b52"/>
    <p:sldLayoutId xmlns:r="http://schemas.openxmlformats.org/officeDocument/2006/relationships" id="2147483668" r:id="R7e3c14293c35406a"/>
    <p:sldLayoutId xmlns:r="http://schemas.openxmlformats.org/officeDocument/2006/relationships" id="2147483669" r:id="R32a43aa74a2640c6"/>
    <p:sldLayoutId xmlns:r="http://schemas.openxmlformats.org/officeDocument/2006/relationships" id="2147483670" r:id="R05bf5d713f884ec5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0eadca7e44fc3" Type="http://schemas.openxmlformats.org/officeDocument/2006/relationships/notesSlide" Target="../notesSlides/notesSlide1.xml"/><Relationship Id="R857ba807cfd54fe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435d4ab98b40ce" Type="http://schemas.openxmlformats.org/officeDocument/2006/relationships/notesSlide" Target="../notesSlides/notesSlide2.xml"/><Relationship Id="Ra78dda24fb924957" Type="http://schemas.openxmlformats.org/officeDocument/2006/relationships/image" Target="../media/image.jpeg"/><Relationship Id="Re0b70b4506b9412c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631074e59a0b454c" Type="http://schemas.openxmlformats.org/officeDocument/2006/relationships/image" Target="../media/image2.jpeg"/><Relationship Id="R900149a78e1b4a3e" Type="http://schemas.openxmlformats.org/officeDocument/2006/relationships/slideLayout" Target="../slideLayouts/slideLayout6.xml"/><Relationship Id="R9ff1bec133284fe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0bb253b4fc346f1" Type="http://schemas.openxmlformats.org/officeDocument/2006/relationships/notesSlide" Target="../notesSlides/notesSlide4.xml"/><Relationship Id="Rd1b9be44eb6a4b33" Type="http://schemas.openxmlformats.org/officeDocument/2006/relationships/slideLayout" Target="../slideLayouts/slideLayout6.xml"/><Relationship Id="Rdc2db03b26d74c6a" Type="http://schemas.openxmlformats.org/officeDocument/2006/relationships/image" Target="../media/image.png"/></Relationships>
</file>

<file path=ppt/slides/_rels/slide5.xml.rels><?xml version='1.0' encoding='UTF-8' standalone='yes'?>
<Relationships xmlns="http://schemas.openxmlformats.org/package/2006/relationships"><Relationship Id="R1a5a8357978f4d7d" Type="http://schemas.openxmlformats.org/officeDocument/2006/relationships/notesSlide" Target="../notesSlides/notesSlide5.xml"/><Relationship Id="Rd72e1e8aebd24463" Type="http://schemas.openxmlformats.org/officeDocument/2006/relationships/slideLayout" Target="../slideLayouts/slideLayout4.xml"/><Relationship Id="Rf7557e696e134fa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6d5ca840062540c1" Type="http://schemas.openxmlformats.org/officeDocument/2006/relationships/notesSlide" Target="../notesSlides/notesSlide6.xml"/><Relationship Id="Rf3bce0737aa04d55" Type="http://schemas.openxmlformats.org/officeDocument/2006/relationships/slideLayout" Target="../slideLayouts/slideLayout18.xml"/></Relationships>
</file>

<file path=ppt/slides/_rels/slide7.xml.rels><?xml version='1.0' encoding='UTF-8' standalone='yes'?>
<Relationships xmlns="http://schemas.openxmlformats.org/package/2006/relationships"><Relationship Id="R088ef9f1781b473f" Type="http://schemas.openxmlformats.org/officeDocument/2006/relationships/slideLayout" Target="../slideLayouts/slideLayout18.xml"/><Relationship Id="R1ba24381006749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65486cb0e9b8447d" Type="http://schemas.openxmlformats.org/officeDocument/2006/relationships/slideLayout" Target="../slideLayouts/slideLayout18.xml"/><Relationship Id="Rc0ef2352feae483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acbd2e0041249b0" Type="http://schemas.openxmlformats.org/officeDocument/2006/relationships/slideLayout" Target="../slideLayouts/slideLayout18.xml"/><Relationship Id="Rd4203f2bc7e4458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774e410be13494b" Type="http://schemas.openxmlformats.org/officeDocument/2006/relationships/notesSlide" Target="../notesSlides/notesSlide10.xml"/><Relationship Id="R6058f1bfaac94e75" Type="http://schemas.openxmlformats.org/officeDocument/2006/relationships/slideLayout" Target="../slideLayouts/slideLayout18.xml"/></Relationships>
</file>

<file path=ppt/slides/_rels/slide11.xml.rels><?xml version='1.0' encoding='UTF-8' standalone='yes'?>
<Relationships xmlns="http://schemas.openxmlformats.org/package/2006/relationships"><Relationship Id="Rcee46fba164b4812" Type="http://schemas.openxmlformats.org/officeDocument/2006/relationships/notesSlide" Target="../notesSlides/notesSlide11.xml"/><Relationship Id="Re35614bf59344ca9" Type="http://schemas.openxmlformats.org/officeDocument/2006/relationships/slideLayout" Target="../slideLayouts/slideLayout18.xml"/></Relationships>
</file>

<file path=ppt/slides/_rels/slide12.xml.rels><?xml version='1.0' encoding='UTF-8' standalone='yes'?>
<Relationships xmlns="http://schemas.openxmlformats.org/package/2006/relationships"><Relationship Id="R25a338c0cd2f4aa3" Type="http://schemas.openxmlformats.org/officeDocument/2006/relationships/notesSlide" Target="../notesSlides/notesSlide12.xml"/><Relationship Id="R8a3e48580c494b98" Type="http://schemas.openxmlformats.org/officeDocument/2006/relationships/slideLayout" Target="../slideLayouts/slideLayout18.xml"/></Relationships>
</file>

<file path=ppt/slides/_rels/slide13.xml.rels><?xml version='1.0' encoding='UTF-8' standalone='yes'?>
<Relationships xmlns="http://schemas.openxmlformats.org/package/2006/relationships"><Relationship Id="Rb994fe9ce21e471c" Type="http://schemas.openxmlformats.org/officeDocument/2006/relationships/notesSlide" Target="../notesSlides/notesSlide13.xml"/><Relationship Id="Rdf4b77c0f511429e" Type="http://schemas.openxmlformats.org/officeDocument/2006/relationships/slideLayout" Target="../slideLayouts/slideLayout18.xml"/></Relationships>
</file>

<file path=ppt/slides/_rels/slide14.xml.rels><?xml version='1.0' encoding='UTF-8' standalone='yes'?>
<Relationships xmlns="http://schemas.openxmlformats.org/package/2006/relationships"><Relationship Id="R5ba04b0e8b2d47ba" Type="http://schemas.openxmlformats.org/officeDocument/2006/relationships/notesSlide" Target="../notesSlides/notesSlide14.xml"/><Relationship Id="R5cb741c97f0243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90c32d2aced54fcd" Type="http://schemas.openxmlformats.org/officeDocument/2006/relationships/notesSlide" Target="../notesSlides/notesSlide15.xml"/><Relationship Id="Rf31cc2a7d03f4133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1783f447ef6d4919" Type="http://schemas.openxmlformats.org/officeDocument/2006/relationships/notesSlide" Target="../notesSlides/notesSlide16.xml"/><Relationship Id="R8a2098a65d994eee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e0b7fed41ed4d75" Type="http://schemas.openxmlformats.org/officeDocument/2006/relationships/slideLayout" Target="../slideLayouts/slideLayout18.xml"/><Relationship Id="R9038e235eaac433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9fbe9f5daf5044a4" Type="http://schemas.openxmlformats.org/officeDocument/2006/relationships/notesSlide" Target="../notesSlides/notesSlide18.xml"/><Relationship Id="Rc29f8c99f5da45b2" Type="http://schemas.openxmlformats.org/officeDocument/2006/relationships/slideLayout" Target="../slideLayouts/slideLayout18.xml"/></Relationships>
</file>

<file path=ppt/slides/_rels/slide19.xml.rels><?xml version='1.0' encoding='UTF-8' standalone='yes'?>
<Relationships xmlns="http://schemas.openxmlformats.org/package/2006/relationships"><Relationship Id="R6960d040c0ce4699" Type="http://schemas.openxmlformats.org/officeDocument/2006/relationships/slideLayout" Target="../slideLayouts/slideLayout18.xml"/><Relationship Id="Rf7c3fec70462457b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a8afce315fa84865" Type="http://schemas.openxmlformats.org/officeDocument/2006/relationships/slideLayout" Target="../slideLayouts/slideLayout18.xml"/><Relationship Id="Rf1b913eb3bb34fb1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13b191a169be4de7" Type="http://schemas.openxmlformats.org/officeDocument/2006/relationships/slideLayout" Target="../slideLayouts/slideLayout18.xml"/><Relationship Id="Rcd098eb334174f4a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6455b3c7ea094b49" Type="http://schemas.openxmlformats.org/officeDocument/2006/relationships/notesSlide" Target="../notesSlides/notesSlide22.xml"/><Relationship Id="Rf8579368d2ab408b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95cd75c7fee44430" Type="http://schemas.openxmlformats.org/officeDocument/2006/relationships/notesSlide" Target="../notesSlides/notesSlide23.xml"/><Relationship Id="Rc039948a929743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b6562f65d714957" Type="http://schemas.openxmlformats.org/officeDocument/2006/relationships/notesSlide" Target="../notesSlides/notesSlide24.xml"/><Relationship Id="Red0d201807eb4947" Type="http://schemas.openxmlformats.org/officeDocument/2006/relationships/slideLayout" Target="../slideLayouts/slideLayout18.xml"/></Relationships>
</file>

<file path=ppt/slides/_rels/slide25.xml.rels><?xml version='1.0' encoding='UTF-8' standalone='yes'?>
<Relationships xmlns="http://schemas.openxmlformats.org/package/2006/relationships"><Relationship Id="R1474f5417e3c486b" Type="http://schemas.openxmlformats.org/officeDocument/2006/relationships/slideLayout" Target="../slideLayouts/slideLayout18.xml"/><Relationship Id="Rffbc161df53e473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3ff134ce65f84335" Type="http://schemas.openxmlformats.org/officeDocument/2006/relationships/slideLayout" Target="../slideLayouts/slideLayout1.xml"/><Relationship Id="R71fca1d7c3384f5d" Type="http://schemas.openxmlformats.org/officeDocument/2006/relationships/notesSlide" Target="../notesSlides/notesSlide2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Programming Adventure Begins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July 11, 2026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3" name="Google Shape;223;p25">
            <a:extLst xmlns:a="http://schemas.openxmlformats.org/drawingml/2006/main">
              <a:ext uri="{FF2B5EF4-FFF2-40B4-BE49-F238E27FC236}">
                <a16:creationId xmlns:a16="http://schemas.microsoft.com/office/drawing/2014/main" id="{435122D1-F45D-4882-8233-5B9A8C16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4" name="Google Shape;224;p25">
            <a:extLst xmlns:a="http://schemas.openxmlformats.org/drawingml/2006/main">
              <a:ext uri="{FF2B5EF4-FFF2-40B4-BE49-F238E27FC236}">
                <a16:creationId xmlns:a16="http://schemas.microsoft.com/office/drawing/2014/main" id="{B58CEBF6-776A-4F4D-BD98-0D239F8C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5">
            <a:extLst xmlns:a="http://schemas.openxmlformats.org/drawingml/2006/main">
              <a:ext uri="{FF2B5EF4-FFF2-40B4-BE49-F238E27FC236}">
                <a16:creationId xmlns:a16="http://schemas.microsoft.com/office/drawing/2014/main" id="{358656E0-8BFA-4FFA-BEF6-6B3719139F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Principal of Everest IT</a:t>
            </a:r>
          </a:p>
        </p:txBody>
      </p:sp>
      <p:sp>
        <p:nvSpPr>
          <p:cNvPr id="226" name="Google Shape;226;p25">
            <a:extLst xmlns:a="http://schemas.openxmlformats.org/drawingml/2006/main">
              <a:ext uri="{FF2B5EF4-FFF2-40B4-BE49-F238E27FC236}">
                <a16:creationId xmlns:a16="http://schemas.microsoft.com/office/drawing/2014/main" id="{D7ECFD6D-7799-4C5F-9BE5-B35D2470D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EverestIT</a:t>
            </a:r>
            <a:r>
              <a:t> Founder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Principal Technology Specialist (Microsoft)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Masters in: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Information Management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Healthcare Management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Senior Technical Leadership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~30 years in IT Field Experience</a:t>
            </a:r>
          </a:p>
          <a:p xmlns:a="http://schemas.openxmlformats.org/drawingml/2006/main">
            <a:pPr marL="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45720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5">
            <a:extLst xmlns:a="http://schemas.openxmlformats.org/drawingml/2006/main">
              <a:ext uri="{FF2B5EF4-FFF2-40B4-BE49-F238E27FC236}">
                <a16:creationId xmlns:a16="http://schemas.microsoft.com/office/drawing/2014/main" id="{9813D908-1028-4CCB-83DB-2D37BFA9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Bijay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34" name="Google Shape;228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dda24fb92495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7538" y="2079025"/>
            <a:ext cx="2255500" cy="2255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6337209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4" name="Google Shape;234;p26">
            <a:extLst xmlns:a="http://schemas.openxmlformats.org/drawingml/2006/main">
              <a:ext uri="{FF2B5EF4-FFF2-40B4-BE49-F238E27FC236}">
                <a16:creationId xmlns:a16="http://schemas.microsoft.com/office/drawing/2014/main" id="{B14A69C7-AC5F-41D7-B561-C6582CB3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6">
            <a:extLst xmlns:a="http://schemas.openxmlformats.org/drawingml/2006/main">
              <a:ext uri="{FF2B5EF4-FFF2-40B4-BE49-F238E27FC236}">
                <a16:creationId xmlns:a16="http://schemas.microsoft.com/office/drawing/2014/main" id="{80820967-DED6-4709-8827-0E65E307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6" name="Google Shape;236;p26">
            <a:extLst xmlns:a="http://schemas.openxmlformats.org/drawingml/2006/main">
              <a:ext uri="{FF2B5EF4-FFF2-40B4-BE49-F238E27FC236}">
                <a16:creationId xmlns:a16="http://schemas.microsoft.com/office/drawing/2014/main" id="{0E1D9519-FD68-41BB-BE8C-59D8D4D03E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Teachers</a:t>
            </a:r>
          </a:p>
        </p:txBody>
      </p:sp>
      <p:sp>
        <p:nvSpPr>
          <p:cNvPr id="237" name="Google Shape;237;p26">
            <a:extLst xmlns:a="http://schemas.openxmlformats.org/drawingml/2006/main">
              <a:ext uri="{FF2B5EF4-FFF2-40B4-BE49-F238E27FC236}">
                <a16:creationId xmlns:a16="http://schemas.microsoft.com/office/drawing/2014/main" id="{9B80CB32-94BD-40A6-A573-1C03375068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4536" y="1153561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Bachelors &amp; Masters in    Computer Science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Software Engineer Intern at </a:t>
            </a:r>
            <a:r>
              <a:t>Northrop Grumman and BNY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Software Engineer at Google​</a:t>
            </a:r>
          </a:p>
        </p:txBody>
      </p:sp>
      <p:sp>
        <p:nvSpPr>
          <p:cNvPr id="238" name="Google Shape;238;p26">
            <a:extLst xmlns:a="http://schemas.openxmlformats.org/drawingml/2006/main">
              <a:ext uri="{FF2B5EF4-FFF2-40B4-BE49-F238E27FC236}">
                <a16:creationId xmlns:a16="http://schemas.microsoft.com/office/drawing/2014/main" id="{3C70EC75-6F40-46BC-9CE8-36EAC24F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Sanskar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4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074e59a0b45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37077" y="2003867"/>
            <a:ext cx="1774182" cy="234387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7305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Google Shape;245;p27">
            <a:extLst xmlns:a="http://schemas.openxmlformats.org/drawingml/2006/main">
              <a:ext uri="{FF2B5EF4-FFF2-40B4-BE49-F238E27FC236}">
                <a16:creationId xmlns:a16="http://schemas.microsoft.com/office/drawing/2014/main" id="{078FF67B-AC65-4B17-85F2-986FBFF0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6" name="Google Shape;246;p27">
            <a:extLst xmlns:a="http://schemas.openxmlformats.org/drawingml/2006/main">
              <a:ext uri="{FF2B5EF4-FFF2-40B4-BE49-F238E27FC236}">
                <a16:creationId xmlns:a16="http://schemas.microsoft.com/office/drawing/2014/main" id="{0AB8B828-D83F-44BE-B9E9-6F4E359C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7">
            <a:extLst xmlns:a="http://schemas.openxmlformats.org/drawingml/2006/main">
              <a:ext uri="{FF2B5EF4-FFF2-40B4-BE49-F238E27FC236}">
                <a16:creationId xmlns:a16="http://schemas.microsoft.com/office/drawing/2014/main" id="{9EB3861D-F425-4CCC-A481-C702DBCFBF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Teachers</a:t>
            </a:r>
          </a:p>
        </p:txBody>
      </p:sp>
      <p:sp>
        <p:nvSpPr>
          <p:cNvPr id="248" name="Google Shape;248;p27">
            <a:extLst xmlns:a="http://schemas.openxmlformats.org/drawingml/2006/main">
              <a:ext uri="{FF2B5EF4-FFF2-40B4-BE49-F238E27FC236}">
                <a16:creationId xmlns:a16="http://schemas.microsoft.com/office/drawing/2014/main" id="{C2828842-806C-469F-96B4-A6C8D8BB2D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Lead Software engineer at Flagship Financial Group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Avid learner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Masters in Software Engineering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FOSS contributor - Bitcoin, Large Language Models, OpenAI</a:t>
            </a:r>
          </a:p>
        </p:txBody>
      </p:sp>
      <p:sp>
        <p:nvSpPr>
          <p:cNvPr id="249" name="Google Shape;249;p27">
            <a:extLst xmlns:a="http://schemas.openxmlformats.org/drawingml/2006/main">
              <a:ext uri="{FF2B5EF4-FFF2-40B4-BE49-F238E27FC236}">
                <a16:creationId xmlns:a16="http://schemas.microsoft.com/office/drawing/2014/main" id="{5B015460-D499-48EF-99B0-8C7EF22F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Abhigya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5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db03b26d74c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482" y="2035294"/>
            <a:ext cx="1525798" cy="22860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1815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5" name="Google Shape;255;p28">
            <a:extLst xmlns:a="http://schemas.openxmlformats.org/drawingml/2006/main">
              <a:ext uri="{FF2B5EF4-FFF2-40B4-BE49-F238E27FC236}">
                <a16:creationId xmlns:a16="http://schemas.microsoft.com/office/drawing/2014/main" id="{DFAE69D3-6EB5-46F0-9E84-438E071040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Assistant Teachers</a:t>
            </a:r>
          </a:p>
        </p:txBody>
      </p:sp>
      <p:sp>
        <p:nvSpPr>
          <p:cNvPr id="257" name="Google Shape;257;p28">
            <a:extLst xmlns:a="http://schemas.openxmlformats.org/drawingml/2006/main">
              <a:ext uri="{FF2B5EF4-FFF2-40B4-BE49-F238E27FC236}">
                <a16:creationId xmlns:a16="http://schemas.microsoft.com/office/drawing/2014/main" id="{5EB2085F-F120-4A0D-89C1-DA3065F8E986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966881" y="4147200"/>
            <a:ext cx="121619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Ishwari Ma'am</a:t>
            </a:r>
          </a:p>
        </p:txBody>
      </p:sp>
      <p:sp>
        <p:nvSpPr>
          <p:cNvPr id="6" name="Google Shape;259;p28">
            <a:extLst xmlns:a="http://schemas.openxmlformats.org/drawingml/2006/main">
              <a:ext uri="{FF2B5EF4-FFF2-40B4-BE49-F238E27FC236}">
                <a16:creationId xmlns:a16="http://schemas.microsoft.com/office/drawing/2014/main" id="{0086CC82-890E-B8CB-8ADF-1ACB6220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698" y="3456700"/>
            <a:ext cx="1216800" cy="6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/&gt;</a:t>
            </a:r>
            <a:r>
              <a:rPr sz="3600">
                <a:solidFill>
                  <a:schemeClr val="dk1"/>
                </a:solidFill>
              </a:rPr>
              <a:t> **</a:t>
            </a:r>
          </a:p>
        </p:txBody>
      </p:sp>
      <p:pic>
        <p:nvPicPr>
          <p:cNvPr id="26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57e696e13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64086" y="1035076"/>
            <a:ext cx="2804916" cy="248767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46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Teams, Kahoot, and breakout rooms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{Meet}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Learn who is here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{Explore}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{Create}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Make music with code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Grade, subject, and hobby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{Say your name}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City/state or country only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{Share favorites}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{Listen kindly}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Passing is always okay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Writing code starts next week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{Code.org}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Visual blocks make ideas move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{TypeScript}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{Projects}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Build games, apps, and tools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Rest and recharge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{Class: 9-1}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Saturdays, Pacific Time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{Break: 10:30}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{Typing: 11:00}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Practice accuracy and speed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Open Kids Computer Science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{Calendar}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the Saturday meeting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{Join the Team}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{Ask for help}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chat or raise your hand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and submit assignments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{Updates}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Important teacher updates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{Assignments}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{Hangout}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Join extra help after class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Homework, classwork, or setup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{4:30-5:30}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Pacific Time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{Questions}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{Join Hangout}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Assistant teachers are ready to help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Attend the class on time to be successful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</a:t>
            </a:r>
            <a:r>
              <a:t>Be respectful}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Respect your fellow students and treat them as you want to be treated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{Be on time</a:t>
            </a:r>
            <a:r>
              <a:rPr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</a:t>
            </a:r>
            <a:r>
              <a:t>Be ready}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Set yourself up for success by bringing the necessary tools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Kahoot time!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15 fun questions. Learn the game.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Break time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Return at 11:00 AM Pacific.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Typing practice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Accuracy first. Speed comes later.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Helps when someone gets stuck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{Captain}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Keeps the crew on the mission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{Coach}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{Reporter}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Shares one discovery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Help by asking questions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{Own project}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Work on your computer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{Explain}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{Everyone}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crew succeeds together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Combine at least two sounds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{Music Lab}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the link in Teams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{Build a mix}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{Try AI drums}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Notice what changes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An action starts something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{Sequence}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Steps run in an order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{Event}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{Debug}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and fix a problem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Keep, change, or remix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{AI suggests}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Music Lab can generate beats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{You choose}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{Humans lead}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Creativity and judgment stay yours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a favorite moment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{One discovery}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What did your crew learn?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{One project}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{One shout-out}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Thank someone who helped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Final Kahoot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Show what you learned today.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 sounds, AI drums, 2 changes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{Finish levels}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Complete the guided levels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{Remix it}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{Submit}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Link or screenshot in Teams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Start with small, clear steps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{TypeScript}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Our programming language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{Write code}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548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{Build together}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Questions are always welcome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Great first day!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See you next Saturday.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theme/theme1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2026-07-11T03:55:28.8370000Z</dcterms:created>
  <dcterms:modified xsi:type="dcterms:W3CDTF">2026-07-11T03:55:28.8370000Z</dcterms:modified>
</coreProperties>
</file>