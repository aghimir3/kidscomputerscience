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85732448214ca3" /><Relationship Type="http://schemas.openxmlformats.org/officeDocument/2006/relationships/extended-properties" Target="/docProps/app.xml" Id="Rf77474d1f87844ea" /><Relationship Type="http://schemas.openxmlformats.org/officeDocument/2006/relationships/officeDocument" Target="/ppt/presentation.xml" Id="Rc11b797cad9b444c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3b4eb1c274d24026"/>
  </p:sldMasterIdLst>
  <p:notesMasterIdLst>
    <p:notesMasterId xmlns:r="http://schemas.openxmlformats.org/officeDocument/2006/relationships" r:id="R92feef4b6a164373"/>
  </p:notesMasterIdLst>
  <p:sldIdLst>
    <p:sldId xmlns:r="http://schemas.openxmlformats.org/officeDocument/2006/relationships" id="256" r:id="Rd94febe393374a7f"/>
    <p:sldId xmlns:r="http://schemas.openxmlformats.org/officeDocument/2006/relationships" id="257" r:id="Rcd080cf73ea746d7"/>
    <p:sldId xmlns:r="http://schemas.openxmlformats.org/officeDocument/2006/relationships" id="258" r:id="R6e3668c970f44cf0"/>
    <p:sldId xmlns:r="http://schemas.openxmlformats.org/officeDocument/2006/relationships" id="259" r:id="R455fdb550fad4788"/>
    <p:sldId xmlns:r="http://schemas.openxmlformats.org/officeDocument/2006/relationships" id="260" r:id="Rf1457677984a423d"/>
    <p:sldId xmlns:r="http://schemas.openxmlformats.org/officeDocument/2006/relationships" id="261" r:id="R225d2b71901e421b"/>
    <p:sldId xmlns:r="http://schemas.openxmlformats.org/officeDocument/2006/relationships" id="262" r:id="Ra2d5baa2848e4300"/>
    <p:sldId xmlns:r="http://schemas.openxmlformats.org/officeDocument/2006/relationships" id="263" r:id="R4239a5e40fc8477a"/>
    <p:sldId xmlns:r="http://schemas.openxmlformats.org/officeDocument/2006/relationships" id="264" r:id="R04c923c23c674af9"/>
    <p:sldId xmlns:r="http://schemas.openxmlformats.org/officeDocument/2006/relationships" id="265" r:id="R444a8f1106d74044"/>
    <p:sldId xmlns:r="http://schemas.openxmlformats.org/officeDocument/2006/relationships" id="266" r:id="R0c526b69462546a1"/>
    <p:sldId xmlns:r="http://schemas.openxmlformats.org/officeDocument/2006/relationships" id="267" r:id="R3584a4828d1d496b"/>
    <p:sldId xmlns:r="http://schemas.openxmlformats.org/officeDocument/2006/relationships" id="268" r:id="Rcae0cef513ae4da7"/>
    <p:sldId xmlns:r="http://schemas.openxmlformats.org/officeDocument/2006/relationships" id="269" r:id="R4a9c884ff4784241"/>
    <p:sldId xmlns:r="http://schemas.openxmlformats.org/officeDocument/2006/relationships" id="270" r:id="R54853493cacd4509"/>
    <p:sldId xmlns:r="http://schemas.openxmlformats.org/officeDocument/2006/relationships" id="271" r:id="Reb24ac8b36844933"/>
    <p:sldId xmlns:r="http://schemas.openxmlformats.org/officeDocument/2006/relationships" id="272" r:id="R7da55bc024b6469e"/>
    <p:sldId xmlns:r="http://schemas.openxmlformats.org/officeDocument/2006/relationships" id="273" r:id="R6369efebb97e401b"/>
    <p:sldId xmlns:r="http://schemas.openxmlformats.org/officeDocument/2006/relationships" id="274" r:id="Rdae5811f91ba4789"/>
    <p:sldId xmlns:r="http://schemas.openxmlformats.org/officeDocument/2006/relationships" id="275" r:id="R067545a7a82f41e8"/>
    <p:sldId xmlns:r="http://schemas.openxmlformats.org/officeDocument/2006/relationships" id="276" r:id="R15b4ed74f0894b5a"/>
    <p:sldId xmlns:r="http://schemas.openxmlformats.org/officeDocument/2006/relationships" id="277" r:id="R7865d703741c4f3a"/>
    <p:sldId xmlns:r="http://schemas.openxmlformats.org/officeDocument/2006/relationships" id="278" r:id="R95645096c70c4a37"/>
    <p:sldId xmlns:r="http://schemas.openxmlformats.org/officeDocument/2006/relationships" id="279" r:id="R6e285976ba7744ad"/>
    <p:sldId xmlns:r="http://schemas.openxmlformats.org/officeDocument/2006/relationships" id="280" r:id="R627d7fdbe5054847"/>
    <p:sldId xmlns:r="http://schemas.openxmlformats.org/officeDocument/2006/relationships" id="281" r:id="R6a40418975994017"/>
  </p:sldIdLst>
  <p:sldSz cx="9144000" cy="5143500"/>
  <p:notesSz cx="6858000" cy="9144000"/>
  <p:embeddedFontLst>
    <p:embeddedFont>
      <p:font typeface="Quantico"/>
      <p:regular xmlns:r="http://schemas.openxmlformats.org/officeDocument/2006/relationships" r:id="R523dc4b30b964ec9"/>
      <p:bold xmlns:r="http://schemas.openxmlformats.org/officeDocument/2006/relationships" r:id="Rb400b9af09f840ce"/>
      <p:italic xmlns:r="http://schemas.openxmlformats.org/officeDocument/2006/relationships" r:id="Rc906242da7e04149"/>
      <p:boldItalic xmlns:r="http://schemas.openxmlformats.org/officeDocument/2006/relationships" r:id="Rdf4d33b368c14d35"/>
    </p:embeddedFont>
    <p:embeddedFont>
      <p:font typeface="Source Code Pro"/>
      <p:regular xmlns:r="http://schemas.openxmlformats.org/officeDocument/2006/relationships" r:id="R8aeffa911ca14701"/>
      <p:bold xmlns:r="http://schemas.openxmlformats.org/officeDocument/2006/relationships" r:id="Rb429eee467774760"/>
      <p:italic xmlns:r="http://schemas.openxmlformats.org/officeDocument/2006/relationships" r:id="R06824bffc7634510"/>
      <p:boldItalic xmlns:r="http://schemas.openxmlformats.org/officeDocument/2006/relationships" r:id="R0accc5d07c734001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fb197ffbb34d89" /><Relationship Type="http://schemas.openxmlformats.org/officeDocument/2006/relationships/slideMaster" Target="/ppt/slideMasters/slideMaster1.xml" Id="R3b4eb1c274d24026" /><Relationship Type="http://schemas.openxmlformats.org/officeDocument/2006/relationships/notesMaster" Target="/ppt/notesMasters/notesMaster1.xml" Id="R92feef4b6a164373" /><Relationship Type="http://schemas.openxmlformats.org/officeDocument/2006/relationships/presProps" Target="/ppt/presProps.xml" Id="Rb7550a38d7664e95" /><Relationship Type="http://schemas.openxmlformats.org/officeDocument/2006/relationships/tableStyles" Target="/ppt/tableStyles.xml" Id="Rc4fc9e0b00794ab4" /><Relationship Type="http://schemas.openxmlformats.org/officeDocument/2006/relationships/font" Target="/ppt/fonts/font.dat" Id="R523dc4b30b964ec9" /><Relationship Type="http://schemas.openxmlformats.org/officeDocument/2006/relationships/font" Target="/ppt/fonts/font2.dat" Id="Rb400b9af09f840ce" /><Relationship Type="http://schemas.openxmlformats.org/officeDocument/2006/relationships/font" Target="/ppt/fonts/font3.dat" Id="Rc906242da7e04149" /><Relationship Type="http://schemas.openxmlformats.org/officeDocument/2006/relationships/font" Target="/ppt/fonts/font4.dat" Id="Rdf4d33b368c14d35" /><Relationship Type="http://schemas.openxmlformats.org/officeDocument/2006/relationships/font" Target="/ppt/fonts/font5.dat" Id="R8aeffa911ca14701" /><Relationship Type="http://schemas.openxmlformats.org/officeDocument/2006/relationships/font" Target="/ppt/fonts/font6.dat" Id="Rb429eee467774760" /><Relationship Type="http://schemas.openxmlformats.org/officeDocument/2006/relationships/font" Target="/ppt/fonts/font7.dat" Id="R06824bffc7634510" /><Relationship Type="http://schemas.openxmlformats.org/officeDocument/2006/relationships/font" Target="/ppt/fonts/font8.dat" Id="R0accc5d07c734001" /><Relationship Type="http://schemas.openxmlformats.org/officeDocument/2006/relationships/slide" Target="/ppt/slides/slide1.xml" Id="Rd94febe393374a7f" /><Relationship Type="http://schemas.openxmlformats.org/officeDocument/2006/relationships/slide" Target="/ppt/slides/slide2.xml" Id="Rcd080cf73ea746d7" /><Relationship Type="http://schemas.openxmlformats.org/officeDocument/2006/relationships/slide" Target="/ppt/slides/slide3.xml" Id="R6e3668c970f44cf0" /><Relationship Type="http://schemas.openxmlformats.org/officeDocument/2006/relationships/slide" Target="/ppt/slides/slide4.xml" Id="R455fdb550fad4788" /><Relationship Type="http://schemas.openxmlformats.org/officeDocument/2006/relationships/slide" Target="/ppt/slides/slide5.xml" Id="Rf1457677984a423d" /><Relationship Type="http://schemas.openxmlformats.org/officeDocument/2006/relationships/slide" Target="/ppt/slides/slide6.xml" Id="R225d2b71901e421b" /><Relationship Type="http://schemas.openxmlformats.org/officeDocument/2006/relationships/slide" Target="/ppt/slides/slide7.xml" Id="Ra2d5baa2848e4300" /><Relationship Type="http://schemas.openxmlformats.org/officeDocument/2006/relationships/slide" Target="/ppt/slides/slide8.xml" Id="R4239a5e40fc8477a" /><Relationship Type="http://schemas.openxmlformats.org/officeDocument/2006/relationships/slide" Target="/ppt/slides/slide9.xml" Id="R04c923c23c674af9" /><Relationship Type="http://schemas.openxmlformats.org/officeDocument/2006/relationships/slide" Target="/ppt/slides/slide10.xml" Id="R444a8f1106d74044" /><Relationship Type="http://schemas.openxmlformats.org/officeDocument/2006/relationships/slide" Target="/ppt/slides/slide11.xml" Id="R0c526b69462546a1" /><Relationship Type="http://schemas.openxmlformats.org/officeDocument/2006/relationships/slide" Target="/ppt/slides/slide12.xml" Id="R3584a4828d1d496b" /><Relationship Type="http://schemas.openxmlformats.org/officeDocument/2006/relationships/slide" Target="/ppt/slides/slide13.xml" Id="Rcae0cef513ae4da7" /><Relationship Type="http://schemas.openxmlformats.org/officeDocument/2006/relationships/slide" Target="/ppt/slides/slide14.xml" Id="R4a9c884ff4784241" /><Relationship Type="http://schemas.openxmlformats.org/officeDocument/2006/relationships/slide" Target="/ppt/slides/slide15.xml" Id="R54853493cacd4509" /><Relationship Type="http://schemas.openxmlformats.org/officeDocument/2006/relationships/slide" Target="/ppt/slides/slide16.xml" Id="Reb24ac8b36844933" /><Relationship Type="http://schemas.openxmlformats.org/officeDocument/2006/relationships/slide" Target="/ppt/slides/slide17.xml" Id="R7da55bc024b6469e" /><Relationship Type="http://schemas.openxmlformats.org/officeDocument/2006/relationships/slide" Target="/ppt/slides/slide18.xml" Id="R6369efebb97e401b" /><Relationship Type="http://schemas.openxmlformats.org/officeDocument/2006/relationships/slide" Target="/ppt/slides/slide19.xml" Id="Rdae5811f91ba4789" /><Relationship Type="http://schemas.openxmlformats.org/officeDocument/2006/relationships/slide" Target="/ppt/slides/slide20.xml" Id="R067545a7a82f41e8" /><Relationship Type="http://schemas.openxmlformats.org/officeDocument/2006/relationships/slide" Target="/ppt/slides/slide21.xml" Id="R15b4ed74f0894b5a" /><Relationship Type="http://schemas.openxmlformats.org/officeDocument/2006/relationships/slide" Target="/ppt/slides/slide22.xml" Id="R7865d703741c4f3a" /><Relationship Type="http://schemas.openxmlformats.org/officeDocument/2006/relationships/slide" Target="/ppt/slides/slide23.xml" Id="R95645096c70c4a37" /><Relationship Type="http://schemas.openxmlformats.org/officeDocument/2006/relationships/slide" Target="/ppt/slides/slide24.xml" Id="R6e285976ba7744ad" /><Relationship Type="http://schemas.openxmlformats.org/officeDocument/2006/relationships/slide" Target="/ppt/slides/slide25.xml" Id="R627d7fdbe5054847" /><Relationship Type="http://schemas.openxmlformats.org/officeDocument/2006/relationships/slide" Target="/ppt/slides/slide26.xml" Id="R6a404189759940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c7f04f3e3c49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New Operating System Design Pitch Deck by Slidesgo">
  <a:themeElements>
    <a:clrScheme name="Simple Light">
      <a:dk1>
        <a:srgbClr val="FFFFFF"/>
      </a:dk1>
      <a:lt1>
        <a:srgbClr val="2D323C"/>
      </a:lt1>
      <a:dk2>
        <a:srgbClr val="242830"/>
      </a:dk2>
      <a:lt2>
        <a:srgbClr val="FFDB5D"/>
      </a:lt2>
      <a:accent1>
        <a:srgbClr val="94EE6B"/>
      </a:accent1>
      <a:accent2>
        <a:srgbClr val="E81981"/>
      </a:accent2>
      <a:accent3>
        <a:srgbClr val="BD64B5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76d32a98c74e28" /><Relationship Type="http://schemas.openxmlformats.org/officeDocument/2006/relationships/notesMaster" Target="/ppt/notesMasters/notesMaster1.xml" Id="Rd29e44f8ec4e4d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e97ac7bdea41fe" /><Relationship Type="http://schemas.openxmlformats.org/officeDocument/2006/relationships/notesMaster" Target="/ppt/notesMasters/notesMaster1.xml" Id="Rd5de5594847248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ef62aa54e5430b" /><Relationship Type="http://schemas.openxmlformats.org/officeDocument/2006/relationships/notesMaster" Target="/ppt/notesMasters/notesMaster1.xml" Id="Rad3a4364b09c4b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d2cf2c2f0c4226" /><Relationship Type="http://schemas.openxmlformats.org/officeDocument/2006/relationships/notesMaster" Target="/ppt/notesMasters/notesMaster1.xml" Id="Rf32a916a68ea4a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06de970049461b" /><Relationship Type="http://schemas.openxmlformats.org/officeDocument/2006/relationships/notesMaster" Target="/ppt/notesMasters/notesMaster1.xml" Id="R47ccf42f571048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7f178d82894d83" /><Relationship Type="http://schemas.openxmlformats.org/officeDocument/2006/relationships/notesMaster" Target="/ppt/notesMasters/notesMaster1.xml" Id="R61b3923b3e1844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d608816fef48f8" /><Relationship Type="http://schemas.openxmlformats.org/officeDocument/2006/relationships/notesMaster" Target="/ppt/notesMasters/notesMaster1.xml" Id="R98c4ac0e01044c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e91d5db0434c7d" /><Relationship Type="http://schemas.openxmlformats.org/officeDocument/2006/relationships/notesMaster" Target="/ppt/notesMasters/notesMaster1.xml" Id="Raace9533393540d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0bd90663054945" /><Relationship Type="http://schemas.openxmlformats.org/officeDocument/2006/relationships/notesMaster" Target="/ppt/notesMasters/notesMaster1.xml" Id="Rdfaccda3ca9640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b25e85a184a4801" /><Relationship Type="http://schemas.openxmlformats.org/officeDocument/2006/relationships/notesMaster" Target="/ppt/notesMasters/notesMaster1.xml" Id="R227487638f5648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8400fd6fb047ed" /><Relationship Type="http://schemas.openxmlformats.org/officeDocument/2006/relationships/notesMaster" Target="/ppt/notesMasters/notesMaster1.xml" Id="R8eb37027b70643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7ca2241ac054d76" /><Relationship Type="http://schemas.openxmlformats.org/officeDocument/2006/relationships/notesMaster" Target="/ppt/notesMasters/notesMaster1.xml" Id="R99b4bb8593f547a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9be9dcba4094816" /><Relationship Type="http://schemas.openxmlformats.org/officeDocument/2006/relationships/notesMaster" Target="/ppt/notesMasters/notesMaster1.xml" Id="R5f968bd9443b40b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68c6fc6e774d83" /><Relationship Type="http://schemas.openxmlformats.org/officeDocument/2006/relationships/notesMaster" Target="/ppt/notesMasters/notesMaster1.xml" Id="R71c2858f2d20461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821332e5b7d447f" /><Relationship Type="http://schemas.openxmlformats.org/officeDocument/2006/relationships/notesMaster" Target="/ppt/notesMasters/notesMaster1.xml" Id="R291c9e021ad04b5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5ddb90a30a340c5" /><Relationship Type="http://schemas.openxmlformats.org/officeDocument/2006/relationships/notesMaster" Target="/ppt/notesMasters/notesMaster1.xml" Id="R4ec2bdafade8436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035333b71c0491c" /><Relationship Type="http://schemas.openxmlformats.org/officeDocument/2006/relationships/notesMaster" Target="/ppt/notesMasters/notesMaster1.xml" Id="Rd3f8ee5fa09a4f8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8dd84cae2a84b36" /><Relationship Type="http://schemas.openxmlformats.org/officeDocument/2006/relationships/notesMaster" Target="/ppt/notesMasters/notesMaster1.xml" Id="Rdc62e99edc3d4aa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31bd29797794b90" /><Relationship Type="http://schemas.openxmlformats.org/officeDocument/2006/relationships/notesMaster" Target="/ppt/notesMasters/notesMaster1.xml" Id="R01de5e7c194247a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712e96890154b86" /><Relationship Type="http://schemas.openxmlformats.org/officeDocument/2006/relationships/notesMaster" Target="/ppt/notesMasters/notesMaster1.xml" Id="R173325963a4a4f0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afcb7df27fe4bda" /><Relationship Type="http://schemas.openxmlformats.org/officeDocument/2006/relationships/notesMaster" Target="/ppt/notesMasters/notesMaster1.xml" Id="Rc720c985cf154c3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dcc16a4bb864af3" /><Relationship Type="http://schemas.openxmlformats.org/officeDocument/2006/relationships/notesMaster" Target="/ppt/notesMasters/notesMaster1.xml" Id="R130880a381d54fd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467555eb6ae4e39" /><Relationship Type="http://schemas.openxmlformats.org/officeDocument/2006/relationships/notesMaster" Target="/ppt/notesMasters/notesMaster1.xml" Id="R5c9ba034994b47c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16f362b16854f95" /><Relationship Type="http://schemas.openxmlformats.org/officeDocument/2006/relationships/notesMaster" Target="/ppt/notesMasters/notesMaster1.xml" Id="R654d564e6126463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7603647fee24330" /><Relationship Type="http://schemas.openxmlformats.org/officeDocument/2006/relationships/notesMaster" Target="/ppt/notesMasters/notesMaster1.xml" Id="R463d1a667926496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53ffb632a134c7c" /><Relationship Type="http://schemas.openxmlformats.org/officeDocument/2006/relationships/notesMaster" Target="/ppt/notesMasters/notesMaster1.xml" Id="Rcbbd7836791d49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4b22df405d4a9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ab174d30bd40a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be1a98c82a43f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ef05f1629b413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31e54fda12425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acea9607ff42a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3b3d6fef74be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dd026f04d4465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ec8a2dcee4eb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d7f1422d344ba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7cc9cbd42a46e4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bc870e8cd14b0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0181f0f3944405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2f10e3837246ca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5a6611d66b4458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40f2be25124f72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bd75f44fb248c5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36ca403dff451b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a628ba2fa74373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f75a3d85d74e5d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5db27a551d4a7d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b16f12a8504b2d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 Shape;9;p2">
            <a:extLst xmlns:a="http://schemas.openxmlformats.org/drawingml/2006/main">
              <a:ext uri="{FF2B5EF4-FFF2-40B4-BE49-F238E27FC236}">
                <a16:creationId xmlns:a16="http://schemas.microsoft.com/office/drawing/2014/main" id="{D1EF16C9-6752-4436-A092-CD51995E995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789400" y="1309975"/>
            <a:ext cx="4148400" cy="16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C675EE50-0CAA-416E-9F69-1F3883570A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169200" y="37722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8337C214-D452-4C85-BAF5-69330D8E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9087195D-B91C-4583-B1D6-AA95DA51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3DAE326B-90FE-4963-BC10-EA83EC6E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B53E72D6-DB6C-4955-8035-639F8E37BC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45150" y="1866000"/>
            <a:ext cx="3943500" cy="82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2B8ED045-5A3F-40A5-990A-DD611BF6C7FD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5590076" y="1551675"/>
            <a:ext cx="2225100" cy="151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9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9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9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9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9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9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9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9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96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72A5B4AE-BD0A-4A8E-A890-71A0ADD1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52CEF6C6-EDF7-41DE-A32A-C7AD2B8E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87A69D39-291D-4D89-A22E-77427933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">
            <a:extLst xmlns:a="http://schemas.openxmlformats.org/drawingml/2006/main">
              <a:ext uri="{FF2B5EF4-FFF2-40B4-BE49-F238E27FC236}">
                <a16:creationId xmlns:a16="http://schemas.microsoft.com/office/drawing/2014/main" id="{82AAA6F4-6A90-4F24-937F-26DDDF53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Google Shape;23;p4">
            <a:extLst xmlns:a="http://schemas.openxmlformats.org/drawingml/2006/main">
              <a:ext uri="{FF2B5EF4-FFF2-40B4-BE49-F238E27FC236}">
                <a16:creationId xmlns:a16="http://schemas.microsoft.com/office/drawing/2014/main" id="{EC50EF5C-1721-465A-9516-992E8D31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60768D4B-2C8F-495E-8ADB-E90126D386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4">
            <a:extLst xmlns:a="http://schemas.openxmlformats.org/drawingml/2006/main">
              <a:ext uri="{FF2B5EF4-FFF2-40B4-BE49-F238E27FC236}">
                <a16:creationId xmlns:a16="http://schemas.microsoft.com/office/drawing/2014/main" id="{CA3D855E-AD22-402F-8FE2-17759A1D49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38200"/>
            <a:ext cx="7704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1pPr>
            <a:lvl2pPr marL="9144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AutoNum type="romanLcPeriod"/>
              <a:defRPr/>
            </a:lvl3pPr>
            <a:lvl4pPr marL="18288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4pPr>
            <a:lvl5pPr marL="22860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5pPr>
            <a:lvl6pPr marL="2743200" indent="-304800">
              <a:spcBef>
                <a:spcPts val="0"/>
              </a:spcBef>
              <a:spcAft>
                <a:spcPts val="0"/>
              </a:spcAft>
              <a:buAutoNum type="romanLcPeriod"/>
              <a:defRPr/>
            </a:lvl6pPr>
            <a:lvl7pPr marL="32004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7pPr>
            <a:lvl8pPr marL="36576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8pPr>
            <a:lvl9pPr marL="4114800" indent="-304800">
              <a:spcBef>
                <a:spcPts val="0"/>
              </a:spcBef>
              <a:spcAft>
                <a:spcPts val="0"/>
              </a:spcAft>
              <a:buAutoNum type="romanLcPeriod"/>
              <a:defRPr/>
            </a:lvl9pPr>
          </a:lstStyle>
          <a:p xmlns:a="http://schemas.openxmlformats.org/drawingml/2006/main"/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32743E04-8CF0-41C4-A107-2EBC6708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5">
            <a:extLst xmlns:a="http://schemas.openxmlformats.org/drawingml/2006/main">
              <a:ext uri="{FF2B5EF4-FFF2-40B4-BE49-F238E27FC236}">
                <a16:creationId xmlns:a16="http://schemas.microsoft.com/office/drawing/2014/main" id="{BCCF0F1B-4F28-4183-96B5-80CA4C2C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" name="Google Shape;30;p5">
            <a:extLst xmlns:a="http://schemas.openxmlformats.org/drawingml/2006/main">
              <a:ext uri="{FF2B5EF4-FFF2-40B4-BE49-F238E27FC236}">
                <a16:creationId xmlns:a16="http://schemas.microsoft.com/office/drawing/2014/main" id="{1FB10685-A57B-439C-908E-EE7A38C5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" name="Google Shape;31;p5">
            <a:extLst xmlns:a="http://schemas.openxmlformats.org/drawingml/2006/main">
              <a:ext uri="{FF2B5EF4-FFF2-40B4-BE49-F238E27FC236}">
                <a16:creationId xmlns:a16="http://schemas.microsoft.com/office/drawing/2014/main" id="{A6597E33-CBB0-4437-A83C-49E4364098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07625" y="2775700"/>
            <a:ext cx="3415800" cy="149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AC815503-72D1-4DCE-A8F3-2398DDB7311D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4922022" y="2775700"/>
            <a:ext cx="3415800" cy="149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3" name="Google Shape;33;p5">
            <a:extLst xmlns:a="http://schemas.openxmlformats.org/drawingml/2006/main">
              <a:ext uri="{FF2B5EF4-FFF2-40B4-BE49-F238E27FC236}">
                <a16:creationId xmlns:a16="http://schemas.microsoft.com/office/drawing/2014/main" id="{BAEDB9D8-3E41-4EDE-80D3-8AD8C574357A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807630" y="2403350"/>
            <a:ext cx="3415800" cy="42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Quantico"/>
                <a:ea typeface="Quantico"/>
                <a:cs typeface="Quantico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9D9F97FB-DBEF-43CC-8D52-154C52713E5A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4922022" y="2403350"/>
            <a:ext cx="3415800" cy="42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Quantico"/>
                <a:ea typeface="Quantico"/>
                <a:cs typeface="Quantico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5E4672C1-5404-403D-994B-9166580E6E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8A6F02FA-24E3-4819-9910-8ADA0AEE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C14F68B2-2121-4BE0-8E44-18379760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52C9177E-AD41-4D64-9041-CB68223D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58E573BA-4C00-4CA6-B545-9CFD1420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67D18CE6-822B-493C-AE95-4DC2DF41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F72883C1-0C44-4B0C-8FA6-FBD72102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D400CE85-D78B-4194-9CD8-8E3F63B6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C578FD3F-AA18-4E7E-9D65-E2027153AD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2A93F03C-45B1-4EAC-A937-BE8330D863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44275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AutoNum type="arabicPeriod"/>
              <a:defRPr/>
            </a:lvl1pPr>
            <a:lvl2pPr marL="914400" indent="-304800">
              <a:spcBef>
                <a:spcPts val="0"/>
              </a:spcBef>
              <a:spcAft>
                <a:spcPts val="0"/>
              </a:spcAft>
              <a:buAutoNum type="alphaLcPeriod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AutoNum type="romanLcPeriod"/>
              <a:defRPr sz="13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AutoNum type="arabicPeriod"/>
              <a:defRPr sz="13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AutoNum type="alphaLcPeriod"/>
              <a:defRPr sz="13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AutoNum type="romanLcPeriod"/>
              <a:defRPr sz="13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AutoNum type="arabicPeriod"/>
              <a:defRPr sz="13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AutoNum type="alphaLcPeriod"/>
              <a:defRPr sz="13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AutoNum type="romanLcPeriod"/>
              <a:defRPr sz="1300"/>
            </a:lvl9pPr>
          </a:lstStyle>
          <a:p xmlns:a="http://schemas.openxmlformats.org/drawingml/2006/main"/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05592358-B0C9-4406-A274-693C107F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8">
            <a:extLst xmlns:a="http://schemas.openxmlformats.org/drawingml/2006/main">
              <a:ext uri="{FF2B5EF4-FFF2-40B4-BE49-F238E27FC236}">
                <a16:creationId xmlns:a16="http://schemas.microsoft.com/office/drawing/2014/main" id="{B4E15645-E54E-4B33-B83A-0E1FA573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0F5ED047-7C73-4927-8784-D185AEC8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2C8F61B3-7E2F-4162-95F9-9E225D2F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EAC7DEFA-5FCE-427F-9BDA-F0A7AFA3E6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801700" y="1918054"/>
            <a:ext cx="5622300" cy="247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None/>
              <a:defRPr sz="7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Google Shape;58;p9">
            <a:extLst xmlns:a="http://schemas.openxmlformats.org/drawingml/2006/main">
              <a:ext uri="{FF2B5EF4-FFF2-40B4-BE49-F238E27FC236}">
                <a16:creationId xmlns:a16="http://schemas.microsoft.com/office/drawing/2014/main" id="{D1B83803-60E7-462E-ACB7-484F55FC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7159F4D4-C22E-45A6-BE6A-A4C06F61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19D4015-E176-4E22-A707-9A076D26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190126AE-D0AA-4ACE-AA29-E104B7AEEB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15">
            <a:off x="2406900" y="1623064"/>
            <a:ext cx="6006600" cy="60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9DB9C0E3-8969-4A3F-856D-495ACFE120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658200" y="2303046"/>
            <a:ext cx="4755300" cy="147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Google Shape;65;p10">
            <a:extLst xmlns:a="http://schemas.openxmlformats.org/drawingml/2006/main">
              <a:ext uri="{FF2B5EF4-FFF2-40B4-BE49-F238E27FC236}">
                <a16:creationId xmlns:a16="http://schemas.microsoft.com/office/drawing/2014/main" id="{E5D2475A-A759-4331-9966-D67D0017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F4DAE61A-55D5-41EA-A9A8-053C1804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3BED0537-7D41-408D-8E31-850F4681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61174911-43A1-4CE5-B53A-CF7CB93CC6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2233875"/>
            <a:ext cx="7704000" cy="61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Google Shape;70;p11">
            <a:extLst xmlns:a="http://schemas.openxmlformats.org/drawingml/2006/main">
              <a:ext uri="{FF2B5EF4-FFF2-40B4-BE49-F238E27FC236}">
                <a16:creationId xmlns:a16="http://schemas.microsoft.com/office/drawing/2014/main" id="{F112B0A6-12FA-4B0F-8814-ED4CCFF10FB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030250" y="1291525"/>
            <a:ext cx="4711500" cy="119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6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9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9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9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9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9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9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9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96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71" name="Google Shape;71;p11">
            <a:extLst xmlns:a="http://schemas.openxmlformats.org/drawingml/2006/main">
              <a:ext uri="{FF2B5EF4-FFF2-40B4-BE49-F238E27FC236}">
                <a16:creationId xmlns:a16="http://schemas.microsoft.com/office/drawing/2014/main" id="{BB13AD60-6F00-4C6C-BBB6-CD057F3825D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173275" y="3581850"/>
            <a:ext cx="3169800" cy="67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72" name="Google Shape;72;p11">
            <a:extLst xmlns:a="http://schemas.openxmlformats.org/drawingml/2006/main">
              <a:ext uri="{FF2B5EF4-FFF2-40B4-BE49-F238E27FC236}">
                <a16:creationId xmlns:a16="http://schemas.microsoft.com/office/drawing/2014/main" id="{9BFD9558-E9F4-48CD-B779-5B62B237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4948BF15-92AD-4AB3-BE66-7CC02AB3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71E27D97-30C5-4B0B-92A1-EE8DBA68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2.xml><?xml version="1.0" encoding="utf-8"?>
<p:sldLayout xmlns:p="http://schemas.openxmlformats.org/presentationml/2006/main" matchingName="Table of contents">
  <p:cSld name="CUSTOM_1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Google Shape;78;p13">
            <a:extLst xmlns:a="http://schemas.openxmlformats.org/drawingml/2006/main">
              <a:ext uri="{FF2B5EF4-FFF2-40B4-BE49-F238E27FC236}">
                <a16:creationId xmlns:a16="http://schemas.microsoft.com/office/drawing/2014/main" id="{DA7789E4-FE11-409F-A61D-914F5DFD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13">
            <a:extLst xmlns:a="http://schemas.openxmlformats.org/drawingml/2006/main">
              <a:ext uri="{FF2B5EF4-FFF2-40B4-BE49-F238E27FC236}">
                <a16:creationId xmlns:a16="http://schemas.microsoft.com/office/drawing/2014/main" id="{6AC6EFEE-499E-4B4E-AB34-079C9336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0" name="Google Shape;80;p13">
            <a:extLst xmlns:a="http://schemas.openxmlformats.org/drawingml/2006/main">
              <a:ext uri="{FF2B5EF4-FFF2-40B4-BE49-F238E27FC236}">
                <a16:creationId xmlns:a16="http://schemas.microsoft.com/office/drawing/2014/main" id="{E03D7096-3F7C-4546-A90A-07AA8E22C4E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14016" y="1879714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1" name="Google Shape;81;p13">
            <a:extLst xmlns:a="http://schemas.openxmlformats.org/drawingml/2006/main">
              <a:ext uri="{FF2B5EF4-FFF2-40B4-BE49-F238E27FC236}">
                <a16:creationId xmlns:a16="http://schemas.microsoft.com/office/drawing/2014/main" id="{B5066FC1-DA3C-4E2D-9EFA-A760C9D52ECF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1113997" y="1269525"/>
            <a:ext cx="1298700" cy="61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2" name="Google Shape;82;p13">
            <a:extLst xmlns:a="http://schemas.openxmlformats.org/drawingml/2006/main">
              <a:ext uri="{FF2B5EF4-FFF2-40B4-BE49-F238E27FC236}">
                <a16:creationId xmlns:a16="http://schemas.microsoft.com/office/drawing/2014/main" id="{269D7EDC-1D49-4D06-9A82-DFE89D32DA88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>
            <a:off x="1114008" y="2892814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3" name="Google Shape;83;p13">
            <a:extLst xmlns:a="http://schemas.openxmlformats.org/drawingml/2006/main">
              <a:ext uri="{FF2B5EF4-FFF2-40B4-BE49-F238E27FC236}">
                <a16:creationId xmlns:a16="http://schemas.microsoft.com/office/drawing/2014/main" id="{C70373A7-EE17-4C09-BA0D-1D23D8D14F38}"/>
              </a:ext>
            </a:extLst>
          </p:cNvPr>
          <p:cNvSpPr>
            <a:spLocks xmlns:a="http://schemas.openxmlformats.org/drawingml/2006/main" noGrp="1"/>
          </p:cNvSpPr>
          <p:nvPr>
            <p:ph type="title" idx="4" hasCustomPrompt="1"/>
          </p:nvPr>
        </p:nvSpPr>
        <p:spPr>
          <a:xfrm xmlns:a="http://schemas.openxmlformats.org/drawingml/2006/main">
            <a:off x="1113997" y="2283824"/>
            <a:ext cx="1298700" cy="61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4" name="Google Shape;84;p13">
            <a:extLst xmlns:a="http://schemas.openxmlformats.org/drawingml/2006/main">
              <a:ext uri="{FF2B5EF4-FFF2-40B4-BE49-F238E27FC236}">
                <a16:creationId xmlns:a16="http://schemas.microsoft.com/office/drawing/2014/main" id="{4BFE0A52-A1E9-43EC-9C15-C23AE2B41248}"/>
              </a:ext>
            </a:extLst>
          </p:cNvPr>
          <p:cNvSpPr>
            <a:spLocks xmlns:a="http://schemas.openxmlformats.org/drawingml/2006/main" noGrp="1"/>
          </p:cNvSpPr>
          <p:nvPr>
            <p:ph type="ctrTitle" idx="5"/>
          </p:nvPr>
        </p:nvSpPr>
        <p:spPr>
          <a:xfrm xmlns:a="http://schemas.openxmlformats.org/drawingml/2006/main">
            <a:off x="1114107" y="3908761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5" name="Google Shape;85;p13">
            <a:extLst xmlns:a="http://schemas.openxmlformats.org/drawingml/2006/main">
              <a:ext uri="{FF2B5EF4-FFF2-40B4-BE49-F238E27FC236}">
                <a16:creationId xmlns:a16="http://schemas.microsoft.com/office/drawing/2014/main" id="{8C09442E-779F-4F7D-8601-5B6C56C818B1}"/>
              </a:ext>
            </a:extLst>
          </p:cNvPr>
          <p:cNvSpPr>
            <a:spLocks xmlns:a="http://schemas.openxmlformats.org/drawingml/2006/main" noGrp="1"/>
          </p:cNvSpPr>
          <p:nvPr>
            <p:ph type="title" idx="6" hasCustomPrompt="1"/>
          </p:nvPr>
        </p:nvSpPr>
        <p:spPr>
          <a:xfrm xmlns:a="http://schemas.openxmlformats.org/drawingml/2006/main">
            <a:off x="1113998" y="3298125"/>
            <a:ext cx="1298700" cy="609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6" name="Google Shape;86;p13">
            <a:extLst xmlns:a="http://schemas.openxmlformats.org/drawingml/2006/main">
              <a:ext uri="{FF2B5EF4-FFF2-40B4-BE49-F238E27FC236}">
                <a16:creationId xmlns:a16="http://schemas.microsoft.com/office/drawing/2014/main" id="{82207774-7C73-4007-910A-B18C78B59A63}"/>
              </a:ext>
            </a:extLst>
          </p:cNvPr>
          <p:cNvSpPr>
            <a:spLocks xmlns:a="http://schemas.openxmlformats.org/drawingml/2006/main" noGrp="1"/>
          </p:cNvSpPr>
          <p:nvPr>
            <p:ph type="title" idx="7" hasCustomPrompt="1"/>
          </p:nvPr>
        </p:nvSpPr>
        <p:spPr>
          <a:xfrm xmlns:a="http://schemas.openxmlformats.org/drawingml/2006/main">
            <a:off x="4965997" y="1270125"/>
            <a:ext cx="1298700" cy="609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7" name="Google Shape;87;p13">
            <a:extLst xmlns:a="http://schemas.openxmlformats.org/drawingml/2006/main">
              <a:ext uri="{FF2B5EF4-FFF2-40B4-BE49-F238E27FC236}">
                <a16:creationId xmlns:a16="http://schemas.microsoft.com/office/drawing/2014/main" id="{C5880668-EC8C-443A-BAF7-6F2DF9197D3C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>
            <a:off x="4966007" y="1879725"/>
            <a:ext cx="3065100" cy="404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3019A7F1-9B9D-4EFD-8CA4-DF78EA1C864D}"/>
              </a:ext>
            </a:extLst>
          </p:cNvPr>
          <p:cNvSpPr>
            <a:spLocks xmlns:a="http://schemas.openxmlformats.org/drawingml/2006/main" noGrp="1"/>
          </p:cNvSpPr>
          <p:nvPr>
            <p:ph type="title" idx="9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5EC9583C-4DB0-4BC9-9649-669533AD1EB3}"/>
              </a:ext>
            </a:extLst>
          </p:cNvPr>
          <p:cNvSpPr>
            <a:spLocks xmlns:a="http://schemas.openxmlformats.org/drawingml/2006/main" noGrp="1"/>
          </p:cNvSpPr>
          <p:nvPr>
            <p:ph type="ctrTitle" idx="13"/>
          </p:nvPr>
        </p:nvSpPr>
        <p:spPr>
          <a:xfrm xmlns:a="http://schemas.openxmlformats.org/drawingml/2006/main">
            <a:off x="4966007" y="2892814"/>
            <a:ext cx="3065100" cy="404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90" name="Google Shape;90;p13">
            <a:extLst xmlns:a="http://schemas.openxmlformats.org/drawingml/2006/main">
              <a:ext uri="{FF2B5EF4-FFF2-40B4-BE49-F238E27FC236}">
                <a16:creationId xmlns:a16="http://schemas.microsoft.com/office/drawing/2014/main" id="{1B46B2FD-C169-49E3-97B5-D8BC227D1E99}"/>
              </a:ext>
            </a:extLst>
          </p:cNvPr>
          <p:cNvSpPr>
            <a:spLocks xmlns:a="http://schemas.openxmlformats.org/drawingml/2006/main" noGrp="1"/>
          </p:cNvSpPr>
          <p:nvPr>
            <p:ph type="title" idx="14" hasCustomPrompt="1"/>
          </p:nvPr>
        </p:nvSpPr>
        <p:spPr>
          <a:xfrm xmlns:a="http://schemas.openxmlformats.org/drawingml/2006/main">
            <a:off x="4965997" y="2283824"/>
            <a:ext cx="1298700" cy="609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1EDE568F-2153-4FE4-A968-80ED74805616}"/>
              </a:ext>
            </a:extLst>
          </p:cNvPr>
          <p:cNvSpPr>
            <a:spLocks xmlns:a="http://schemas.openxmlformats.org/drawingml/2006/main" noGrp="1"/>
          </p:cNvSpPr>
          <p:nvPr>
            <p:ph type="title" idx="15" hasCustomPrompt="1"/>
          </p:nvPr>
        </p:nvSpPr>
        <p:spPr>
          <a:xfrm xmlns:a="http://schemas.openxmlformats.org/drawingml/2006/main">
            <a:off x="4965997" y="3298125"/>
            <a:ext cx="1298700" cy="609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None/>
              <a:defRPr sz="3600" b="0">
                <a:latin typeface="Fira Sans Extra Condensed"/>
                <a:ea typeface="Fira Sans Extra Condensed"/>
                <a:cs typeface="Fira Sans Extra Condensed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9A6DCE08-2A00-4191-A8C5-BC91D8C26212}"/>
              </a:ext>
            </a:extLst>
          </p:cNvPr>
          <p:cNvSpPr>
            <a:spLocks xmlns:a="http://schemas.openxmlformats.org/drawingml/2006/main" noGrp="1"/>
          </p:cNvSpPr>
          <p:nvPr>
            <p:ph type="ctrTitle" idx="16"/>
          </p:nvPr>
        </p:nvSpPr>
        <p:spPr>
          <a:xfrm xmlns:a="http://schemas.openxmlformats.org/drawingml/2006/main">
            <a:off x="4966007" y="3908750"/>
            <a:ext cx="3065100" cy="404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Denk One"/>
                <a:ea typeface="Denk One"/>
                <a:cs typeface="Denk One"/>
              </a:defRPr>
            </a:lvl9pPr>
          </a:lstStyle>
          <a:p xmlns:a="http://schemas.openxmlformats.org/drawingml/2006/main"/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674005D4-86DA-401C-8E16-04FFE104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itle and text">
  <p:cSld name="CUSTOM_2_1_1_1_1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4">
            <a:extLst xmlns:a="http://schemas.openxmlformats.org/drawingml/2006/main">
              <a:ext uri="{FF2B5EF4-FFF2-40B4-BE49-F238E27FC236}">
                <a16:creationId xmlns:a16="http://schemas.microsoft.com/office/drawing/2014/main" id="{593D3343-F0B9-4FDE-A532-C0E18C07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14">
            <a:extLst xmlns:a="http://schemas.openxmlformats.org/drawingml/2006/main">
              <a:ext uri="{FF2B5EF4-FFF2-40B4-BE49-F238E27FC236}">
                <a16:creationId xmlns:a16="http://schemas.microsoft.com/office/drawing/2014/main" id="{72FB7182-0A37-49D5-A224-228D15F3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8" name="Google Shape;98;p14">
            <a:extLst xmlns:a="http://schemas.openxmlformats.org/drawingml/2006/main">
              <a:ext uri="{FF2B5EF4-FFF2-40B4-BE49-F238E27FC236}">
                <a16:creationId xmlns:a16="http://schemas.microsoft.com/office/drawing/2014/main" id="{3B37E8E8-73E6-4753-ABE9-6B3D1227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99" name="Google Shape;99;p14">
            <a:extLst xmlns:a="http://schemas.openxmlformats.org/drawingml/2006/main">
              <a:ext uri="{FF2B5EF4-FFF2-40B4-BE49-F238E27FC236}">
                <a16:creationId xmlns:a16="http://schemas.microsoft.com/office/drawing/2014/main" id="{9C043A39-1E56-44CF-A0EE-7237CA54C9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355450"/>
            <a:ext cx="3453900" cy="1623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0" name="Google Shape;100;p14">
            <a:extLst xmlns:a="http://schemas.openxmlformats.org/drawingml/2006/main">
              <a:ext uri="{FF2B5EF4-FFF2-40B4-BE49-F238E27FC236}">
                <a16:creationId xmlns:a16="http://schemas.microsoft.com/office/drawing/2014/main" id="{1A72C4B1-90B8-4840-A275-59B1A7A8C4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4.xml><?xml version="1.0" encoding="utf-8"?>
<p:sldLayout xmlns:p="http://schemas.openxmlformats.org/presentationml/2006/main" matchingName="Title and text 1">
  <p:cSld name="CUSTOM_10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Google Shape;103;p15">
            <a:extLst xmlns:a="http://schemas.openxmlformats.org/drawingml/2006/main">
              <a:ext uri="{FF2B5EF4-FFF2-40B4-BE49-F238E27FC236}">
                <a16:creationId xmlns:a16="http://schemas.microsoft.com/office/drawing/2014/main" id="{177F73DE-06CC-443C-9E58-2101F8DD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DF1F067-4DA5-42C1-AD16-2F4489C8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105;p15">
            <a:extLst xmlns:a="http://schemas.openxmlformats.org/drawingml/2006/main">
              <a:ext uri="{FF2B5EF4-FFF2-40B4-BE49-F238E27FC236}">
                <a16:creationId xmlns:a16="http://schemas.microsoft.com/office/drawing/2014/main" id="{A3672387-79DD-4EFC-904B-EBF636ED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B242AF6F-19A3-4446-8279-75D4DDB17F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357275"/>
            <a:ext cx="4209600" cy="249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D74A1B67-4614-4C08-BF03-BB554E72BA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15.xml><?xml version="1.0" encoding="utf-8"?>
<p:sldLayout xmlns:p="http://schemas.openxmlformats.org/presentationml/2006/main" matchingName="Title and three columns">
  <p:cSld name="CUSTOM_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5ACE6ABF-9268-4EBF-AE3A-CA468F57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E73EA223-B2ED-4C72-ABF6-C118092F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7179AF07-A6E6-4D54-B9C9-62A0F7A21F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1448625"/>
            <a:ext cx="2257200" cy="40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E0225100-8275-4ED4-9841-C340BE81AA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20176" y="1807975"/>
            <a:ext cx="2257200" cy="203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4A7257B1-6B20-4822-A6C2-C5F9B3B0B5D7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3491775" y="1448625"/>
            <a:ext cx="2257500" cy="3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A6786E52-D15E-495D-8297-C4971ED4EFD4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3491950" y="1807325"/>
            <a:ext cx="2257500" cy="203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6" name="Google Shape;116;p16">
            <a:extLst xmlns:a="http://schemas.openxmlformats.org/drawingml/2006/main">
              <a:ext uri="{FF2B5EF4-FFF2-40B4-BE49-F238E27FC236}">
                <a16:creationId xmlns:a16="http://schemas.microsoft.com/office/drawing/2014/main" id="{7F945531-79CA-4C1D-BDD6-8F5E6F1487E1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6162250" y="1448625"/>
            <a:ext cx="2257500" cy="39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17" name="Google Shape;117;p16">
            <a:extLst xmlns:a="http://schemas.openxmlformats.org/drawingml/2006/main">
              <a:ext uri="{FF2B5EF4-FFF2-40B4-BE49-F238E27FC236}">
                <a16:creationId xmlns:a16="http://schemas.microsoft.com/office/drawing/2014/main" id="{B3741FD9-3A9C-4A87-806A-13654A7A4336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6162250" y="1808000"/>
            <a:ext cx="2257500" cy="203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8" name="Google Shape;118;p16">
            <a:extLst xmlns:a="http://schemas.openxmlformats.org/drawingml/2006/main">
              <a:ext uri="{FF2B5EF4-FFF2-40B4-BE49-F238E27FC236}">
                <a16:creationId xmlns:a16="http://schemas.microsoft.com/office/drawing/2014/main" id="{7666BE7C-4621-4370-A2F5-BAF356F87B54}"/>
              </a:ext>
            </a:extLst>
          </p:cNvPr>
          <p:cNvSpPr>
            <a:spLocks xmlns:a="http://schemas.openxmlformats.org/drawingml/2006/main" noGrp="1"/>
          </p:cNvSpPr>
          <p:nvPr>
            <p:ph type="title" idx="6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9" name="Google Shape;119;p16">
            <a:extLst xmlns:a="http://schemas.openxmlformats.org/drawingml/2006/main">
              <a:ext uri="{FF2B5EF4-FFF2-40B4-BE49-F238E27FC236}">
                <a16:creationId xmlns:a16="http://schemas.microsoft.com/office/drawing/2014/main" id="{B26F4204-71AC-4B9A-80F7-FB0000C5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four columns">
  <p:cSld name="CUSTOM_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8D26DE1C-8DED-47D3-8C31-5FEED49F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F2F2B26A-0AD4-4953-B235-438EE47C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FF81620-BD16-4E03-BEDE-8AFA24B39C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7350" y="1295950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9834AAD4-E6E9-427D-9950-5D86E311B7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17350" y="1651849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8BE0406C-C12C-4237-AE10-AADDE584EBF7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4691091" y="1295950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E218E258-3936-4ABB-910E-5E52BB41141E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4691095" y="1651851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28" name="Google Shape;128;p17">
            <a:extLst xmlns:a="http://schemas.openxmlformats.org/drawingml/2006/main">
              <a:ext uri="{FF2B5EF4-FFF2-40B4-BE49-F238E27FC236}">
                <a16:creationId xmlns:a16="http://schemas.microsoft.com/office/drawing/2014/main" id="{A046F025-A651-4033-AB1E-586BBFF9F457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717350" y="2865407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29" name="Google Shape;129;p17">
            <a:extLst xmlns:a="http://schemas.openxmlformats.org/drawingml/2006/main">
              <a:ext uri="{FF2B5EF4-FFF2-40B4-BE49-F238E27FC236}">
                <a16:creationId xmlns:a16="http://schemas.microsoft.com/office/drawing/2014/main" id="{A4387D0F-918D-48C6-B534-02C570C5675C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717350" y="3220675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0" name="Google Shape;130;p17">
            <a:extLst xmlns:a="http://schemas.openxmlformats.org/drawingml/2006/main">
              <a:ext uri="{FF2B5EF4-FFF2-40B4-BE49-F238E27FC236}">
                <a16:creationId xmlns:a16="http://schemas.microsoft.com/office/drawing/2014/main" id="{0EB30E2D-FDA7-43F7-BD7F-443EDE22B143}"/>
              </a:ext>
            </a:extLst>
          </p:cNvPr>
          <p:cNvSpPr>
            <a:spLocks xmlns:a="http://schemas.openxmlformats.org/drawingml/2006/main" noGrp="1"/>
          </p:cNvSpPr>
          <p:nvPr>
            <p:ph type="title" idx="6"/>
          </p:nvPr>
        </p:nvSpPr>
        <p:spPr>
          <a:xfrm xmlns:a="http://schemas.openxmlformats.org/drawingml/2006/main">
            <a:off x="4691091" y="2865413"/>
            <a:ext cx="3728400" cy="40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31" name="Google Shape;131;p17">
            <a:extLst xmlns:a="http://schemas.openxmlformats.org/drawingml/2006/main">
              <a:ext uri="{FF2B5EF4-FFF2-40B4-BE49-F238E27FC236}">
                <a16:creationId xmlns:a16="http://schemas.microsoft.com/office/drawing/2014/main" id="{B281C56F-A8A3-4F44-B895-2A70D1FABA5D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4691095" y="3220676"/>
            <a:ext cx="3728400" cy="101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74803F41-504D-4AAF-811E-7DA73585A62A}"/>
              </a:ext>
            </a:extLst>
          </p:cNvPr>
          <p:cNvSpPr>
            <a:spLocks xmlns:a="http://schemas.openxmlformats.org/drawingml/2006/main" noGrp="1"/>
          </p:cNvSpPr>
          <p:nvPr>
            <p:ph type="title" idx="8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3A7D1806-6F3F-421F-B089-2FB96F0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six columns">
  <p:cSld name="CUSTOM_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6" name="Google Shape;136;p18">
            <a:extLst xmlns:a="http://schemas.openxmlformats.org/drawingml/2006/main">
              <a:ext uri="{FF2B5EF4-FFF2-40B4-BE49-F238E27FC236}">
                <a16:creationId xmlns:a16="http://schemas.microsoft.com/office/drawing/2014/main" id="{6DFF032D-56E1-43C0-83CD-3CD63F3E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7" name="Google Shape;137;p18">
            <a:extLst xmlns:a="http://schemas.openxmlformats.org/drawingml/2006/main">
              <a:ext uri="{FF2B5EF4-FFF2-40B4-BE49-F238E27FC236}">
                <a16:creationId xmlns:a16="http://schemas.microsoft.com/office/drawing/2014/main" id="{FD41A143-9202-4B8B-98CA-05293E45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8" name="Google Shape;138;p18">
            <a:extLst xmlns:a="http://schemas.openxmlformats.org/drawingml/2006/main">
              <a:ext uri="{FF2B5EF4-FFF2-40B4-BE49-F238E27FC236}">
                <a16:creationId xmlns:a16="http://schemas.microsoft.com/office/drawing/2014/main" id="{8D98FF65-36FD-4C92-8A91-1FB8183AEB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4350" y="953007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39" name="Google Shape;139;p18">
            <a:extLst xmlns:a="http://schemas.openxmlformats.org/drawingml/2006/main">
              <a:ext uri="{FF2B5EF4-FFF2-40B4-BE49-F238E27FC236}">
                <a16:creationId xmlns:a16="http://schemas.microsoft.com/office/drawing/2014/main" id="{72447EC5-14BD-47D1-89F7-8C808ECDFF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24350" y="1650487"/>
            <a:ext cx="2563200" cy="107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0" name="Google Shape;140;p18">
            <a:extLst xmlns:a="http://schemas.openxmlformats.org/drawingml/2006/main">
              <a:ext uri="{FF2B5EF4-FFF2-40B4-BE49-F238E27FC236}">
                <a16:creationId xmlns:a16="http://schemas.microsoft.com/office/drawing/2014/main" id="{BCE8EC39-DF1B-4AD5-8B91-10EBC693778F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3290800" y="961215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1" name="Google Shape;141;p18">
            <a:extLst xmlns:a="http://schemas.openxmlformats.org/drawingml/2006/main">
              <a:ext uri="{FF2B5EF4-FFF2-40B4-BE49-F238E27FC236}">
                <a16:creationId xmlns:a16="http://schemas.microsoft.com/office/drawing/2014/main" id="{D2DA557D-DD76-4255-9A03-627D41FB4EF1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3290800" y="1650487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2" name="Google Shape;142;p18">
            <a:extLst xmlns:a="http://schemas.openxmlformats.org/drawingml/2006/main">
              <a:ext uri="{FF2B5EF4-FFF2-40B4-BE49-F238E27FC236}">
                <a16:creationId xmlns:a16="http://schemas.microsoft.com/office/drawing/2014/main" id="{932A5B47-ABE2-46AF-8408-11C25AA10E2C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724350" y="2741296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3" name="Google Shape;143;p18">
            <a:extLst xmlns:a="http://schemas.openxmlformats.org/drawingml/2006/main">
              <a:ext uri="{FF2B5EF4-FFF2-40B4-BE49-F238E27FC236}">
                <a16:creationId xmlns:a16="http://schemas.microsoft.com/office/drawing/2014/main" id="{E1696E3C-E36A-423C-91B4-6126FF61618E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724350" y="3436046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4" name="Google Shape;144;p18">
            <a:extLst xmlns:a="http://schemas.openxmlformats.org/drawingml/2006/main">
              <a:ext uri="{FF2B5EF4-FFF2-40B4-BE49-F238E27FC236}">
                <a16:creationId xmlns:a16="http://schemas.microsoft.com/office/drawing/2014/main" id="{B625DB5D-E45E-426A-AA2F-A06D4D8D4D5D}"/>
              </a:ext>
            </a:extLst>
          </p:cNvPr>
          <p:cNvSpPr>
            <a:spLocks xmlns:a="http://schemas.openxmlformats.org/drawingml/2006/main" noGrp="1"/>
          </p:cNvSpPr>
          <p:nvPr>
            <p:ph type="title" idx="6"/>
          </p:nvPr>
        </p:nvSpPr>
        <p:spPr>
          <a:xfrm xmlns:a="http://schemas.openxmlformats.org/drawingml/2006/main">
            <a:off x="3290793" y="2741302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5" name="Google Shape;145;p18">
            <a:extLst xmlns:a="http://schemas.openxmlformats.org/drawingml/2006/main">
              <a:ext uri="{FF2B5EF4-FFF2-40B4-BE49-F238E27FC236}">
                <a16:creationId xmlns:a16="http://schemas.microsoft.com/office/drawing/2014/main" id="{A9BAA24F-4894-4B13-B41C-1D9F6B88D1B3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3290793" y="3436048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6" name="Google Shape;146;p18">
            <a:extLst xmlns:a="http://schemas.openxmlformats.org/drawingml/2006/main">
              <a:ext uri="{FF2B5EF4-FFF2-40B4-BE49-F238E27FC236}">
                <a16:creationId xmlns:a16="http://schemas.microsoft.com/office/drawing/2014/main" id="{BEC61D4C-DA14-41F5-B4CF-0A0B21B63BFB}"/>
              </a:ext>
            </a:extLst>
          </p:cNvPr>
          <p:cNvSpPr>
            <a:spLocks xmlns:a="http://schemas.openxmlformats.org/drawingml/2006/main" noGrp="1"/>
          </p:cNvSpPr>
          <p:nvPr>
            <p:ph type="title" idx="8"/>
          </p:nvPr>
        </p:nvSpPr>
        <p:spPr>
          <a:xfrm xmlns:a="http://schemas.openxmlformats.org/drawingml/2006/main">
            <a:off x="5852375" y="961215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7" name="Google Shape;147;p18">
            <a:extLst xmlns:a="http://schemas.openxmlformats.org/drawingml/2006/main">
              <a:ext uri="{FF2B5EF4-FFF2-40B4-BE49-F238E27FC236}">
                <a16:creationId xmlns:a16="http://schemas.microsoft.com/office/drawing/2014/main" id="{27360C02-E32C-42B2-8965-238E256045E7}"/>
              </a:ext>
            </a:extLst>
          </p:cNvPr>
          <p:cNvSpPr>
            <a:spLocks xmlns:a="http://schemas.openxmlformats.org/drawingml/2006/main" noGrp="1"/>
          </p:cNvSpPr>
          <p:nvPr>
            <p:ph type="subTitle" idx="9"/>
          </p:nvPr>
        </p:nvSpPr>
        <p:spPr>
          <a:xfrm xmlns:a="http://schemas.openxmlformats.org/drawingml/2006/main">
            <a:off x="5852377" y="1650487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8" name="Google Shape;148;p18">
            <a:extLst xmlns:a="http://schemas.openxmlformats.org/drawingml/2006/main">
              <a:ext uri="{FF2B5EF4-FFF2-40B4-BE49-F238E27FC236}">
                <a16:creationId xmlns:a16="http://schemas.microsoft.com/office/drawing/2014/main" id="{7BD90C8F-1763-4BF5-9DF8-E81ACC382D94}"/>
              </a:ext>
            </a:extLst>
          </p:cNvPr>
          <p:cNvSpPr>
            <a:spLocks xmlns:a="http://schemas.openxmlformats.org/drawingml/2006/main" noGrp="1"/>
          </p:cNvSpPr>
          <p:nvPr>
            <p:ph type="title" idx="13"/>
          </p:nvPr>
        </p:nvSpPr>
        <p:spPr>
          <a:xfrm xmlns:a="http://schemas.openxmlformats.org/drawingml/2006/main">
            <a:off x="5852375" y="2741298"/>
            <a:ext cx="2563200" cy="73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149" name="Google Shape;149;p18">
            <a:extLst xmlns:a="http://schemas.openxmlformats.org/drawingml/2006/main">
              <a:ext uri="{FF2B5EF4-FFF2-40B4-BE49-F238E27FC236}">
                <a16:creationId xmlns:a16="http://schemas.microsoft.com/office/drawing/2014/main" id="{00CE434D-DC75-4249-92CC-EF5E7AFBDFE5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5852378" y="3436047"/>
            <a:ext cx="2563200" cy="108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50" name="Google Shape;150;p18">
            <a:extLst xmlns:a="http://schemas.openxmlformats.org/drawingml/2006/main">
              <a:ext uri="{FF2B5EF4-FFF2-40B4-BE49-F238E27FC236}">
                <a16:creationId xmlns:a16="http://schemas.microsoft.com/office/drawing/2014/main" id="{70EA32B3-593A-456D-986F-D18400EC2ACB}"/>
              </a:ext>
            </a:extLst>
          </p:cNvPr>
          <p:cNvSpPr>
            <a:spLocks xmlns:a="http://schemas.openxmlformats.org/drawingml/2006/main" noGrp="1"/>
          </p:cNvSpPr>
          <p:nvPr>
            <p:ph type="title" idx="15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51" name="Google Shape;151;p18">
            <a:extLst xmlns:a="http://schemas.openxmlformats.org/drawingml/2006/main">
              <a:ext uri="{FF2B5EF4-FFF2-40B4-BE49-F238E27FC236}">
                <a16:creationId xmlns:a16="http://schemas.microsoft.com/office/drawing/2014/main" id="{BC2E3668-ECC9-43F7-8BC8-BED558D1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Numbers and text">
  <p:cSld name="CUSTOM_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4" name="Google Shape;154;p19">
            <a:extLst xmlns:a="http://schemas.openxmlformats.org/drawingml/2006/main">
              <a:ext uri="{FF2B5EF4-FFF2-40B4-BE49-F238E27FC236}">
                <a16:creationId xmlns:a16="http://schemas.microsoft.com/office/drawing/2014/main" id="{B1F1C27E-B42A-4937-A0DE-254EAC75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19">
            <a:extLst xmlns:a="http://schemas.openxmlformats.org/drawingml/2006/main">
              <a:ext uri="{FF2B5EF4-FFF2-40B4-BE49-F238E27FC236}">
                <a16:creationId xmlns:a16="http://schemas.microsoft.com/office/drawing/2014/main" id="{B47A05DF-F618-4825-BF46-57742E21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6" name="Google Shape;156;p19">
            <a:extLst xmlns:a="http://schemas.openxmlformats.org/drawingml/2006/main">
              <a:ext uri="{FF2B5EF4-FFF2-40B4-BE49-F238E27FC236}">
                <a16:creationId xmlns:a16="http://schemas.microsoft.com/office/drawing/2014/main" id="{3E2A774C-7B4A-477C-B76B-DC4F96F5098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57" name="Google Shape;157;p19">
            <a:extLst xmlns:a="http://schemas.openxmlformats.org/drawingml/2006/main">
              <a:ext uri="{FF2B5EF4-FFF2-40B4-BE49-F238E27FC236}">
                <a16:creationId xmlns:a16="http://schemas.microsoft.com/office/drawing/2014/main" id="{A8B8DB91-9287-45DE-B7A4-273E350EB9F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620161"/>
            <a:ext cx="4190700" cy="384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/>
        </p:txBody>
      </p:sp>
      <p:sp>
        <p:nvSpPr>
          <p:cNvPr id="158" name="Google Shape;158;p19">
            <a:extLst xmlns:a="http://schemas.openxmlformats.org/drawingml/2006/main">
              <a:ext uri="{FF2B5EF4-FFF2-40B4-BE49-F238E27FC236}">
                <a16:creationId xmlns:a16="http://schemas.microsoft.com/office/drawing/2014/main" id="{A9713F01-9298-4FC2-8473-52E74852F1F5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59" name="Google Shape;159;p19">
            <a:extLst xmlns:a="http://schemas.openxmlformats.org/drawingml/2006/main">
              <a:ext uri="{FF2B5EF4-FFF2-40B4-BE49-F238E27FC236}">
                <a16:creationId xmlns:a16="http://schemas.microsoft.com/office/drawing/2014/main" id="{F8C732B9-F196-4C05-A64E-18901BA7A4E1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678261"/>
            <a:ext cx="4190700" cy="384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/>
        </p:txBody>
      </p:sp>
      <p:sp>
        <p:nvSpPr>
          <p:cNvPr id="160" name="Google Shape;160;p19">
            <a:extLst xmlns:a="http://schemas.openxmlformats.org/drawingml/2006/main">
              <a:ext uri="{FF2B5EF4-FFF2-40B4-BE49-F238E27FC236}">
                <a16:creationId xmlns:a16="http://schemas.microsoft.com/office/drawing/2014/main" id="{504ADC73-D9D1-497D-BD62-DF1A6ABE09DD}"/>
              </a:ext>
            </a:extLst>
          </p:cNvPr>
          <p:cNvSpPr>
            <a:spLocks xmlns:a="http://schemas.openxmlformats.org/drawingml/2006/main" noGrp="1"/>
          </p:cNvSpPr>
          <p:nvPr>
            <p:ph type="title" idx="4" hasCustomPrompt="1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6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6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6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6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6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6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6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6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61" name="Google Shape;161;p19">
            <a:extLst xmlns:a="http://schemas.openxmlformats.org/drawingml/2006/main">
              <a:ext uri="{FF2B5EF4-FFF2-40B4-BE49-F238E27FC236}">
                <a16:creationId xmlns:a16="http://schemas.microsoft.com/office/drawing/2014/main" id="{766D8781-1161-482B-9746-E84D40C96C55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736386"/>
            <a:ext cx="4190700" cy="384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T Sans"/>
                <a:ea typeface="PT Sans"/>
                <a:cs typeface="PT Sans"/>
              </a:defRPr>
            </a:lvl9pPr>
          </a:lstStyle>
          <a:p xmlns:a="http://schemas.openxmlformats.org/drawingml/2006/main"/>
        </p:txBody>
      </p:sp>
      <p:sp>
        <p:nvSpPr>
          <p:cNvPr id="162" name="Google Shape;162;p19">
            <a:extLst xmlns:a="http://schemas.openxmlformats.org/drawingml/2006/main">
              <a:ext uri="{FF2B5EF4-FFF2-40B4-BE49-F238E27FC236}">
                <a16:creationId xmlns:a16="http://schemas.microsoft.com/office/drawing/2014/main" id="{38C7312B-4B84-47EA-875B-7090E3C0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Title only 1">
  <p:cSld name="CUSTOM_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Google Shape;165;p20">
            <a:extLst xmlns:a="http://schemas.openxmlformats.org/drawingml/2006/main">
              <a:ext uri="{FF2B5EF4-FFF2-40B4-BE49-F238E27FC236}">
                <a16:creationId xmlns:a16="http://schemas.microsoft.com/office/drawing/2014/main" id="{23328D94-F994-4FC6-8B7F-6CA4215D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6" name="Google Shape;166;p20">
            <a:extLst xmlns:a="http://schemas.openxmlformats.org/drawingml/2006/main">
              <a:ext uri="{FF2B5EF4-FFF2-40B4-BE49-F238E27FC236}">
                <a16:creationId xmlns:a16="http://schemas.microsoft.com/office/drawing/2014/main" id="{F95D7B01-71BD-4E9E-891E-1EA6801E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20">
            <a:extLst xmlns:a="http://schemas.openxmlformats.org/drawingml/2006/main">
              <a:ext uri="{FF2B5EF4-FFF2-40B4-BE49-F238E27FC236}">
                <a16:creationId xmlns:a16="http://schemas.microsoft.com/office/drawing/2014/main" id="{BD3F23FB-FE05-4C87-9704-BB7A9320C0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68" name="Google Shape;168;p20">
            <a:extLst xmlns:a="http://schemas.openxmlformats.org/drawingml/2006/main">
              <a:ext uri="{FF2B5EF4-FFF2-40B4-BE49-F238E27FC236}">
                <a16:creationId xmlns:a16="http://schemas.microsoft.com/office/drawing/2014/main" id="{256725C3-019E-4A70-B0C3-EF7FD613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hanks">
  <p:cSld name="CUSTOM_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1" name="Google Shape;171;p21">
            <a:extLst xmlns:a="http://schemas.openxmlformats.org/drawingml/2006/main">
              <a:ext uri="{FF2B5EF4-FFF2-40B4-BE49-F238E27FC236}">
                <a16:creationId xmlns:a16="http://schemas.microsoft.com/office/drawing/2014/main" id="{9AA54D9B-A180-45FA-91FE-C38ED613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21">
            <a:extLst xmlns:a="http://schemas.openxmlformats.org/drawingml/2006/main">
              <a:ext uri="{FF2B5EF4-FFF2-40B4-BE49-F238E27FC236}">
                <a16:creationId xmlns:a16="http://schemas.microsoft.com/office/drawing/2014/main" id="{EE2E02A2-957C-4919-82D5-181B5D8C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4" name="Google Shape;174;p21">
            <a:extLst xmlns:a="http://schemas.openxmlformats.org/drawingml/2006/main">
              <a:ext uri="{FF2B5EF4-FFF2-40B4-BE49-F238E27FC236}">
                <a16:creationId xmlns:a16="http://schemas.microsoft.com/office/drawing/2014/main" id="{0303EB9A-7157-431E-9395-70516C77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1584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21">
            <a:extLst xmlns:a="http://schemas.openxmlformats.org/drawingml/2006/main">
              <a:ext uri="{FF2B5EF4-FFF2-40B4-BE49-F238E27FC236}">
                <a16:creationId xmlns:a16="http://schemas.microsoft.com/office/drawing/2014/main" id="{A63DD6B5-7950-4439-9E73-395FA686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21">
            <a:extLst xmlns:a="http://schemas.openxmlformats.org/drawingml/2006/main">
              <a:ext uri="{FF2B5EF4-FFF2-40B4-BE49-F238E27FC236}">
                <a16:creationId xmlns:a16="http://schemas.microsoft.com/office/drawing/2014/main" id="{BD60A3A0-CFD3-41EE-8CFE-FCC5A661E52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697375" y="1229575"/>
            <a:ext cx="3294600" cy="99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77" name="Google Shape;177;p21">
            <a:extLst xmlns:a="http://schemas.openxmlformats.org/drawingml/2006/main">
              <a:ext uri="{FF2B5EF4-FFF2-40B4-BE49-F238E27FC236}">
                <a16:creationId xmlns:a16="http://schemas.microsoft.com/office/drawing/2014/main" id="{5D25E2D6-9C51-4B70-90BE-989E7545D6E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697375" y="2291627"/>
            <a:ext cx="3294600" cy="99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78" name="Google Shape;178;p21">
            <a:extLst xmlns:a="http://schemas.openxmlformats.org/drawingml/2006/main">
              <a:ext uri="{FF2B5EF4-FFF2-40B4-BE49-F238E27FC236}">
                <a16:creationId xmlns:a16="http://schemas.microsoft.com/office/drawing/2014/main" id="{A07C8D1C-CF96-4365-85A5-7888129C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7075" y="3285800"/>
            <a:ext cx="3294600" cy="82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sz="1000" b="1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CREDITS:</a:t>
            </a: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 This presentation template was created by </a:t>
            </a:r>
            <a:r>
              <a:rPr sz="1000" b="1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Slidesgo</a:t>
            </a: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, and includes icons by </a:t>
            </a:r>
            <a:r>
              <a:rPr sz="1000" b="1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Flaticon</a:t>
            </a: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, and infographics &amp; images by </a:t>
            </a:r>
            <a:r>
              <a:rPr sz="1000" b="1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Freepik</a:t>
            </a:r>
            <a:r>
              <a:rPr sz="1000" u="sng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 </a:t>
            </a:r>
          </a:p>
        </p:txBody>
      </p:sp>
      <p:sp>
        <p:nvSpPr>
          <p:cNvPr id="179" name="Google Shape;179;p21">
            <a:extLst xmlns:a="http://schemas.openxmlformats.org/drawingml/2006/main">
              <a:ext uri="{FF2B5EF4-FFF2-40B4-BE49-F238E27FC236}">
                <a16:creationId xmlns:a16="http://schemas.microsoft.com/office/drawing/2014/main" id="{16FC356F-5FE4-4911-A23D-C217FAD8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80" name="Google Shape;180;p21">
            <a:extLst xmlns:a="http://schemas.openxmlformats.org/drawingml/2006/main">
              <a:ext uri="{FF2B5EF4-FFF2-40B4-BE49-F238E27FC236}">
                <a16:creationId xmlns:a16="http://schemas.microsoft.com/office/drawing/2014/main" id="{AE7B1E34-8137-4BD7-A967-D26079F4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21">
            <a:extLst xmlns:a="http://schemas.openxmlformats.org/drawingml/2006/main">
              <a:ext uri="{FF2B5EF4-FFF2-40B4-BE49-F238E27FC236}">
                <a16:creationId xmlns:a16="http://schemas.microsoft.com/office/drawing/2014/main" id="{69E5A878-4114-4DFE-8558-5BB6A10E4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Background">
  <p:cSld name="CUSTOM_1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4" name="Google Shape;184;p22">
            <a:extLst xmlns:a="http://schemas.openxmlformats.org/drawingml/2006/main">
              <a:ext uri="{FF2B5EF4-FFF2-40B4-BE49-F238E27FC236}">
                <a16:creationId xmlns:a16="http://schemas.microsoft.com/office/drawing/2014/main" id="{1839DF2D-1E43-4E2E-9981-5BD7CC9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5" name="Google Shape;185;p22">
            <a:extLst xmlns:a="http://schemas.openxmlformats.org/drawingml/2006/main">
              <a:ext uri="{FF2B5EF4-FFF2-40B4-BE49-F238E27FC236}">
                <a16:creationId xmlns:a16="http://schemas.microsoft.com/office/drawing/2014/main" id="{F9E478DC-96C3-427C-BAF2-D676E7AB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7" name="Google Shape;187;p22">
            <a:extLst xmlns:a="http://schemas.openxmlformats.org/drawingml/2006/main">
              <a:ext uri="{FF2B5EF4-FFF2-40B4-BE49-F238E27FC236}">
                <a16:creationId xmlns:a16="http://schemas.microsoft.com/office/drawing/2014/main" id="{A04712EE-5DE9-4C1E-A425-0D7B2154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1584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8" name="Google Shape;188;p22">
            <a:extLst xmlns:a="http://schemas.openxmlformats.org/drawingml/2006/main">
              <a:ext uri="{FF2B5EF4-FFF2-40B4-BE49-F238E27FC236}">
                <a16:creationId xmlns:a16="http://schemas.microsoft.com/office/drawing/2014/main" id="{516AF4A3-52B3-4A79-8410-7BD7A559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24175" y="29843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9" name="Google Shape;189;p22">
            <a:extLst xmlns:a="http://schemas.openxmlformats.org/drawingml/2006/main">
              <a:ext uri="{FF2B5EF4-FFF2-40B4-BE49-F238E27FC236}">
                <a16:creationId xmlns:a16="http://schemas.microsoft.com/office/drawing/2014/main" id="{5B3D9B9B-4ED3-42A7-835F-73861F1C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  <p:sp>
        <p:nvSpPr>
          <p:cNvPr id="191" name="Google Shape;191;p22">
            <a:extLst xmlns:a="http://schemas.openxmlformats.org/drawingml/2006/main">
              <a:ext uri="{FF2B5EF4-FFF2-40B4-BE49-F238E27FC236}">
                <a16:creationId xmlns:a16="http://schemas.microsoft.com/office/drawing/2014/main" id="{3E2EFBFF-6D86-4C2E-8F81-3D64CB6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75" y="0"/>
            <a:ext cx="3048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p22">
            <a:extLst xmlns:a="http://schemas.openxmlformats.org/drawingml/2006/main">
              <a:ext uri="{FF2B5EF4-FFF2-40B4-BE49-F238E27FC236}">
                <a16:creationId xmlns:a16="http://schemas.microsoft.com/office/drawing/2014/main" id="{9058EEA4-8E9F-4747-A2C1-B45A3EFB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9300" y="0"/>
            <a:ext cx="6084600" cy="4149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Background 1">
  <p:cSld name="CUSTOM_14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3">
            <a:extLst xmlns:a="http://schemas.openxmlformats.org/drawingml/2006/main">
              <a:ext uri="{FF2B5EF4-FFF2-40B4-BE49-F238E27FC236}">
                <a16:creationId xmlns:a16="http://schemas.microsoft.com/office/drawing/2014/main" id="{1320E569-1E75-44EA-92AA-2B16E773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11" y="170424"/>
            <a:ext cx="8360114" cy="439844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23">
            <a:extLst xmlns:a="http://schemas.openxmlformats.org/drawingml/2006/main">
              <a:ext uri="{FF2B5EF4-FFF2-40B4-BE49-F238E27FC236}">
                <a16:creationId xmlns:a16="http://schemas.microsoft.com/office/drawing/2014/main" id="{047E28E6-2F08-4CEF-8BF4-A5FA611F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500" y="170424"/>
            <a:ext cx="8360114" cy="2549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7" name="Google Shape;197;p23">
            <a:extLst xmlns:a="http://schemas.openxmlformats.org/drawingml/2006/main">
              <a:ext uri="{FF2B5EF4-FFF2-40B4-BE49-F238E27FC236}">
                <a16:creationId xmlns:a16="http://schemas.microsoft.com/office/drawing/2014/main" id="{E1041E8D-FAB7-4AFA-B02A-3DA562D6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00" y="4753684"/>
            <a:ext cx="84786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1 0 1 1   0 1 1   0 1   1 0 1 1 0 0 1   1 0   1 1 0 1 1   0 1 1   0 1   1 1 0 1 1 0   1 1 0 1 1 1   1 1 0 1 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fab6e1e131422d" /><Relationship Type="http://schemas.openxmlformats.org/officeDocument/2006/relationships/slideLayout" Target="/ppt/slideLayouts/slideLayout1.xml" Id="Rc604adb281c94f6b" /><Relationship Type="http://schemas.openxmlformats.org/officeDocument/2006/relationships/slideLayout" Target="/ppt/slideLayouts/slideLayout2.xml" Id="R4a3746803beb4b79" /><Relationship Type="http://schemas.openxmlformats.org/officeDocument/2006/relationships/slideLayout" Target="/ppt/slideLayouts/slideLayout3.xml" Id="Rf822cf1c267748ae" /><Relationship Type="http://schemas.openxmlformats.org/officeDocument/2006/relationships/slideLayout" Target="/ppt/slideLayouts/slideLayout4.xml" Id="R22125ee904c944f1" /><Relationship Type="http://schemas.openxmlformats.org/officeDocument/2006/relationships/slideLayout" Target="/ppt/slideLayouts/slideLayout5.xml" Id="R0a447dd64cb34d28" /><Relationship Type="http://schemas.openxmlformats.org/officeDocument/2006/relationships/slideLayout" Target="/ppt/slideLayouts/slideLayout6.xml" Id="Rbf8abc33f673497d" /><Relationship Type="http://schemas.openxmlformats.org/officeDocument/2006/relationships/slideLayout" Target="/ppt/slideLayouts/slideLayout7.xml" Id="Reeb06a758787420f" /><Relationship Type="http://schemas.openxmlformats.org/officeDocument/2006/relationships/slideLayout" Target="/ppt/slideLayouts/slideLayout8.xml" Id="Ra20c9c54cb9f4b14" /><Relationship Type="http://schemas.openxmlformats.org/officeDocument/2006/relationships/slideLayout" Target="/ppt/slideLayouts/slideLayout9.xml" Id="Rbe80e6bc41f44e7d" /><Relationship Type="http://schemas.openxmlformats.org/officeDocument/2006/relationships/slideLayout" Target="/ppt/slideLayouts/slideLayout10.xml" Id="Rc0d6938f29b44a33" /><Relationship Type="http://schemas.openxmlformats.org/officeDocument/2006/relationships/slideLayout" Target="/ppt/slideLayouts/slideLayout11.xml" Id="Rf1b52ede8fe14fcb" /><Relationship Type="http://schemas.openxmlformats.org/officeDocument/2006/relationships/slideLayout" Target="/ppt/slideLayouts/slideLayout12.xml" Id="R50e7a0d9dc3f414e" /><Relationship Type="http://schemas.openxmlformats.org/officeDocument/2006/relationships/slideLayout" Target="/ppt/slideLayouts/slideLayout13.xml" Id="R45e1dad6676049e7" /><Relationship Type="http://schemas.openxmlformats.org/officeDocument/2006/relationships/slideLayout" Target="/ppt/slideLayouts/slideLayout14.xml" Id="R60128d31b1864452" /><Relationship Type="http://schemas.openxmlformats.org/officeDocument/2006/relationships/slideLayout" Target="/ppt/slideLayouts/slideLayout15.xml" Id="R459caf1f592a4c03" /><Relationship Type="http://schemas.openxmlformats.org/officeDocument/2006/relationships/slideLayout" Target="/ppt/slideLayouts/slideLayout16.xml" Id="R5b654e360ee94800" /><Relationship Type="http://schemas.openxmlformats.org/officeDocument/2006/relationships/slideLayout" Target="/ppt/slideLayouts/slideLayout17.xml" Id="Rd2ddbf651a7d43f5" /><Relationship Type="http://schemas.openxmlformats.org/officeDocument/2006/relationships/slideLayout" Target="/ppt/slideLayouts/slideLayout18.xml" Id="R1bf63582000641a6" /><Relationship Type="http://schemas.openxmlformats.org/officeDocument/2006/relationships/slideLayout" Target="/ppt/slideLayouts/slideLayout19.xml" Id="R5fc94e3547fa43be" /><Relationship Type="http://schemas.openxmlformats.org/officeDocument/2006/relationships/slideLayout" Target="/ppt/slideLayouts/slideLayout20.xml" Id="Rbc88a9654a664144" /><Relationship Type="http://schemas.openxmlformats.org/officeDocument/2006/relationships/slideLayout" Target="/ppt/slideLayouts/slideLayout21.xml" Id="R8293d955d301404c" /><Relationship Type="http://schemas.openxmlformats.org/officeDocument/2006/relationships/slideLayout" Target="/ppt/slideLayouts/slideLayout22.xml" Id="Rd7cc72f752c24963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75FF0F-D51C-41FB-B323-134E40419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63800"/>
            <a:ext cx="77040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3300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dk1"/>
                </a:solidFill>
                <a:latin typeface="Quantico"/>
                <a:ea typeface="Quantico"/>
                <a:cs typeface="Quantico"/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0A4C9347-0DD7-44CF-BBA1-4B1F2AFE52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152475"/>
            <a:ext cx="77040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1pPr>
            <a:lvl2pPr marL="914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2pPr>
            <a:lvl3pPr marL="1371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3pPr>
            <a:lvl4pPr marL="1828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4pPr>
            <a:lvl5pPr marL="22860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5pPr>
            <a:lvl6pPr marL="2743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6pPr>
            <a:lvl7pPr marL="32004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●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7pPr>
            <a:lvl8pPr marL="36576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○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8pPr>
            <a:lvl9pPr marL="41148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har char="■"/>
              <a:defRPr sz="12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defRPr>
            </a:lvl9pPr>
          </a:lstStyle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04adb281c94f6b"/>
    <p:sldLayoutId xmlns:r="http://schemas.openxmlformats.org/officeDocument/2006/relationships" id="2147483650" r:id="R4a3746803beb4b79"/>
    <p:sldLayoutId xmlns:r="http://schemas.openxmlformats.org/officeDocument/2006/relationships" id="2147483651" r:id="Rf822cf1c267748ae"/>
    <p:sldLayoutId xmlns:r="http://schemas.openxmlformats.org/officeDocument/2006/relationships" id="2147483652" r:id="R22125ee904c944f1"/>
    <p:sldLayoutId xmlns:r="http://schemas.openxmlformats.org/officeDocument/2006/relationships" id="2147483653" r:id="R0a447dd64cb34d28"/>
    <p:sldLayoutId xmlns:r="http://schemas.openxmlformats.org/officeDocument/2006/relationships" id="2147483654" r:id="Rbf8abc33f673497d"/>
    <p:sldLayoutId xmlns:r="http://schemas.openxmlformats.org/officeDocument/2006/relationships" id="2147483655" r:id="Reeb06a758787420f"/>
    <p:sldLayoutId xmlns:r="http://schemas.openxmlformats.org/officeDocument/2006/relationships" id="2147483656" r:id="Ra20c9c54cb9f4b14"/>
    <p:sldLayoutId xmlns:r="http://schemas.openxmlformats.org/officeDocument/2006/relationships" id="2147483657" r:id="Rbe80e6bc41f44e7d"/>
    <p:sldLayoutId xmlns:r="http://schemas.openxmlformats.org/officeDocument/2006/relationships" id="2147483658" r:id="Rc0d6938f29b44a33"/>
    <p:sldLayoutId xmlns:r="http://schemas.openxmlformats.org/officeDocument/2006/relationships" id="2147483659" r:id="Rf1b52ede8fe14fcb"/>
    <p:sldLayoutId xmlns:r="http://schemas.openxmlformats.org/officeDocument/2006/relationships" id="2147483660" r:id="R50e7a0d9dc3f414e"/>
    <p:sldLayoutId xmlns:r="http://schemas.openxmlformats.org/officeDocument/2006/relationships" id="2147483661" r:id="R45e1dad6676049e7"/>
    <p:sldLayoutId xmlns:r="http://schemas.openxmlformats.org/officeDocument/2006/relationships" id="2147483662" r:id="R60128d31b1864452"/>
    <p:sldLayoutId xmlns:r="http://schemas.openxmlformats.org/officeDocument/2006/relationships" id="2147483663" r:id="R459caf1f592a4c03"/>
    <p:sldLayoutId xmlns:r="http://schemas.openxmlformats.org/officeDocument/2006/relationships" id="2147483664" r:id="R5b654e360ee94800"/>
    <p:sldLayoutId xmlns:r="http://schemas.openxmlformats.org/officeDocument/2006/relationships" id="2147483665" r:id="Rd2ddbf651a7d43f5"/>
    <p:sldLayoutId xmlns:r="http://schemas.openxmlformats.org/officeDocument/2006/relationships" id="2147483666" r:id="R1bf63582000641a6"/>
    <p:sldLayoutId xmlns:r="http://schemas.openxmlformats.org/officeDocument/2006/relationships" id="2147483667" r:id="R5fc94e3547fa43be"/>
    <p:sldLayoutId xmlns:r="http://schemas.openxmlformats.org/officeDocument/2006/relationships" id="2147483668" r:id="Rbc88a9654a664144"/>
    <p:sldLayoutId xmlns:r="http://schemas.openxmlformats.org/officeDocument/2006/relationships" id="2147483669" r:id="R8293d955d301404c"/>
    <p:sldLayoutId xmlns:r="http://schemas.openxmlformats.org/officeDocument/2006/relationships" id="2147483670" r:id="Rd7cc72f752c24963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New Operating System Design Pitch Deck by Slidesgo">
  <a:themeElements>
    <a:clrScheme name="Simple Light">
      <a:dk1>
        <a:srgbClr val="FFFFFF"/>
      </a:dk1>
      <a:lt1>
        <a:srgbClr val="2D323C"/>
      </a:lt1>
      <a:dk2>
        <a:srgbClr val="242830"/>
      </a:dk2>
      <a:lt2>
        <a:srgbClr val="FFDB5D"/>
      </a:lt2>
      <a:accent1>
        <a:srgbClr val="94EE6B"/>
      </a:accent1>
      <a:accent2>
        <a:srgbClr val="E81981"/>
      </a:accent2>
      <a:accent3>
        <a:srgbClr val="BD64B5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d2b3b36494220" /><Relationship Type="http://schemas.openxmlformats.org/officeDocument/2006/relationships/notesSlide" Target="/ppt/notesSlides/notesSlide1.xml" Id="R717df8eb79104b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146aa6f5c4402d" /><Relationship Type="http://schemas.openxmlformats.org/officeDocument/2006/relationships/image" Target="/ppt/media/image.jpeg" Id="R01a281b9a14a4469" /><Relationship Type="http://schemas.openxmlformats.org/officeDocument/2006/relationships/notesSlide" Target="/ppt/notesSlides/notesSlide2.xml" Id="R59102030361441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8a9987ad4b4efc" /><Relationship Type="http://schemas.openxmlformats.org/officeDocument/2006/relationships/image" Target="/ppt/media/image2.jpeg" Id="Recfdc9f447464a0d" /><Relationship Type="http://schemas.openxmlformats.org/officeDocument/2006/relationships/notesSlide" Target="/ppt/notesSlides/notesSlide3.xml" Id="R27ce98e7ab4c4e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46097d20924ae0" /><Relationship Type="http://schemas.openxmlformats.org/officeDocument/2006/relationships/image" Target="/ppt/media/image.png" Id="R99f16198d822401b" /><Relationship Type="http://schemas.openxmlformats.org/officeDocument/2006/relationships/notesSlide" Target="/ppt/notesSlides/notesSlide4.xml" Id="R38cb1b49818247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3bcbe60c7574da5" /><Relationship Type="http://schemas.openxmlformats.org/officeDocument/2006/relationships/image" Target="/ppt/media/image2.png" Id="R28a3943f73514f90" /><Relationship Type="http://schemas.openxmlformats.org/officeDocument/2006/relationships/notesSlide" Target="/ppt/notesSlides/notesSlide5.xml" Id="R08221e9ba7964f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615b91f8b7de4fc1" /><Relationship Type="http://schemas.openxmlformats.org/officeDocument/2006/relationships/notesSlide" Target="/ppt/notesSlides/notesSlide6.xml" Id="Rebfe96ed951845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e085c0b98b8f4285" /><Relationship Type="http://schemas.openxmlformats.org/officeDocument/2006/relationships/notesSlide" Target="/ppt/notesSlides/notesSlide7.xml" Id="R92aaffaa50d449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bab01b04409443df" /><Relationship Type="http://schemas.openxmlformats.org/officeDocument/2006/relationships/notesSlide" Target="/ppt/notesSlides/notesSlide8.xml" Id="R19aee19a378e45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ed44513af24451e" /><Relationship Type="http://schemas.openxmlformats.org/officeDocument/2006/relationships/notesSlide" Target="/ppt/notesSlides/notesSlide9.xml" Id="Reaeafe54d71842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d5731c543b864cf8" /><Relationship Type="http://schemas.openxmlformats.org/officeDocument/2006/relationships/notesSlide" Target="/ppt/notesSlides/notesSlide10.xml" Id="R7c69af16ec7d40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80cdead4f0be4536" /><Relationship Type="http://schemas.openxmlformats.org/officeDocument/2006/relationships/notesSlide" Target="/ppt/notesSlides/notesSlide11.xml" Id="R5dc6aa6df3ac41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6f0b7b18977c403a" /><Relationship Type="http://schemas.openxmlformats.org/officeDocument/2006/relationships/notesSlide" Target="/ppt/notesSlides/notesSlide12.xml" Id="Rac0e59b1fdb04d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f76987ddc20046c5" /><Relationship Type="http://schemas.openxmlformats.org/officeDocument/2006/relationships/notesSlide" Target="/ppt/notesSlides/notesSlide13.xml" Id="Re9b0b86663c440e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fffdccb8d4d1c" /><Relationship Type="http://schemas.openxmlformats.org/officeDocument/2006/relationships/notesSlide" Target="/ppt/notesSlides/notesSlide14.xml" Id="Ra022b6cf61d144f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24930830743df" /><Relationship Type="http://schemas.openxmlformats.org/officeDocument/2006/relationships/notesSlide" Target="/ppt/notesSlides/notesSlide15.xml" Id="R5a658be7eddd425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9e292f0674950" /><Relationship Type="http://schemas.openxmlformats.org/officeDocument/2006/relationships/notesSlide" Target="/ppt/notesSlides/notesSlide16.xml" Id="Rb6e51eb23d2145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a0418b2f6faf46e4" /><Relationship Type="http://schemas.openxmlformats.org/officeDocument/2006/relationships/notesSlide" Target="/ppt/notesSlides/notesSlide17.xml" Id="Rdf443abd4048487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8c865ec295284b7d" /><Relationship Type="http://schemas.openxmlformats.org/officeDocument/2006/relationships/notesSlide" Target="/ppt/notesSlides/notesSlide18.xml" Id="R18b6939343864c0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ad817a682ae84f43" /><Relationship Type="http://schemas.openxmlformats.org/officeDocument/2006/relationships/notesSlide" Target="/ppt/notesSlides/notesSlide19.xml" Id="R6ea97a35f545481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6866d4a63724424f" /><Relationship Type="http://schemas.openxmlformats.org/officeDocument/2006/relationships/notesSlide" Target="/ppt/notesSlides/notesSlide20.xml" Id="Rc23f612b4e4f4e0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3236b5ab76b44bec" /><Relationship Type="http://schemas.openxmlformats.org/officeDocument/2006/relationships/notesSlide" Target="/ppt/notesSlides/notesSlide21.xml" Id="R643ae400001a42b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1987e1bb734f419d" /><Relationship Type="http://schemas.openxmlformats.org/officeDocument/2006/relationships/notesSlide" Target="/ppt/notesSlides/notesSlide22.xml" Id="Rb00b8cfa4534422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87e1a3f1d4ed1" /><Relationship Type="http://schemas.openxmlformats.org/officeDocument/2006/relationships/notesSlide" Target="/ppt/notesSlides/notesSlide23.xml" Id="R24def3cef7cd4ec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1fef729bc73143a0" /><Relationship Type="http://schemas.openxmlformats.org/officeDocument/2006/relationships/notesSlide" Target="/ppt/notesSlides/notesSlide24.xml" Id="Rf45c2baeb012429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1967839abff44ead" /><Relationship Type="http://schemas.openxmlformats.org/officeDocument/2006/relationships/notesSlide" Target="/ppt/notesSlides/notesSlide25.xml" Id="Rf3c1838030b1406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57898ee1240ba" /><Relationship Type="http://schemas.openxmlformats.org/officeDocument/2006/relationships/notesSlide" Target="/ppt/notesSlides/notesSlide26.xml" Id="R40a3ffbfa15e4b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Programming Adventure Begins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July 11, 2026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3" name="Google Shape;223;p25">
            <a:extLst xmlns:a="http://schemas.openxmlformats.org/drawingml/2006/main">
              <a:ext uri="{FF2B5EF4-FFF2-40B4-BE49-F238E27FC236}">
                <a16:creationId xmlns:a16="http://schemas.microsoft.com/office/drawing/2014/main" id="{435122D1-F45D-4882-8233-5B9A8C16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3166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4" name="Google Shape;224;p25">
            <a:extLst xmlns:a="http://schemas.openxmlformats.org/drawingml/2006/main">
              <a:ext uri="{FF2B5EF4-FFF2-40B4-BE49-F238E27FC236}">
                <a16:creationId xmlns:a16="http://schemas.microsoft.com/office/drawing/2014/main" id="{B58CEBF6-776A-4F4D-BD98-0D239F8C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5" name="Google Shape;225;p25">
            <a:extLst xmlns:a="http://schemas.openxmlformats.org/drawingml/2006/main">
              <a:ext uri="{FF2B5EF4-FFF2-40B4-BE49-F238E27FC236}">
                <a16:creationId xmlns:a16="http://schemas.microsoft.com/office/drawing/2014/main" id="{358656E0-8BFA-4FFA-BEF6-6B3719139F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Principal of Everest IT</a:t>
            </a:r>
          </a:p>
        </p:txBody>
      </p:sp>
      <p:sp>
        <p:nvSpPr>
          <p:cNvPr id="226" name="Google Shape;226;p25">
            <a:extLst xmlns:a="http://schemas.openxmlformats.org/drawingml/2006/main">
              <a:ext uri="{FF2B5EF4-FFF2-40B4-BE49-F238E27FC236}">
                <a16:creationId xmlns:a16="http://schemas.microsoft.com/office/drawing/2014/main" id="{D7ECFD6D-7799-4C5F-9BE5-B35D2470D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44275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EverestIT</a:t>
            </a:r>
            <a:r>
              <a:t> Founder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Principal Technology Specialist (Microsoft)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Masters in:</a:t>
            </a:r>
          </a:p>
          <a:p xmlns:a="http://schemas.openxmlformats.org/drawingml/2006/main">
            <a:pPr marL="9144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○"/>
            </a:pPr>
            <a:r>
              <a:t>Information Management</a:t>
            </a:r>
          </a:p>
          <a:p xmlns:a="http://schemas.openxmlformats.org/drawingml/2006/main">
            <a:pPr marL="9144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○"/>
            </a:pPr>
            <a:r>
              <a:t>Healthcare Management</a:t>
            </a:r>
          </a:p>
          <a:p xmlns:a="http://schemas.openxmlformats.org/drawingml/2006/main">
            <a:pPr marL="9144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○"/>
            </a:pPr>
            <a:r>
              <a:t>Senior Technical Leadership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~30 years in IT Field Experience</a:t>
            </a:r>
          </a:p>
          <a:p xmlns:a="http://schemas.openxmlformats.org/drawingml/2006/main">
            <a:pPr marL="0" indent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 xmlns:a="http://schemas.openxmlformats.org/drawingml/2006/main">
            <a:pPr marL="457200" indent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25">
            <a:extLst xmlns:a="http://schemas.openxmlformats.org/drawingml/2006/main">
              <a:ext uri="{FF2B5EF4-FFF2-40B4-BE49-F238E27FC236}">
                <a16:creationId xmlns:a16="http://schemas.microsoft.com/office/drawing/2014/main" id="{9813D908-1028-4CCB-83DB-2D37BFA9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330" y="1581625"/>
            <a:ext cx="1774800" cy="49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accent2"/>
                </a:solidFill>
                <a:latin typeface="Quantico"/>
                <a:ea typeface="Quantico"/>
                <a:cs typeface="Quantico"/>
              </a:rPr>
              <a:t>Bijay</a:t>
            </a:r>
            <a:r>
              <a:rPr sz="2400">
                <a:solidFill>
                  <a:schemeClr val="accent1"/>
                </a:solidFill>
                <a:latin typeface="Quantico"/>
                <a:ea typeface="Quantico"/>
                <a:cs typeface="Quantico"/>
              </a:rPr>
              <a:t>&gt;</a:t>
            </a:r>
          </a:p>
        </p:txBody>
      </p:sp>
      <p:pic>
        <p:nvPicPr>
          <p:cNvPr id="234" name="Google Shape;228;p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281b9a14a446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7538" y="2079025"/>
            <a:ext cx="2255500" cy="2255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6337209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4" name="Google Shape;234;p26">
            <a:extLst xmlns:a="http://schemas.openxmlformats.org/drawingml/2006/main">
              <a:ext uri="{FF2B5EF4-FFF2-40B4-BE49-F238E27FC236}">
                <a16:creationId xmlns:a16="http://schemas.microsoft.com/office/drawing/2014/main" id="{B14A69C7-AC5F-41D7-B561-C6582CB3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3166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5" name="Google Shape;235;p26">
            <a:extLst xmlns:a="http://schemas.openxmlformats.org/drawingml/2006/main">
              <a:ext uri="{FF2B5EF4-FFF2-40B4-BE49-F238E27FC236}">
                <a16:creationId xmlns:a16="http://schemas.microsoft.com/office/drawing/2014/main" id="{80820967-DED6-4709-8827-0E65E307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6" name="Google Shape;236;p26">
            <a:extLst xmlns:a="http://schemas.openxmlformats.org/drawingml/2006/main">
              <a:ext uri="{FF2B5EF4-FFF2-40B4-BE49-F238E27FC236}">
                <a16:creationId xmlns:a16="http://schemas.microsoft.com/office/drawing/2014/main" id="{0E1D9519-FD68-41BB-BE8C-59D8D4D03E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Teachers</a:t>
            </a:r>
          </a:p>
        </p:txBody>
      </p:sp>
      <p:sp>
        <p:nvSpPr>
          <p:cNvPr id="237" name="Google Shape;237;p26">
            <a:extLst xmlns:a="http://schemas.openxmlformats.org/drawingml/2006/main">
              <a:ext uri="{FF2B5EF4-FFF2-40B4-BE49-F238E27FC236}">
                <a16:creationId xmlns:a16="http://schemas.microsoft.com/office/drawing/2014/main" id="{9B80CB32-94BD-40A6-A573-1C03375068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4536" y="1153561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Bachelors &amp; Masters in    Computer Science</a:t>
            </a:r>
          </a:p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Software Engineer Intern at </a:t>
            </a:r>
            <a:r>
              <a:t>Northrop Grumman and BNY</a:t>
            </a:r>
          </a:p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Software Engineer at Google​</a:t>
            </a:r>
          </a:p>
        </p:txBody>
      </p:sp>
      <p:sp>
        <p:nvSpPr>
          <p:cNvPr id="238" name="Google Shape;238;p26">
            <a:extLst xmlns:a="http://schemas.openxmlformats.org/drawingml/2006/main">
              <a:ext uri="{FF2B5EF4-FFF2-40B4-BE49-F238E27FC236}">
                <a16:creationId xmlns:a16="http://schemas.microsoft.com/office/drawing/2014/main" id="{3C70EC75-6F40-46BC-9CE8-36EAC24F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330" y="1581625"/>
            <a:ext cx="1774800" cy="49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accent2"/>
                </a:solidFill>
                <a:latin typeface="Quantico"/>
                <a:ea typeface="Quantico"/>
                <a:cs typeface="Quantico"/>
              </a:rPr>
              <a:t>Sanskar</a:t>
            </a:r>
            <a:r>
              <a:rPr sz="2400">
                <a:solidFill>
                  <a:schemeClr val="accent1"/>
                </a:solidFill>
                <a:latin typeface="Quantico"/>
                <a:ea typeface="Quantico"/>
                <a:cs typeface="Quantico"/>
              </a:rPr>
              <a:t>&gt;</a:t>
            </a:r>
          </a:p>
        </p:txBody>
      </p:sp>
      <p:pic>
        <p:nvPicPr>
          <p:cNvPr id="245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dc9f447464a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37077" y="2003867"/>
            <a:ext cx="1774182" cy="234387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73052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Google Shape;245;p27">
            <a:extLst xmlns:a="http://schemas.openxmlformats.org/drawingml/2006/main">
              <a:ext uri="{FF2B5EF4-FFF2-40B4-BE49-F238E27FC236}">
                <a16:creationId xmlns:a16="http://schemas.microsoft.com/office/drawing/2014/main" id="{078FF67B-AC65-4B17-85F2-986FBFF0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316699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6" name="Google Shape;246;p27">
            <a:extLst xmlns:a="http://schemas.openxmlformats.org/drawingml/2006/main">
              <a:ext uri="{FF2B5EF4-FFF2-40B4-BE49-F238E27FC236}">
                <a16:creationId xmlns:a16="http://schemas.microsoft.com/office/drawing/2014/main" id="{0AB8B828-D83F-44BE-B9E9-6F4E359C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6625" y="1238875"/>
            <a:ext cx="3617313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7" name="Google Shape;247;p27">
            <a:extLst xmlns:a="http://schemas.openxmlformats.org/drawingml/2006/main">
              <a:ext uri="{FF2B5EF4-FFF2-40B4-BE49-F238E27FC236}">
                <a16:creationId xmlns:a16="http://schemas.microsoft.com/office/drawing/2014/main" id="{9EB3861D-F425-4CCC-A481-C702DBCFBF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0000" y="475500"/>
            <a:ext cx="7704000" cy="55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Teachers</a:t>
            </a:r>
          </a:p>
        </p:txBody>
      </p:sp>
      <p:sp>
        <p:nvSpPr>
          <p:cNvPr id="248" name="Google Shape;248;p27">
            <a:extLst xmlns:a="http://schemas.openxmlformats.org/drawingml/2006/main">
              <a:ext uri="{FF2B5EF4-FFF2-40B4-BE49-F238E27FC236}">
                <a16:creationId xmlns:a16="http://schemas.microsoft.com/office/drawing/2014/main" id="{C2828842-806C-469F-96B4-A6C8D8BB2D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0000" y="1244275"/>
            <a:ext cx="3692400" cy="2955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Lead Software engineer at Flagship Financial Group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Avid learner</a:t>
            </a:r>
          </a:p>
          <a:p xmlns:a="http://schemas.openxmlformats.org/drawingml/2006/main">
            <a:pPr marL="457200" indent="-3048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t>Masters in Software Engineering</a:t>
            </a:r>
          </a:p>
          <a:p xmlns:a="http://schemas.openxmlformats.org/drawingml/2006/main">
            <a:pPr>
              <a:lnSpc>
                <a:spcPct val="200000"/>
              </a:lnSpc>
              <a:buChar char="●"/>
            </a:pPr>
            <a:r>
              <a:t>FOSS contributor - Bitcoin, Large Language Models, OpenAI</a:t>
            </a:r>
          </a:p>
        </p:txBody>
      </p:sp>
      <p:sp>
        <p:nvSpPr>
          <p:cNvPr id="249" name="Google Shape;249;p27">
            <a:extLst xmlns:a="http://schemas.openxmlformats.org/drawingml/2006/main">
              <a:ext uri="{FF2B5EF4-FFF2-40B4-BE49-F238E27FC236}">
                <a16:creationId xmlns:a16="http://schemas.microsoft.com/office/drawing/2014/main" id="{5B015460-D499-48EF-99B0-8C7EF22F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330" y="1581625"/>
            <a:ext cx="1774800" cy="49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accent2"/>
                </a:solidFill>
                <a:latin typeface="Quantico"/>
                <a:ea typeface="Quantico"/>
                <a:cs typeface="Quantico"/>
              </a:rPr>
              <a:t>Abhigya</a:t>
            </a:r>
            <a:r>
              <a:rPr sz="2400">
                <a:solidFill>
                  <a:schemeClr val="accent1"/>
                </a:solidFill>
                <a:latin typeface="Quantico"/>
                <a:ea typeface="Quantico"/>
                <a:cs typeface="Quantico"/>
              </a:rPr>
              <a:t>&gt;</a:t>
            </a:r>
          </a:p>
        </p:txBody>
      </p:sp>
      <p:pic>
        <p:nvPicPr>
          <p:cNvPr id="25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16198d82240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2482" y="2035294"/>
            <a:ext cx="1525798" cy="228600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1815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5" name="Google Shape;255;p28">
            <a:extLst xmlns:a="http://schemas.openxmlformats.org/drawingml/2006/main">
              <a:ext uri="{FF2B5EF4-FFF2-40B4-BE49-F238E27FC236}">
                <a16:creationId xmlns:a16="http://schemas.microsoft.com/office/drawing/2014/main" id="{DFAE69D3-6EB5-46F0-9E84-438E071040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9988" y="459128"/>
            <a:ext cx="7704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&lt;/ </a:t>
            </a:r>
            <a:r>
              <a:t>Assistant Teachers</a:t>
            </a:r>
          </a:p>
        </p:txBody>
      </p:sp>
      <p:sp>
        <p:nvSpPr>
          <p:cNvPr id="257" name="Google Shape;257;p28">
            <a:extLst xmlns:a="http://schemas.openxmlformats.org/drawingml/2006/main">
              <a:ext uri="{FF2B5EF4-FFF2-40B4-BE49-F238E27FC236}">
                <a16:creationId xmlns:a16="http://schemas.microsoft.com/office/drawing/2014/main" id="{5EB2085F-F120-4A0D-89C1-DA3065F8E986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966881" y="4147200"/>
            <a:ext cx="1216190" cy="42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Ishwari Ma'am</a:t>
            </a:r>
          </a:p>
        </p:txBody>
      </p:sp>
      <p:sp>
        <p:nvSpPr>
          <p:cNvPr id="6" name="Google Shape;259;p28">
            <a:extLst xmlns:a="http://schemas.openxmlformats.org/drawingml/2006/main">
              <a:ext uri="{FF2B5EF4-FFF2-40B4-BE49-F238E27FC236}">
                <a16:creationId xmlns:a16="http://schemas.microsoft.com/office/drawing/2014/main" id="{0086CC82-890E-B8CB-8ADF-1ACB6220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7698" y="3456700"/>
            <a:ext cx="1216800" cy="6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/&gt;</a:t>
            </a:r>
            <a:r>
              <a:rPr sz="3600">
                <a:solidFill>
                  <a:schemeClr val="dk1"/>
                </a:solidFill>
              </a:rPr>
              <a:t> **</a:t>
            </a:r>
          </a:p>
        </p:txBody>
      </p:sp>
      <p:pic>
        <p:nvPicPr>
          <p:cNvPr id="26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a3943f73514f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64086" y="1035076"/>
            <a:ext cx="2804916" cy="248767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846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Teams, Kahoot, and breakout rooms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{Meet}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Learn who is here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{Explore}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{Create}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Make music with code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6">
            <a:extLst xmlns:a="http://schemas.openxmlformats.org/drawingml/2006/main">
              <a:ext uri="{FF2B5EF4-FFF2-40B4-BE49-F238E27FC236}">
                <a16:creationId xmlns:a16="http://schemas.microsoft.com/office/drawing/2014/main" id="{2C098171-21A5-4CC8-BC03-EC51286B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6">
            <a:extLst xmlns:a="http://schemas.openxmlformats.org/drawingml/2006/main">
              <a:ext uri="{FF2B5EF4-FFF2-40B4-BE49-F238E27FC236}">
                <a16:creationId xmlns:a16="http://schemas.microsoft.com/office/drawing/2014/main" id="{5479F54C-0325-47A0-9630-F0FCCB74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Today's mission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Grade, subject, and hobby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{Say your name}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City/state or country only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{Share favorites}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{Listen kindly}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Passing is always okay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7">
            <a:extLst xmlns:a="http://schemas.openxmlformats.org/drawingml/2006/main">
              <a:ext uri="{FF2B5EF4-FFF2-40B4-BE49-F238E27FC236}">
                <a16:creationId xmlns:a16="http://schemas.microsoft.com/office/drawing/2014/main" id="{31E9FE38-047B-4F43-B15D-E811F696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7">
            <a:extLst xmlns:a="http://schemas.openxmlformats.org/drawingml/2006/main">
              <a:ext uri="{FF2B5EF4-FFF2-40B4-BE49-F238E27FC236}">
                <a16:creationId xmlns:a16="http://schemas.microsoft.com/office/drawing/2014/main" id="{A5C51008-35EA-4C2F-893C-55B20967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Introduce yourself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Writing code starts next week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{Code.org}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Visual blocks make ideas move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{TypeScript}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{Projects}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Build games, apps, and tools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8">
            <a:extLst xmlns:a="http://schemas.openxmlformats.org/drawingml/2006/main">
              <a:ext uri="{FF2B5EF4-FFF2-40B4-BE49-F238E27FC236}">
                <a16:creationId xmlns:a16="http://schemas.microsoft.com/office/drawing/2014/main" id="{3A8C6A94-A94C-44E1-ADDF-B4561B40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8">
            <a:extLst xmlns:a="http://schemas.openxmlformats.org/drawingml/2006/main">
              <a:ext uri="{FF2B5EF4-FFF2-40B4-BE49-F238E27FC236}">
                <a16:creationId xmlns:a16="http://schemas.microsoft.com/office/drawing/2014/main" id="{D8FEFC39-CF12-4D35-9E56-0675E79E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Programming starts with ideas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Rest and recharge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{Class: 9-1}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Saturdays, Pacific Time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{Break: 10:30}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{Typing: 11:00}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Practice accuracy and speed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9">
            <a:extLst xmlns:a="http://schemas.openxmlformats.org/drawingml/2006/main">
              <a:ext uri="{FF2B5EF4-FFF2-40B4-BE49-F238E27FC236}">
                <a16:creationId xmlns:a16="http://schemas.microsoft.com/office/drawing/2014/main" id="{49DBD3CA-3E4D-4E27-8CFD-2ECB71A2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9">
            <a:extLst xmlns:a="http://schemas.openxmlformats.org/drawingml/2006/main">
              <a:ext uri="{FF2B5EF4-FFF2-40B4-BE49-F238E27FC236}">
                <a16:creationId xmlns:a16="http://schemas.microsoft.com/office/drawing/2014/main" id="{69BDD1A1-B1AD-49F4-94CD-9D4423E1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Our Saturday class routine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Open Kids Computer Science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{Calendar}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Find the Saturday meeting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{Join the Team}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{Ask for help}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chat or raise your hand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0">
            <a:extLst xmlns:a="http://schemas.openxmlformats.org/drawingml/2006/main">
              <a:ext uri="{FF2B5EF4-FFF2-40B4-BE49-F238E27FC236}">
                <a16:creationId xmlns:a16="http://schemas.microsoft.com/office/drawing/2014/main" id="{D9D2D26E-6407-43BB-852F-7CB5FA81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0">
            <a:extLst xmlns:a="http://schemas.openxmlformats.org/drawingml/2006/main">
              <a:ext uri="{FF2B5EF4-FFF2-40B4-BE49-F238E27FC236}">
                <a16:creationId xmlns:a16="http://schemas.microsoft.com/office/drawing/2014/main" id="{495A3B83-4C65-4C13-9FD7-4AD8AF24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Find class in Microsoft Teams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Find and submit assignments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{Updates}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Important teacher updates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{Assignments}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{Hangout}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Join extra help after class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1">
            <a:extLst xmlns:a="http://schemas.openxmlformats.org/drawingml/2006/main">
              <a:ext uri="{FF2B5EF4-FFF2-40B4-BE49-F238E27FC236}">
                <a16:creationId xmlns:a16="http://schemas.microsoft.com/office/drawing/2014/main" id="{E0D9E6CB-365E-4F2E-9D9B-DBFDD9CB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1">
            <a:extLst xmlns:a="http://schemas.openxmlformats.org/drawingml/2006/main">
              <a:ext uri="{FF2B5EF4-FFF2-40B4-BE49-F238E27FC236}">
                <a16:creationId xmlns:a16="http://schemas.microsoft.com/office/drawing/2014/main" id="{E036BAB6-753C-4A3C-BB90-409F06C9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Know the Teams channels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Homework, classwork, or setup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{4:30-5:30}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Pacific Time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{Questions}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{Join Hangout}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Assistant teachers are ready to help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2">
            <a:extLst xmlns:a="http://schemas.openxmlformats.org/drawingml/2006/main">
              <a:ext uri="{FF2B5EF4-FFF2-40B4-BE49-F238E27FC236}">
                <a16:creationId xmlns:a16="http://schemas.microsoft.com/office/drawing/2014/main" id="{AFA73CC8-D9D6-4500-B08A-A8EA76A0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2">
            <a:extLst xmlns:a="http://schemas.openxmlformats.org/drawingml/2006/main">
              <a:ext uri="{FF2B5EF4-FFF2-40B4-BE49-F238E27FC236}">
                <a16:creationId xmlns:a16="http://schemas.microsoft.com/office/drawing/2014/main" id="{055DA8BF-BF41-474D-9CE9-69D77335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 hangout for extra help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Attend the class on time to be successful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</a:t>
            </a:r>
            <a:r>
              <a:t>Be respectful}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Respect your fellow students and treat them as you want to be treated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{Be on time</a:t>
            </a:r>
            <a:r>
              <a:rPr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</a:t>
            </a:r>
            <a:r>
              <a:t>Be ready}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Set yourself up for success by bringing the necessary tools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3">
            <a:extLst xmlns:a="http://schemas.openxmlformats.org/drawingml/2006/main">
              <a:ext uri="{FF2B5EF4-FFF2-40B4-BE49-F238E27FC236}">
                <a16:creationId xmlns:a16="http://schemas.microsoft.com/office/drawing/2014/main" id="{CE43F6CE-4D82-4FBD-9536-475175BA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3">
            <a:extLst xmlns:a="http://schemas.openxmlformats.org/drawingml/2006/main">
              <a:ext uri="{FF2B5EF4-FFF2-40B4-BE49-F238E27FC236}">
                <a16:creationId xmlns:a16="http://schemas.microsoft.com/office/drawing/2014/main" id="{83BF32FD-0FAF-4485-80FA-BBFCBD62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 habits that help everyone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Kahoot time!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15 fun questions. Learn the game.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Break time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Return at 11:00 AM Pacific.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Typing practice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Accuracy first. Speed comes later.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Helps when someone gets stuck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{Captain}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Keeps the crew on the mission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{Coach}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{Reporter}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Shares one discovery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7">
            <a:extLst xmlns:a="http://schemas.openxmlformats.org/drawingml/2006/main">
              <a:ext uri="{FF2B5EF4-FFF2-40B4-BE49-F238E27FC236}">
                <a16:creationId xmlns:a16="http://schemas.microsoft.com/office/drawing/2014/main" id="{559BC036-4BD0-412B-AB5C-572DD9375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7">
            <a:extLst xmlns:a="http://schemas.openxmlformats.org/drawingml/2006/main">
              <a:ext uri="{FF2B5EF4-FFF2-40B4-BE49-F238E27FC236}">
                <a16:creationId xmlns:a16="http://schemas.microsoft.com/office/drawing/2014/main" id="{7252F779-6AC0-41E4-A633-40E59A7D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Breakout room jobs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Help by asking questions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{Own project}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Work on your computer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{Explain}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{Everyone}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 crew succeeds together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8">
            <a:extLst xmlns:a="http://schemas.openxmlformats.org/drawingml/2006/main">
              <a:ext uri="{FF2B5EF4-FFF2-40B4-BE49-F238E27FC236}">
                <a16:creationId xmlns:a16="http://schemas.microsoft.com/office/drawing/2014/main" id="{A39BB46D-1AA7-4211-9D40-E9FFDCFA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8">
            <a:extLst xmlns:a="http://schemas.openxmlformats.org/drawingml/2006/main">
              <a:ext uri="{FF2B5EF4-FFF2-40B4-BE49-F238E27FC236}">
                <a16:creationId xmlns:a16="http://schemas.microsoft.com/office/drawing/2014/main" id="{FC3829C1-E401-4194-8D1B-38B69927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to work as a code crew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Combine at least two sounds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{Music Lab}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the link in Teams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{Build a mix}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{Try AI drums}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Notice what changes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19">
            <a:extLst xmlns:a="http://schemas.openxmlformats.org/drawingml/2006/main">
              <a:ext uri="{FF2B5EF4-FFF2-40B4-BE49-F238E27FC236}">
                <a16:creationId xmlns:a16="http://schemas.microsoft.com/office/drawing/2014/main" id="{F56B54AD-AC38-4C09-9E91-D1E5CB00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19">
            <a:extLst xmlns:a="http://schemas.openxmlformats.org/drawingml/2006/main">
              <a:ext uri="{FF2B5EF4-FFF2-40B4-BE49-F238E27FC236}">
                <a16:creationId xmlns:a16="http://schemas.microsoft.com/office/drawing/2014/main" id="{BEE061BA-D36C-48C1-9B9A-1C904F65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Code.org Music Lab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An action starts something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{Sequence}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Steps run in an order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{Event}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{Debug}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Find and fix a problem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0">
            <a:extLst xmlns:a="http://schemas.openxmlformats.org/drawingml/2006/main">
              <a:ext uri="{FF2B5EF4-FFF2-40B4-BE49-F238E27FC236}">
                <a16:creationId xmlns:a16="http://schemas.microsoft.com/office/drawing/2014/main" id="{45868136-9554-4792-BEFF-67B1A93D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0">
            <a:extLst xmlns:a="http://schemas.openxmlformats.org/drawingml/2006/main">
              <a:ext uri="{FF2B5EF4-FFF2-40B4-BE49-F238E27FC236}">
                <a16:creationId xmlns:a16="http://schemas.microsoft.com/office/drawing/2014/main" id="{E354BC7C-CD89-4A48-A4B0-863C4553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Programming words we will use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Keep, change, or remix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{AI suggests}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Music Lab can generate beats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{You choose}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{Humans lead}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Creativity and judgment stay yours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1">
            <a:extLst xmlns:a="http://schemas.openxmlformats.org/drawingml/2006/main">
              <a:ext uri="{FF2B5EF4-FFF2-40B4-BE49-F238E27FC236}">
                <a16:creationId xmlns:a16="http://schemas.microsoft.com/office/drawing/2014/main" id="{538DD39C-610E-410F-AFD9-AB9C2149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1">
            <a:extLst xmlns:a="http://schemas.openxmlformats.org/drawingml/2006/main">
              <a:ext uri="{FF2B5EF4-FFF2-40B4-BE49-F238E27FC236}">
                <a16:creationId xmlns:a16="http://schemas.microsoft.com/office/drawing/2014/main" id="{F41FAAE0-8387-417B-9A51-26023560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 can help, but you decide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a favorite moment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{One discovery}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What did your crew learn?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{One project}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{One shout-out}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Thank someone who helped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2">
            <a:extLst xmlns:a="http://schemas.openxmlformats.org/drawingml/2006/main">
              <a:ext uri="{FF2B5EF4-FFF2-40B4-BE49-F238E27FC236}">
                <a16:creationId xmlns:a16="http://schemas.microsoft.com/office/drawing/2014/main" id="{F6C2D193-E68A-4077-9735-13C38DF1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2">
            <a:extLst xmlns:a="http://schemas.openxmlformats.org/drawingml/2006/main">
              <a:ext uri="{FF2B5EF4-FFF2-40B4-BE49-F238E27FC236}">
                <a16:creationId xmlns:a16="http://schemas.microsoft.com/office/drawing/2014/main" id="{5B04327E-6B3F-46C1-9339-73C7435C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 what your crew made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Final Kahoot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Show what you learned today.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3 sounds, AI drums, 2 changes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{Finish levels}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Complete the guided levels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{Remix it}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{Submit}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Link or screenshot in Teams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4">
            <a:extLst xmlns:a="http://schemas.openxmlformats.org/drawingml/2006/main">
              <a:ext uri="{FF2B5EF4-FFF2-40B4-BE49-F238E27FC236}">
                <a16:creationId xmlns:a16="http://schemas.microsoft.com/office/drawing/2014/main" id="{3B558470-BCEC-4DFB-81AE-A82ED8F6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4">
            <a:extLst xmlns:a="http://schemas.openxmlformats.org/drawingml/2006/main">
              <a:ext uri="{FF2B5EF4-FFF2-40B4-BE49-F238E27FC236}">
                <a16:creationId xmlns:a16="http://schemas.microsoft.com/office/drawing/2014/main" id="{8B23174A-638A-46EC-AD07-1B1BC78D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Homework: Music Lab remix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2" name="Google Shape;302;p30">
            <a:extLst xmlns:a="http://schemas.openxmlformats.org/drawingml/2006/main">
              <a:ext uri="{FF2B5EF4-FFF2-40B4-BE49-F238E27FC236}">
                <a16:creationId xmlns:a16="http://schemas.microsoft.com/office/drawing/2014/main" id="{069093DC-4E13-45FD-972F-EFACFB762C0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252403" y="28575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Start with small, clear steps</a:t>
            </a:r>
          </a:p>
        </p:txBody>
      </p:sp>
      <p:sp>
        <p:nvSpPr>
          <p:cNvPr id="303" name="Google Shape;303;p30">
            <a:extLst xmlns:a="http://schemas.openxmlformats.org/drawingml/2006/main">
              <a:ext uri="{FF2B5EF4-FFF2-40B4-BE49-F238E27FC236}">
                <a16:creationId xmlns:a16="http://schemas.microsoft.com/office/drawing/2014/main" id="{22068794-3762-46E6-9FE4-6EE3ED61B7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2403" y="102253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accent2"/>
                </a:solidFill>
              </a:rPr>
              <a:t>{TypeScript}</a:t>
            </a:r>
          </a:p>
        </p:txBody>
      </p:sp>
      <p:sp>
        <p:nvSpPr>
          <p:cNvPr id="304" name="Google Shape;304;p30">
            <a:extLst xmlns:a="http://schemas.openxmlformats.org/drawingml/2006/main">
              <a:ext uri="{FF2B5EF4-FFF2-40B4-BE49-F238E27FC236}">
                <a16:creationId xmlns:a16="http://schemas.microsoft.com/office/drawing/2014/main" id="{4B083477-9C13-4431-934E-B2803526A8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52403" y="1790700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Our programming language</a:t>
            </a:r>
          </a:p>
        </p:txBody>
      </p:sp>
      <p:sp>
        <p:nvSpPr>
          <p:cNvPr id="305" name="Google Shape;305;p30">
            <a:extLst xmlns:a="http://schemas.openxmlformats.org/drawingml/2006/main">
              <a:ext uri="{FF2B5EF4-FFF2-40B4-BE49-F238E27FC236}">
                <a16:creationId xmlns:a16="http://schemas.microsoft.com/office/drawing/2014/main" id="{8FB84568-B635-4D96-BECD-DDAB98281B56}"/>
              </a:ext>
            </a:extLst>
          </p:cNvPr>
          <p:cNvSpPr>
            <a:spLocks xmlns:a="http://schemas.openxmlformats.org/drawingml/2006/main" noGrp="1"/>
          </p:cNvSpPr>
          <p:nvPr>
            <p:ph type="title" idx="2"/>
          </p:nvPr>
        </p:nvSpPr>
        <p:spPr>
          <a:xfrm xmlns:a="http://schemas.openxmlformats.org/drawingml/2006/main">
            <a:off x="1252403" y="2080661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{Write code}</a:t>
            </a:r>
          </a:p>
        </p:txBody>
      </p:sp>
      <p:sp>
        <p:nvSpPr>
          <p:cNvPr id="306" name="Google Shape;306;p30">
            <a:extLst xmlns:a="http://schemas.openxmlformats.org/drawingml/2006/main">
              <a:ext uri="{FF2B5EF4-FFF2-40B4-BE49-F238E27FC236}">
                <a16:creationId xmlns:a16="http://schemas.microsoft.com/office/drawing/2014/main" id="{39D7BB6A-B939-4CF0-8868-1E889722D03D}"/>
              </a:ext>
            </a:extLst>
          </p:cNvPr>
          <p:cNvSpPr>
            <a:spLocks xmlns:a="http://schemas.openxmlformats.org/drawingml/2006/main" noGrp="1"/>
          </p:cNvSpPr>
          <p:nvPr>
            <p:ph type="title" idx="4"/>
          </p:nvPr>
        </p:nvSpPr>
        <p:spPr>
          <a:xfrm xmlns:a="http://schemas.openxmlformats.org/drawingml/2006/main">
            <a:off x="1252404" y="3138786"/>
            <a:ext cx="4190700" cy="7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chemeClr val="lt2"/>
                </a:solidFill>
              </a:rPr>
              <a:t>{Build together}</a:t>
            </a:r>
          </a:p>
        </p:txBody>
      </p:sp>
      <p:sp>
        <p:nvSpPr>
          <p:cNvPr id="307" name="Google Shape;307;p30">
            <a:extLst xmlns:a="http://schemas.openxmlformats.org/drawingml/2006/main">
              <a:ext uri="{FF2B5EF4-FFF2-40B4-BE49-F238E27FC236}">
                <a16:creationId xmlns:a16="http://schemas.microsoft.com/office/drawing/2014/main" id="{B1468CD5-D03B-4903-8BF7-9F0C7E81B677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252404" y="3914775"/>
            <a:ext cx="4190700" cy="3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Questions are always welcome</a:t>
            </a:r>
          </a:p>
        </p:txBody>
      </p:sp>
      <p:sp>
        <p:nvSpPr>
          <p:cNvPr id="308" name="Google Shape;308;p30">
            <a:extLst xmlns:a="http://schemas.openxmlformats.org/drawingml/2006/main">
              <a:ext uri="{FF2B5EF4-FFF2-40B4-BE49-F238E27FC236}">
                <a16:creationId xmlns:a16="http://schemas.microsoft.com/office/drawing/2014/main" id="{B78C6BA0-ED32-48DC-85F2-B4E00038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1100" y="38683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310" name="Google Shape;310;p30">
            <a:extLst xmlns:a="http://schemas.openxmlformats.org/drawingml/2006/main">
              <a:ext uri="{FF2B5EF4-FFF2-40B4-BE49-F238E27FC236}">
                <a16:creationId xmlns:a16="http://schemas.microsoft.com/office/drawing/2014/main" id="{09B6DAF8-8302-4623-897D-26165EA5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0" y="697350"/>
            <a:ext cx="2119744" cy="1127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30">
            <a:extLst xmlns:a="http://schemas.openxmlformats.org/drawingml/2006/main">
              <a:ext uri="{FF2B5EF4-FFF2-40B4-BE49-F238E27FC236}">
                <a16:creationId xmlns:a16="http://schemas.microsoft.com/office/drawing/2014/main" id="{742D31F6-3221-48C9-8E30-90EE2EC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27603" y="697350"/>
            <a:ext cx="2119744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30">
            <a:extLst xmlns:a="http://schemas.openxmlformats.org/drawingml/2006/main">
              <a:ext uri="{FF2B5EF4-FFF2-40B4-BE49-F238E27FC236}">
                <a16:creationId xmlns:a16="http://schemas.microsoft.com/office/drawing/2014/main" id="{1197A6D5-E686-4D9D-B748-4B534E59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082" y="101675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313" name="slide-heading-marker-25">
            <a:extLst xmlns:a="http://schemas.openxmlformats.org/drawingml/2006/main">
              <a:ext uri="{FF2B5EF4-FFF2-40B4-BE49-F238E27FC236}">
                <a16:creationId xmlns:a16="http://schemas.microsoft.com/office/drawing/2014/main" id="{079E65ED-329B-4E2D-81E6-058ECD3A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defRPr>
            </a:pPr>
            <a:r>
              <a:rPr sz="1950" b="1">
                <a:solidFill>
                  <a:srgbClr val="FFDB5D"/>
                </a:solidFill>
                <a:latin typeface="Source Code Pro"/>
                <a:ea typeface="Source Code Pro"/>
                <a:cs typeface="Source Code Pro"/>
              </a:rPr>
              <a:t>&lt;/</a:t>
            </a:r>
          </a:p>
        </p:txBody>
      </p:sp>
      <p:sp>
        <p:nvSpPr>
          <p:cNvPr id="314" name="slide-heading-text-25">
            <a:extLst xmlns:a="http://schemas.openxmlformats.org/drawingml/2006/main">
              <a:ext uri="{FF2B5EF4-FFF2-40B4-BE49-F238E27FC236}">
                <a16:creationId xmlns:a16="http://schemas.microsoft.com/office/drawing/2014/main" id="{2D39112E-D020-422B-8364-BD10B744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8625"/>
            <a:ext cx="561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week we start TypeScript</a:t>
            </a:r>
          </a:p>
        </p:txBody>
      </p:sp>
    </p:spTree>
    <p:extLst>
      <p:ext uri="{BB962C8B-B14F-4D97-AF65-F5344CB8AC3E}">
        <p14:creationId xmlns:p14="http://schemas.microsoft.com/office/powerpoint/2010/main" val="69451926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Google Shape;203;p24">
            <a:extLst xmlns:a="http://schemas.openxmlformats.org/drawingml/2006/main">
              <a:ext uri="{FF2B5EF4-FFF2-40B4-BE49-F238E27FC236}">
                <a16:creationId xmlns:a16="http://schemas.microsoft.com/office/drawing/2014/main" id="{04D2E2B3-22FD-441D-93E4-32F09B56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3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p24">
            <a:extLst xmlns:a="http://schemas.openxmlformats.org/drawingml/2006/main">
              <a:ext uri="{FF2B5EF4-FFF2-40B4-BE49-F238E27FC236}">
                <a16:creationId xmlns:a16="http://schemas.microsoft.com/office/drawing/2014/main" id="{B1D93451-B164-4654-813D-9B921C83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525" y="726625"/>
            <a:ext cx="65781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6" name="Google Shape;206;p24">
            <a:extLst xmlns:a="http://schemas.openxmlformats.org/drawingml/2006/main">
              <a:ext uri="{FF2B5EF4-FFF2-40B4-BE49-F238E27FC236}">
                <a16:creationId xmlns:a16="http://schemas.microsoft.com/office/drawing/2014/main" id="{EE5B2A1D-12A2-40AB-8D58-2E80CD3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24">
            <a:extLst xmlns:a="http://schemas.openxmlformats.org/drawingml/2006/main">
              <a:ext uri="{FF2B5EF4-FFF2-40B4-BE49-F238E27FC236}">
                <a16:creationId xmlns:a16="http://schemas.microsoft.com/office/drawing/2014/main" id="{2045E92C-FD95-4F72-B1D3-175AA5B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06625" y="3349925"/>
            <a:ext cx="3447300" cy="255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24">
            <a:extLst xmlns:a="http://schemas.openxmlformats.org/drawingml/2006/main">
              <a:ext uri="{FF2B5EF4-FFF2-40B4-BE49-F238E27FC236}">
                <a16:creationId xmlns:a16="http://schemas.microsoft.com/office/drawing/2014/main" id="{0AE4C7F2-E08C-4333-A7CB-F563247B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18" y="1309987"/>
            <a:ext cx="1864825" cy="16370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24">
            <a:extLst xmlns:a="http://schemas.openxmlformats.org/drawingml/2006/main">
              <a:ext uri="{FF2B5EF4-FFF2-40B4-BE49-F238E27FC236}">
                <a16:creationId xmlns:a16="http://schemas.microsoft.com/office/drawing/2014/main" id="{976E2B22-EB9F-4CC7-ABF6-B9854C6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9425" y="1309976"/>
            <a:ext cx="1864825" cy="25530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1" name="Google Shape;211;p24">
            <a:extLst xmlns:a="http://schemas.openxmlformats.org/drawingml/2006/main">
              <a:ext uri="{FF2B5EF4-FFF2-40B4-BE49-F238E27FC236}">
                <a16:creationId xmlns:a16="http://schemas.microsoft.com/office/drawing/2014/main" id="{6775FBA8-32A6-4C5D-858A-FBE91F9F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325" y="2012800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lt2"/>
                </a:solidFill>
                <a:latin typeface="Quantico"/>
                <a:ea typeface="Quantico"/>
                <a:cs typeface="Quantico"/>
              </a:rPr>
              <a:t>&lt;/</a:t>
            </a:r>
          </a:p>
        </p:txBody>
      </p:sp>
      <p:sp>
        <p:nvSpPr>
          <p:cNvPr id="212" name="Google Shape;212;p24">
            <a:extLst xmlns:a="http://schemas.openxmlformats.org/drawingml/2006/main">
              <a:ext uri="{FF2B5EF4-FFF2-40B4-BE49-F238E27FC236}">
                <a16:creationId xmlns:a16="http://schemas.microsoft.com/office/drawing/2014/main" id="{E705969D-D0F1-46F7-91BE-19AAFA3F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8825" y="1974375"/>
            <a:ext cx="702900" cy="60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dk1"/>
                </a:solidFill>
                <a:latin typeface="Quantico"/>
                <a:ea typeface="Quantico"/>
                <a:cs typeface="Quantico"/>
              </a:rPr>
              <a:t>/&gt;</a:t>
            </a:r>
          </a:p>
        </p:txBody>
      </p:sp>
      <p:sp>
        <p:nvSpPr>
          <p:cNvPr id="213" name="Google Shape;213;p24">
            <a:extLst xmlns:a="http://schemas.openxmlformats.org/drawingml/2006/main">
              <a:ext uri="{FF2B5EF4-FFF2-40B4-BE49-F238E27FC236}">
                <a16:creationId xmlns:a16="http://schemas.microsoft.com/office/drawing/2014/main" id="{FBDE6D5E-521E-4730-84D0-2601494F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457" y="1873600"/>
            <a:ext cx="1216800" cy="7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>
                <a:solidFill>
                  <a:schemeClr val="accent2"/>
                </a:solidFill>
              </a:rPr>
              <a:t>}</a:t>
            </a:r>
            <a:r>
              <a:rPr sz="3600">
                <a:solidFill>
                  <a:schemeClr val="dk1"/>
                </a:solidFill>
              </a:rPr>
              <a:t> /&gt; </a:t>
            </a:r>
            <a:r>
              <a:rPr sz="3600">
                <a:solidFill>
                  <a:schemeClr val="accent1"/>
                </a:solidFill>
              </a:rPr>
              <a:t>[</a:t>
            </a:r>
          </a:p>
        </p:txBody>
      </p:sp>
      <p:sp>
        <p:nvSpPr>
          <p:cNvPr id="214" name="Google Shape;214;p24">
            <a:extLst xmlns:a="http://schemas.openxmlformats.org/drawingml/2006/main">
              <a:ext uri="{FF2B5EF4-FFF2-40B4-BE49-F238E27FC236}">
                <a16:creationId xmlns:a16="http://schemas.microsoft.com/office/drawing/2014/main" id="{5EE6EEBD-605C-4EFD-803C-779B4C388CA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75450" y="1974375"/>
            <a:ext cx="4148400" cy="746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Great first day!</a:t>
            </a:r>
          </a:p>
        </p:txBody>
      </p:sp>
      <p:sp>
        <p:nvSpPr>
          <p:cNvPr id="215" name="Google Shape;215;p24">
            <a:extLst xmlns:a="http://schemas.openxmlformats.org/drawingml/2006/main">
              <a:ext uri="{FF2B5EF4-FFF2-40B4-BE49-F238E27FC236}">
                <a16:creationId xmlns:a16="http://schemas.microsoft.com/office/drawing/2014/main" id="{561222E6-86D3-4D0D-888F-0841132780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51650" y="3680600"/>
            <a:ext cx="3043800" cy="5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See you next Saturday.</a:t>
            </a:r>
          </a:p>
        </p:txBody>
      </p:sp>
      <p:sp>
        <p:nvSpPr>
          <p:cNvPr id="216" name="Google Shape;216;p24">
            <a:extLst xmlns:a="http://schemas.openxmlformats.org/drawingml/2006/main">
              <a:ext uri="{FF2B5EF4-FFF2-40B4-BE49-F238E27FC236}">
                <a16:creationId xmlns:a16="http://schemas.microsoft.com/office/drawing/2014/main" id="{3CB2B6C1-3795-43B8-9621-54C5BB05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Classroom Presentation</a:t>
            </a:r>
          </a:p>
        </p:txBody>
      </p:sp>
      <p:sp>
        <p:nvSpPr>
          <p:cNvPr id="217" name="Google Shape;217;p24">
            <a:extLst xmlns:a="http://schemas.openxmlformats.org/drawingml/2006/main">
              <a:ext uri="{FF2B5EF4-FFF2-40B4-BE49-F238E27FC236}">
                <a16:creationId xmlns:a16="http://schemas.microsoft.com/office/drawing/2014/main" id="{1BCE298B-ADAB-4360-9E4B-303C95BF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25" y="117311"/>
            <a:ext cx="1999500" cy="18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chemeClr val="dk1"/>
                </a:solidFill>
                <a:latin typeface="Source Code Pro"/>
                <a:ea typeface="Source Code Pro"/>
                <a:cs typeface="Source Code Pro"/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92295941"/>
      </p:ext>
    </p:extLst>
  </p:cSld>
</p:sld>
</file>

<file path=ppt/theme/theme1.xml><?xml version="1.0" encoding="utf-8"?>
<a:theme xmlns:a="http://schemas.openxmlformats.org/drawingml/2006/main" name="New Operating System Design Pitch Deck by Slidesgo">
  <a:themeElements>
    <a:clrScheme name="Simple Light">
      <a:dk1>
        <a:srgbClr val="FFFFFF"/>
      </a:dk1>
      <a:lt1>
        <a:srgbClr val="2D323C"/>
      </a:lt1>
      <a:dk2>
        <a:srgbClr val="242830"/>
      </a:dk2>
      <a:lt2>
        <a:srgbClr val="FFDB5D"/>
      </a:lt2>
      <a:accent1>
        <a:srgbClr val="94EE6B"/>
      </a:accent1>
      <a:accent2>
        <a:srgbClr val="E81981"/>
      </a:accent2>
      <a:accent3>
        <a:srgbClr val="BD64B5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2026-07-11T05:20:23.8910000Z</dcterms:created>
  <dcterms:modified xsi:type="dcterms:W3CDTF">2026-07-11T05:20:23.8910000Z</dcterms:modified>
</coreProperties>
</file>