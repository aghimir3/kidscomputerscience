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80ca352f0344689" /><Relationship Type="http://schemas.openxmlformats.org/officeDocument/2006/relationships/extended-properties" Target="/docProps/app.xml" Id="R9bca52e6b44146c1" /><Relationship Type="http://schemas.openxmlformats.org/officeDocument/2006/relationships/officeDocument" Target="/ppt/presentation.xml" Id="Ra228319584af486d" /></Relationships>
</file>

<file path=ppt/presentation.xml><?xml version="1.0" encoding="utf-8"?>
<p:presentation xmlns:p="http://schemas.openxmlformats.org/presentationml/2006/main" embedTrueTypeFonts="1" saveSubsetFonts="1">
  <p:sldMasterIdLst>
    <p:sldMasterId xmlns:r="http://schemas.openxmlformats.org/officeDocument/2006/relationships" id="2147483648" r:id="Rcfe12427a4094900"/>
  </p:sldMasterIdLst>
  <p:notesMasterIdLst>
    <p:notesMasterId xmlns:r="http://schemas.openxmlformats.org/officeDocument/2006/relationships" r:id="Raa51bb3259934e91"/>
  </p:notesMasterIdLst>
  <p:sldIdLst>
    <p:sldId xmlns:r="http://schemas.openxmlformats.org/officeDocument/2006/relationships" id="256" r:id="Rdddbd04feb2f4bdc"/>
    <p:sldId xmlns:r="http://schemas.openxmlformats.org/officeDocument/2006/relationships" id="257" r:id="R22c7d9bb3655438c"/>
    <p:sldId xmlns:r="http://schemas.openxmlformats.org/officeDocument/2006/relationships" id="258" r:id="R7b902146a27c49b8"/>
    <p:sldId xmlns:r="http://schemas.openxmlformats.org/officeDocument/2006/relationships" id="259" r:id="Rc1a9bcf7e1614bff"/>
    <p:sldId xmlns:r="http://schemas.openxmlformats.org/officeDocument/2006/relationships" id="260" r:id="R0b1aa918ba124e97"/>
    <p:sldId xmlns:r="http://schemas.openxmlformats.org/officeDocument/2006/relationships" id="261" r:id="R74eda5994de74ba1"/>
    <p:sldId xmlns:r="http://schemas.openxmlformats.org/officeDocument/2006/relationships" id="262" r:id="R512433db5d174045"/>
    <p:sldId xmlns:r="http://schemas.openxmlformats.org/officeDocument/2006/relationships" id="263" r:id="R5ebe5b47306a45b5"/>
    <p:sldId xmlns:r="http://schemas.openxmlformats.org/officeDocument/2006/relationships" id="264" r:id="R640f190c86724bf4"/>
    <p:sldId xmlns:r="http://schemas.openxmlformats.org/officeDocument/2006/relationships" id="265" r:id="Rdc078e2c8a4842c3"/>
    <p:sldId xmlns:r="http://schemas.openxmlformats.org/officeDocument/2006/relationships" id="266" r:id="Ra6476e4663ff4e83"/>
    <p:sldId xmlns:r="http://schemas.openxmlformats.org/officeDocument/2006/relationships" id="267" r:id="R54e7862ca7ee4cb7"/>
    <p:sldId xmlns:r="http://schemas.openxmlformats.org/officeDocument/2006/relationships" id="268" r:id="Rbdc4c5e2a35d469e"/>
    <p:sldId xmlns:r="http://schemas.openxmlformats.org/officeDocument/2006/relationships" id="269" r:id="R6013dd50ab854f6d"/>
    <p:sldId xmlns:r="http://schemas.openxmlformats.org/officeDocument/2006/relationships" id="270" r:id="Rd17a381817794578"/>
    <p:sldId xmlns:r="http://schemas.openxmlformats.org/officeDocument/2006/relationships" id="271" r:id="R0f9fd4b93e7b496c"/>
    <p:sldId xmlns:r="http://schemas.openxmlformats.org/officeDocument/2006/relationships" id="272" r:id="R7b2651bbd05842a0"/>
    <p:sldId xmlns:r="http://schemas.openxmlformats.org/officeDocument/2006/relationships" id="273" r:id="Rc67618229149413a"/>
    <p:sldId xmlns:r="http://schemas.openxmlformats.org/officeDocument/2006/relationships" id="274" r:id="Rd81014f7431b496d"/>
    <p:sldId xmlns:r="http://schemas.openxmlformats.org/officeDocument/2006/relationships" id="275" r:id="R29fc275cc4e94981"/>
    <p:sldId xmlns:r="http://schemas.openxmlformats.org/officeDocument/2006/relationships" id="276" r:id="R846bc2a9671449c9"/>
    <p:sldId xmlns:r="http://schemas.openxmlformats.org/officeDocument/2006/relationships" id="277" r:id="R1d3e1b367d32461b"/>
    <p:sldId xmlns:r="http://schemas.openxmlformats.org/officeDocument/2006/relationships" id="278" r:id="R71104ba616b14063"/>
    <p:sldId xmlns:r="http://schemas.openxmlformats.org/officeDocument/2006/relationships" id="279" r:id="R5c461f2f4e644179"/>
    <p:sldId xmlns:r="http://schemas.openxmlformats.org/officeDocument/2006/relationships" id="280" r:id="Rcdba4e2ad33949c7"/>
    <p:sldId xmlns:r="http://schemas.openxmlformats.org/officeDocument/2006/relationships" id="281" r:id="R23cfb416f9e548f2"/>
    <p:sldId xmlns:r="http://schemas.openxmlformats.org/officeDocument/2006/relationships" id="282" r:id="Rbf4108e7232242a2"/>
  </p:sldIdLst>
  <p:sldSz cx="9144000" cy="5143500"/>
  <p:notesSz cx="6858000" cy="9144000"/>
  <p:embeddedFontLst>
    <p:embeddedFont>
      <p:font typeface="Quantico"/>
      <p:regular xmlns:r="http://schemas.openxmlformats.org/officeDocument/2006/relationships" r:id="Rd2cf79ea5cbd442e"/>
      <p:bold xmlns:r="http://schemas.openxmlformats.org/officeDocument/2006/relationships" r:id="Rca1065c8cf7e471f"/>
      <p:italic xmlns:r="http://schemas.openxmlformats.org/officeDocument/2006/relationships" r:id="R91169508e4854825"/>
      <p:boldItalic xmlns:r="http://schemas.openxmlformats.org/officeDocument/2006/relationships" r:id="Rdbdb11b8d1894d33"/>
    </p:embeddedFont>
    <p:embeddedFont>
      <p:font typeface="Source Code Pro"/>
      <p:regular xmlns:r="http://schemas.openxmlformats.org/officeDocument/2006/relationships" r:id="R645689ac091a4d60"/>
      <p:bold xmlns:r="http://schemas.openxmlformats.org/officeDocument/2006/relationships" r:id="R4ce1462bf78f445f"/>
      <p:italic xmlns:r="http://schemas.openxmlformats.org/officeDocument/2006/relationships" r:id="R0fc5e679c9524d05"/>
      <p:boldItalic xmlns:r="http://schemas.openxmlformats.org/officeDocument/2006/relationships" r:id="R4925bc8541b24b43"/>
    </p:embeddedFont>
  </p:embeddedFontLst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d3235d5dca14f74" /><Relationship Type="http://schemas.openxmlformats.org/officeDocument/2006/relationships/slideMaster" Target="/ppt/slideMasters/slideMaster1.xml" Id="Rcfe12427a4094900" /><Relationship Type="http://schemas.openxmlformats.org/officeDocument/2006/relationships/notesMaster" Target="/ppt/notesMasters/notesMaster1.xml" Id="Raa51bb3259934e91" /><Relationship Type="http://schemas.openxmlformats.org/officeDocument/2006/relationships/presProps" Target="/ppt/presProps.xml" Id="R80626e3df03b4a8d" /><Relationship Type="http://schemas.openxmlformats.org/officeDocument/2006/relationships/tableStyles" Target="/ppt/tableStyles.xml" Id="Rd1aa71d73e4f4d92" /><Relationship Type="http://schemas.openxmlformats.org/officeDocument/2006/relationships/font" Target="/ppt/fonts/font.dat" Id="Rd2cf79ea5cbd442e" /><Relationship Type="http://schemas.openxmlformats.org/officeDocument/2006/relationships/font" Target="/ppt/fonts/font2.dat" Id="Rca1065c8cf7e471f" /><Relationship Type="http://schemas.openxmlformats.org/officeDocument/2006/relationships/font" Target="/ppt/fonts/font3.dat" Id="R91169508e4854825" /><Relationship Type="http://schemas.openxmlformats.org/officeDocument/2006/relationships/font" Target="/ppt/fonts/font4.dat" Id="Rdbdb11b8d1894d33" /><Relationship Type="http://schemas.openxmlformats.org/officeDocument/2006/relationships/font" Target="/ppt/fonts/font5.dat" Id="R645689ac091a4d60" /><Relationship Type="http://schemas.openxmlformats.org/officeDocument/2006/relationships/font" Target="/ppt/fonts/font6.dat" Id="R4ce1462bf78f445f" /><Relationship Type="http://schemas.openxmlformats.org/officeDocument/2006/relationships/font" Target="/ppt/fonts/font7.dat" Id="R0fc5e679c9524d05" /><Relationship Type="http://schemas.openxmlformats.org/officeDocument/2006/relationships/font" Target="/ppt/fonts/font8.dat" Id="R4925bc8541b24b43" /><Relationship Type="http://schemas.openxmlformats.org/officeDocument/2006/relationships/slide" Target="/ppt/slides/slide1.xml" Id="Rdddbd04feb2f4bdc" /><Relationship Type="http://schemas.openxmlformats.org/officeDocument/2006/relationships/slide" Target="/ppt/slides/slide2.xml" Id="R22c7d9bb3655438c" /><Relationship Type="http://schemas.openxmlformats.org/officeDocument/2006/relationships/slide" Target="/ppt/slides/slide3.xml" Id="R7b902146a27c49b8" /><Relationship Type="http://schemas.openxmlformats.org/officeDocument/2006/relationships/slide" Target="/ppt/slides/slide4.xml" Id="Rc1a9bcf7e1614bff" /><Relationship Type="http://schemas.openxmlformats.org/officeDocument/2006/relationships/slide" Target="/ppt/slides/slide5.xml" Id="R0b1aa918ba124e97" /><Relationship Type="http://schemas.openxmlformats.org/officeDocument/2006/relationships/slide" Target="/ppt/slides/slide6.xml" Id="R74eda5994de74ba1" /><Relationship Type="http://schemas.openxmlformats.org/officeDocument/2006/relationships/slide" Target="/ppt/slides/slide7.xml" Id="R512433db5d174045" /><Relationship Type="http://schemas.openxmlformats.org/officeDocument/2006/relationships/slide" Target="/ppt/slides/slide8.xml" Id="R5ebe5b47306a45b5" /><Relationship Type="http://schemas.openxmlformats.org/officeDocument/2006/relationships/slide" Target="/ppt/slides/slide9.xml" Id="R640f190c86724bf4" /><Relationship Type="http://schemas.openxmlformats.org/officeDocument/2006/relationships/slide" Target="/ppt/slides/slide10.xml" Id="Rdc078e2c8a4842c3" /><Relationship Type="http://schemas.openxmlformats.org/officeDocument/2006/relationships/slide" Target="/ppt/slides/slide11.xml" Id="Ra6476e4663ff4e83" /><Relationship Type="http://schemas.openxmlformats.org/officeDocument/2006/relationships/slide" Target="/ppt/slides/slide12.xml" Id="R54e7862ca7ee4cb7" /><Relationship Type="http://schemas.openxmlformats.org/officeDocument/2006/relationships/slide" Target="/ppt/slides/slide13.xml" Id="Rbdc4c5e2a35d469e" /><Relationship Type="http://schemas.openxmlformats.org/officeDocument/2006/relationships/slide" Target="/ppt/slides/slide14.xml" Id="R6013dd50ab854f6d" /><Relationship Type="http://schemas.openxmlformats.org/officeDocument/2006/relationships/slide" Target="/ppt/slides/slide15.xml" Id="Rd17a381817794578" /><Relationship Type="http://schemas.openxmlformats.org/officeDocument/2006/relationships/slide" Target="/ppt/slides/slide16.xml" Id="R0f9fd4b93e7b496c" /><Relationship Type="http://schemas.openxmlformats.org/officeDocument/2006/relationships/slide" Target="/ppt/slides/slide17.xml" Id="R7b2651bbd05842a0" /><Relationship Type="http://schemas.openxmlformats.org/officeDocument/2006/relationships/slide" Target="/ppt/slides/slide18.xml" Id="Rc67618229149413a" /><Relationship Type="http://schemas.openxmlformats.org/officeDocument/2006/relationships/slide" Target="/ppt/slides/slide19.xml" Id="Rd81014f7431b496d" /><Relationship Type="http://schemas.openxmlformats.org/officeDocument/2006/relationships/slide" Target="/ppt/slides/slide20.xml" Id="R29fc275cc4e94981" /><Relationship Type="http://schemas.openxmlformats.org/officeDocument/2006/relationships/slide" Target="/ppt/slides/slide21.xml" Id="R846bc2a9671449c9" /><Relationship Type="http://schemas.openxmlformats.org/officeDocument/2006/relationships/slide" Target="/ppt/slides/slide22.xml" Id="R1d3e1b367d32461b" /><Relationship Type="http://schemas.openxmlformats.org/officeDocument/2006/relationships/slide" Target="/ppt/slides/slide23.xml" Id="R71104ba616b14063" /><Relationship Type="http://schemas.openxmlformats.org/officeDocument/2006/relationships/slide" Target="/ppt/slides/slide24.xml" Id="R5c461f2f4e644179" /><Relationship Type="http://schemas.openxmlformats.org/officeDocument/2006/relationships/slide" Target="/ppt/slides/slide25.xml" Id="Rcdba4e2ad33949c7" /><Relationship Type="http://schemas.openxmlformats.org/officeDocument/2006/relationships/slide" Target="/ppt/slides/slide26.xml" Id="R23cfb416f9e548f2" /><Relationship Type="http://schemas.openxmlformats.org/officeDocument/2006/relationships/slide" Target="/ppt/slides/slide27.xml" Id="Rbf4108e7232242a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a8e698744304a9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New Operating System Design Pitch Deck by Slidesgo">
  <a:themeElements>
    <a:clrScheme name="Simple Light">
      <a:dk1>
        <a:srgbClr val="FFFFFF"/>
      </a:dk1>
      <a:lt1>
        <a:srgbClr val="2D323C"/>
      </a:lt1>
      <a:dk2>
        <a:srgbClr val="242830"/>
      </a:dk2>
      <a:lt2>
        <a:srgbClr val="FFDB5D"/>
      </a:lt2>
      <a:accent1>
        <a:srgbClr val="94EE6B"/>
      </a:accent1>
      <a:accent2>
        <a:srgbClr val="E81981"/>
      </a:accent2>
      <a:accent3>
        <a:srgbClr val="BD64B5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69855e5abdd458c" /><Relationship Type="http://schemas.openxmlformats.org/officeDocument/2006/relationships/notesMaster" Target="/ppt/notesMasters/notesMaster1.xml" Id="Reb542f2093324e2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f7128841db34351" /><Relationship Type="http://schemas.openxmlformats.org/officeDocument/2006/relationships/notesMaster" Target="/ppt/notesMasters/notesMaster1.xml" Id="R7d33bc10e8ce4c4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6b73f4d690e4def" /><Relationship Type="http://schemas.openxmlformats.org/officeDocument/2006/relationships/notesMaster" Target="/ppt/notesMasters/notesMaster1.xml" Id="Rca943fbb614742d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ea1515ab79b41d6" /><Relationship Type="http://schemas.openxmlformats.org/officeDocument/2006/relationships/notesMaster" Target="/ppt/notesMasters/notesMaster1.xml" Id="R48ad2f987dcb4ba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643b000d4114f11" /><Relationship Type="http://schemas.openxmlformats.org/officeDocument/2006/relationships/notesMaster" Target="/ppt/notesMasters/notesMaster1.xml" Id="Rbb9f1e9c210443b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aae455ef33841ce" /><Relationship Type="http://schemas.openxmlformats.org/officeDocument/2006/relationships/notesMaster" Target="/ppt/notesMasters/notesMaster1.xml" Id="R327e65dbe561476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8644b54b495498d" /><Relationship Type="http://schemas.openxmlformats.org/officeDocument/2006/relationships/notesMaster" Target="/ppt/notesMasters/notesMaster1.xml" Id="Rb4d449303026482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8f0a78b79a84891" /><Relationship Type="http://schemas.openxmlformats.org/officeDocument/2006/relationships/notesMaster" Target="/ppt/notesMasters/notesMaster1.xml" Id="Rfcae28f5e323422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76d8fdf176c436c" /><Relationship Type="http://schemas.openxmlformats.org/officeDocument/2006/relationships/notesMaster" Target="/ppt/notesMasters/notesMaster1.xml" Id="Ra9a504ef082043d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e2ae5084dd14942" /><Relationship Type="http://schemas.openxmlformats.org/officeDocument/2006/relationships/notesMaster" Target="/ppt/notesMasters/notesMaster1.xml" Id="R1cbbb652badc4c7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d03fd5a6e134a6e" /><Relationship Type="http://schemas.openxmlformats.org/officeDocument/2006/relationships/notesMaster" Target="/ppt/notesMasters/notesMaster1.xml" Id="R9f18391881b14f6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a34cc806ca2491e" /><Relationship Type="http://schemas.openxmlformats.org/officeDocument/2006/relationships/notesMaster" Target="/ppt/notesMasters/notesMaster1.xml" Id="Rf83507699733430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64f74a48d544935" /><Relationship Type="http://schemas.openxmlformats.org/officeDocument/2006/relationships/notesMaster" Target="/ppt/notesMasters/notesMaster1.xml" Id="R79d26275cfaa429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f525c8613854537" /><Relationship Type="http://schemas.openxmlformats.org/officeDocument/2006/relationships/notesMaster" Target="/ppt/notesMasters/notesMaster1.xml" Id="Rd3e03c524da7433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eab2c218cca4c55" /><Relationship Type="http://schemas.openxmlformats.org/officeDocument/2006/relationships/notesMaster" Target="/ppt/notesMasters/notesMaster1.xml" Id="Rfc98e1e92d8b4f9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f490d6e57274c6a" /><Relationship Type="http://schemas.openxmlformats.org/officeDocument/2006/relationships/notesMaster" Target="/ppt/notesMasters/notesMaster1.xml" Id="R5d1b344dada64e8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19edb290be94d6e" /><Relationship Type="http://schemas.openxmlformats.org/officeDocument/2006/relationships/notesMaster" Target="/ppt/notesMasters/notesMaster1.xml" Id="R2b9f461ab0464cb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c0382e2382e44a4" /><Relationship Type="http://schemas.openxmlformats.org/officeDocument/2006/relationships/notesMaster" Target="/ppt/notesMasters/notesMaster1.xml" Id="Rd56b328a3af143e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64b9271ff7284a93" /><Relationship Type="http://schemas.openxmlformats.org/officeDocument/2006/relationships/notesMaster" Target="/ppt/notesMasters/notesMaster1.xml" Id="Rbe634cb21cd94a0a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72aef5d3919f4d07" /><Relationship Type="http://schemas.openxmlformats.org/officeDocument/2006/relationships/notesMaster" Target="/ppt/notesMasters/notesMaster1.xml" Id="Ra661034f07d84e46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50b21e04cfa34724" /><Relationship Type="http://schemas.openxmlformats.org/officeDocument/2006/relationships/notesMaster" Target="/ppt/notesMasters/notesMaster1.xml" Id="R6b672bae877b43dc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29ced1910230454a" /><Relationship Type="http://schemas.openxmlformats.org/officeDocument/2006/relationships/notesMaster" Target="/ppt/notesMasters/notesMaster1.xml" Id="R5d69db66afbd4a6e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64b1e750fbfc4497" /><Relationship Type="http://schemas.openxmlformats.org/officeDocument/2006/relationships/notesMaster" Target="/ppt/notesMasters/notesMaster1.xml" Id="R3983350d7a87434d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fa41f491d1d04898" /><Relationship Type="http://schemas.openxmlformats.org/officeDocument/2006/relationships/notesMaster" Target="/ppt/notesMasters/notesMaster1.xml" Id="R1ee8bcdf32b845f1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8307fd5bfc5d4fdb" /><Relationship Type="http://schemas.openxmlformats.org/officeDocument/2006/relationships/notesMaster" Target="/ppt/notesMasters/notesMaster1.xml" Id="R2334c71682624a5f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0a738937e8da4014" /><Relationship Type="http://schemas.openxmlformats.org/officeDocument/2006/relationships/notesMaster" Target="/ppt/notesMasters/notesMaster1.xml" Id="R133c49e9b1964023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ef4cb3e1ad2145d7" /><Relationship Type="http://schemas.openxmlformats.org/officeDocument/2006/relationships/notesMaster" Target="/ppt/notesMasters/notesMaster1.xml" Id="Ra4e59c5e99b640c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89cacaadcd4d6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c42a486730471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94f2552527423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c7e227ebd74e5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a2c764d54d42b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4152736a2544de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411c5b28d44f70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74697e98584157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5634700d9a4216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61c8ba45d64b3b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cbda4ffce34f49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fac400c75447bd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a216c90f494f73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262acaa3604c9c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22ab50172641a3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26c93bf1cc4241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2e56d4653643b5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8a89727a7542cb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a9c98a749d4ded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8d54f50d41430c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464857f9d94b4b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56d8689ceb4f65" /></Relationships>
</file>

<file path=ppt/slideLayouts/slideLayout1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Google Shape;9;p2">
            <a:extLst xmlns:a="http://schemas.openxmlformats.org/drawingml/2006/main">
              <a:ext uri="{FF2B5EF4-FFF2-40B4-BE49-F238E27FC236}">
                <a16:creationId xmlns:a16="http://schemas.microsoft.com/office/drawing/2014/main" id="{D1EF16C9-6752-4436-A092-CD51995E995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789400" y="1309975"/>
            <a:ext cx="4148400" cy="1677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52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52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52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52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52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52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52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5200"/>
            </a:lvl9pPr>
          </a:lstStyle>
          <a:p xmlns:a="http://schemas.openxmlformats.org/drawingml/2006/main"/>
        </p:txBody>
      </p:sp>
      <p:sp>
        <p:nvSpPr>
          <p:cNvPr id="10" name="Google Shape;10;p2">
            <a:extLst xmlns:a="http://schemas.openxmlformats.org/drawingml/2006/main">
              <a:ext uri="{FF2B5EF4-FFF2-40B4-BE49-F238E27FC236}">
                <a16:creationId xmlns:a16="http://schemas.microsoft.com/office/drawing/2014/main" id="{C675EE50-0CAA-416E-9F69-1F3883570AA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5169200" y="3772200"/>
            <a:ext cx="3043800" cy="5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9pPr>
          </a:lstStyle>
          <a:p xmlns:a="http://schemas.openxmlformats.org/drawingml/2006/main"/>
        </p:txBody>
      </p:sp>
      <p:sp>
        <p:nvSpPr>
          <p:cNvPr id="11" name="Google Shape;11;p2">
            <a:extLst xmlns:a="http://schemas.openxmlformats.org/drawingml/2006/main">
              <a:ext uri="{FF2B5EF4-FFF2-40B4-BE49-F238E27FC236}">
                <a16:creationId xmlns:a16="http://schemas.microsoft.com/office/drawing/2014/main" id="{8337C214-D452-4C85-BAF5-69330D8E3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00" y="4753684"/>
            <a:ext cx="84786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1 0 1 1   0 1 1   0 1   1 0 1 1 0 0 1   1 0   1 1 0 1 1   0 1 1   0 1   1 1 0 1 1 0   1 1 0 1 1 1   1 1 0 1 </a:t>
            </a:r>
          </a:p>
        </p:txBody>
      </p:sp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9087195D-B91C-4583-B1D6-AA95DA517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75" y="0"/>
            <a:ext cx="3048600" cy="4149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" name="Google Shape;13;p2">
            <a:extLst xmlns:a="http://schemas.openxmlformats.org/drawingml/2006/main">
              <a:ext uri="{FF2B5EF4-FFF2-40B4-BE49-F238E27FC236}">
                <a16:creationId xmlns:a16="http://schemas.microsoft.com/office/drawing/2014/main" id="{3DAE326B-90FE-4963-BC10-EA83EC6E3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9300" y="0"/>
            <a:ext cx="6084600" cy="4149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 Shape;15;p3">
            <a:extLst xmlns:a="http://schemas.openxmlformats.org/drawingml/2006/main">
              <a:ext uri="{FF2B5EF4-FFF2-40B4-BE49-F238E27FC236}">
                <a16:creationId xmlns:a16="http://schemas.microsoft.com/office/drawing/2014/main" id="{B53E72D6-DB6C-4955-8035-639F8E37BC2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045150" y="1866000"/>
            <a:ext cx="3943500" cy="825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48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36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36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36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36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36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36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36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3600"/>
            </a:lvl9pPr>
          </a:lstStyle>
          <a:p xmlns:a="http://schemas.openxmlformats.org/drawingml/2006/main"/>
        </p:txBody>
      </p:sp>
      <p:sp>
        <p:nvSpPr>
          <p:cNvPr id="16" name="Google Shape;16;p3">
            <a:extLst xmlns:a="http://schemas.openxmlformats.org/drawingml/2006/main">
              <a:ext uri="{FF2B5EF4-FFF2-40B4-BE49-F238E27FC236}">
                <a16:creationId xmlns:a16="http://schemas.microsoft.com/office/drawing/2014/main" id="{2B8ED045-5A3F-40A5-990A-DD611BF6C7FD}"/>
              </a:ext>
            </a:extLst>
          </p:cNvPr>
          <p:cNvSpPr>
            <a:spLocks xmlns:a="http://schemas.openxmlformats.org/drawingml/2006/main" noGrp="1"/>
          </p:cNvSpPr>
          <p:nvPr>
            <p:ph type="title" idx="2" hasCustomPrompt="1"/>
          </p:nvPr>
        </p:nvSpPr>
        <p:spPr>
          <a:xfrm xmlns:a="http://schemas.openxmlformats.org/drawingml/2006/main">
            <a:off x="5590076" y="1551675"/>
            <a:ext cx="2225100" cy="1511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 sz="90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96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96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96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96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96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96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96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96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17" name="Google Shape;17;p3">
            <a:extLst xmlns:a="http://schemas.openxmlformats.org/drawingml/2006/main">
              <a:ext uri="{FF2B5EF4-FFF2-40B4-BE49-F238E27FC236}">
                <a16:creationId xmlns:a16="http://schemas.microsoft.com/office/drawing/2014/main" id="{72A5B4AE-BD0A-4A8E-A890-71A0ADD16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00" y="4753684"/>
            <a:ext cx="84786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1 0 1 1   0 1 1   0 1   1 0 1 1 0 0 1   1 0   1 1 0 1 1   0 1 1   0 1   1 1 0 1 1 0   1 1 0 1 1 1   1 1 0 1 </a:t>
            </a:r>
          </a:p>
        </p:txBody>
      </p:sp>
      <p:sp>
        <p:nvSpPr>
          <p:cNvPr id="18" name="Google Shape;18;p3">
            <a:extLst xmlns:a="http://schemas.openxmlformats.org/drawingml/2006/main">
              <a:ext uri="{FF2B5EF4-FFF2-40B4-BE49-F238E27FC236}">
                <a16:creationId xmlns:a16="http://schemas.microsoft.com/office/drawing/2014/main" id="{52CEF6C6-EDF7-41DE-A32A-C7AD2B8EA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75" y="0"/>
            <a:ext cx="3048600" cy="4149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" name="Google Shape;19;p3">
            <a:extLst xmlns:a="http://schemas.openxmlformats.org/drawingml/2006/main">
              <a:ext uri="{FF2B5EF4-FFF2-40B4-BE49-F238E27FC236}">
                <a16:creationId xmlns:a16="http://schemas.microsoft.com/office/drawing/2014/main" id="{87A69D39-291D-4D89-A22E-774279333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9300" y="0"/>
            <a:ext cx="6084600" cy="4149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Google Shape;22;p4">
            <a:extLst xmlns:a="http://schemas.openxmlformats.org/drawingml/2006/main">
              <a:ext uri="{FF2B5EF4-FFF2-40B4-BE49-F238E27FC236}">
                <a16:creationId xmlns:a16="http://schemas.microsoft.com/office/drawing/2014/main" id="{82AAA6F4-6A90-4F24-937F-26DDDF538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11" y="170424"/>
            <a:ext cx="8360114" cy="439844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3" name="Google Shape;23;p4">
            <a:extLst xmlns:a="http://schemas.openxmlformats.org/drawingml/2006/main">
              <a:ext uri="{FF2B5EF4-FFF2-40B4-BE49-F238E27FC236}">
                <a16:creationId xmlns:a16="http://schemas.microsoft.com/office/drawing/2014/main" id="{EC50EF5C-1721-465A-9516-992E8D316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00" y="170424"/>
            <a:ext cx="8360114" cy="25497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4" name="Google Shape;24;p4">
            <a:extLst xmlns:a="http://schemas.openxmlformats.org/drawingml/2006/main">
              <a:ext uri="{FF2B5EF4-FFF2-40B4-BE49-F238E27FC236}">
                <a16:creationId xmlns:a16="http://schemas.microsoft.com/office/drawing/2014/main" id="{60768D4B-2C8F-495E-8ADB-E90126D386C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19988" y="459128"/>
            <a:ext cx="77040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5" name="Google Shape;25;p4">
            <a:extLst xmlns:a="http://schemas.openxmlformats.org/drawingml/2006/main">
              <a:ext uri="{FF2B5EF4-FFF2-40B4-BE49-F238E27FC236}">
                <a16:creationId xmlns:a16="http://schemas.microsoft.com/office/drawing/2014/main" id="{CA3D855E-AD22-402F-8FE2-17759A1D492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0000" y="1238200"/>
            <a:ext cx="7704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marL="457200" indent="-304800">
              <a:spcBef>
                <a:spcPts val="0"/>
              </a:spcBef>
              <a:spcAft>
                <a:spcPts val="0"/>
              </a:spcAft>
              <a:buAutoNum type="arabicPeriod"/>
              <a:defRPr/>
            </a:lvl1pPr>
            <a:lvl2pPr marL="914400" indent="-304800">
              <a:spcBef>
                <a:spcPts val="0"/>
              </a:spcBef>
              <a:spcAft>
                <a:spcPts val="0"/>
              </a:spcAft>
              <a:buAutoNum type="alphaLcPeriod"/>
              <a:defRPr/>
            </a:lvl2pPr>
            <a:lvl3pPr marL="1371600" indent="-304800">
              <a:spcBef>
                <a:spcPts val="0"/>
              </a:spcBef>
              <a:spcAft>
                <a:spcPts val="0"/>
              </a:spcAft>
              <a:buAutoNum type="romanLcPeriod"/>
              <a:defRPr/>
            </a:lvl3pPr>
            <a:lvl4pPr marL="1828800" indent="-304800">
              <a:spcBef>
                <a:spcPts val="0"/>
              </a:spcBef>
              <a:spcAft>
                <a:spcPts val="0"/>
              </a:spcAft>
              <a:buAutoNum type="arabicPeriod"/>
              <a:defRPr/>
            </a:lvl4pPr>
            <a:lvl5pPr marL="2286000" indent="-304800">
              <a:spcBef>
                <a:spcPts val="0"/>
              </a:spcBef>
              <a:spcAft>
                <a:spcPts val="0"/>
              </a:spcAft>
              <a:buAutoNum type="alphaLcPeriod"/>
              <a:defRPr/>
            </a:lvl5pPr>
            <a:lvl6pPr marL="2743200" indent="-304800">
              <a:spcBef>
                <a:spcPts val="0"/>
              </a:spcBef>
              <a:spcAft>
                <a:spcPts val="0"/>
              </a:spcAft>
              <a:buAutoNum type="romanLcPeriod"/>
              <a:defRPr/>
            </a:lvl6pPr>
            <a:lvl7pPr marL="3200400" indent="-304800">
              <a:spcBef>
                <a:spcPts val="0"/>
              </a:spcBef>
              <a:spcAft>
                <a:spcPts val="0"/>
              </a:spcAft>
              <a:buAutoNum type="arabicPeriod"/>
              <a:defRPr/>
            </a:lvl7pPr>
            <a:lvl8pPr marL="3657600" indent="-304800">
              <a:spcBef>
                <a:spcPts val="0"/>
              </a:spcBef>
              <a:spcAft>
                <a:spcPts val="0"/>
              </a:spcAft>
              <a:buAutoNum type="alphaLcPeriod"/>
              <a:defRPr/>
            </a:lvl8pPr>
            <a:lvl9pPr marL="4114800" indent="-304800">
              <a:spcBef>
                <a:spcPts val="0"/>
              </a:spcBef>
              <a:spcAft>
                <a:spcPts val="0"/>
              </a:spcAft>
              <a:buAutoNum type="romanLcPeriod"/>
              <a:defRPr/>
            </a:lvl9pPr>
          </a:lstStyle>
          <a:p xmlns:a="http://schemas.openxmlformats.org/drawingml/2006/main"/>
        </p:txBody>
      </p:sp>
      <p:sp>
        <p:nvSpPr>
          <p:cNvPr id="26" name="Google Shape;26;p4">
            <a:extLst xmlns:a="http://schemas.openxmlformats.org/drawingml/2006/main">
              <a:ext uri="{FF2B5EF4-FFF2-40B4-BE49-F238E27FC236}">
                <a16:creationId xmlns:a16="http://schemas.microsoft.com/office/drawing/2014/main" id="{32743E04-8CF0-41C4-A107-2EBC6708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00" y="4753684"/>
            <a:ext cx="84786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1 0 1 1   0 1 1   0 1   1 0 1 1 0 0 1   1 0   1 1 0 1 1   0 1 1   0 1   1 1 0 1 1 0   1 1 0 1 1 1   1 1 0 1 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5">
            <a:extLst xmlns:a="http://schemas.openxmlformats.org/drawingml/2006/main">
              <a:ext uri="{FF2B5EF4-FFF2-40B4-BE49-F238E27FC236}">
                <a16:creationId xmlns:a16="http://schemas.microsoft.com/office/drawing/2014/main" id="{BCCF0F1B-4F28-4183-96B5-80CA4C2CE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11" y="170424"/>
            <a:ext cx="8360114" cy="439844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0" name="Google Shape;30;p5">
            <a:extLst xmlns:a="http://schemas.openxmlformats.org/drawingml/2006/main">
              <a:ext uri="{FF2B5EF4-FFF2-40B4-BE49-F238E27FC236}">
                <a16:creationId xmlns:a16="http://schemas.microsoft.com/office/drawing/2014/main" id="{1FB10685-A57B-439C-908E-EE7A38C51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00" y="170424"/>
            <a:ext cx="8360114" cy="25497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" name="Google Shape;31;p5">
            <a:extLst xmlns:a="http://schemas.openxmlformats.org/drawingml/2006/main">
              <a:ext uri="{FF2B5EF4-FFF2-40B4-BE49-F238E27FC236}">
                <a16:creationId xmlns:a16="http://schemas.microsoft.com/office/drawing/2014/main" id="{A6597E33-CBB0-4437-A83C-49E43640988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807625" y="2775700"/>
            <a:ext cx="3415800" cy="1490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2" name="Google Shape;32;p5">
            <a:extLst xmlns:a="http://schemas.openxmlformats.org/drawingml/2006/main">
              <a:ext uri="{FF2B5EF4-FFF2-40B4-BE49-F238E27FC236}">
                <a16:creationId xmlns:a16="http://schemas.microsoft.com/office/drawing/2014/main" id="{AC815503-72D1-4DCE-A8F3-2398DDB7311D}"/>
              </a:ext>
            </a:extLst>
          </p:cNvPr>
          <p:cNvSpPr>
            <a:spLocks xmlns:a="http://schemas.openxmlformats.org/drawingml/2006/main" noGrp="1"/>
          </p:cNvSpPr>
          <p:nvPr>
            <p:ph type="subTitle" idx="2"/>
          </p:nvPr>
        </p:nvSpPr>
        <p:spPr>
          <a:xfrm xmlns:a="http://schemas.openxmlformats.org/drawingml/2006/main">
            <a:off x="4922022" y="2775700"/>
            <a:ext cx="3415800" cy="1490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3" name="Google Shape;33;p5">
            <a:extLst xmlns:a="http://schemas.openxmlformats.org/drawingml/2006/main">
              <a:ext uri="{FF2B5EF4-FFF2-40B4-BE49-F238E27FC236}">
                <a16:creationId xmlns:a16="http://schemas.microsoft.com/office/drawing/2014/main" id="{BAEDB9D8-3E41-4EDE-80D3-8AD8C574357A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807630" y="2403350"/>
            <a:ext cx="3415800" cy="42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latin typeface="Quantico"/>
                <a:ea typeface="Quantico"/>
                <a:cs typeface="Quantico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34" name="Google Shape;34;p5">
            <a:extLst xmlns:a="http://schemas.openxmlformats.org/drawingml/2006/main">
              <a:ext uri="{FF2B5EF4-FFF2-40B4-BE49-F238E27FC236}">
                <a16:creationId xmlns:a16="http://schemas.microsoft.com/office/drawing/2014/main" id="{9D9F97FB-DBEF-43CC-8D52-154C52713E5A}"/>
              </a:ext>
            </a:extLst>
          </p:cNvPr>
          <p:cNvSpPr>
            <a:spLocks xmlns:a="http://schemas.openxmlformats.org/drawingml/2006/main" noGrp="1"/>
          </p:cNvSpPr>
          <p:nvPr>
            <p:ph type="subTitle" idx="4"/>
          </p:nvPr>
        </p:nvSpPr>
        <p:spPr>
          <a:xfrm xmlns:a="http://schemas.openxmlformats.org/drawingml/2006/main">
            <a:off x="4922022" y="2403350"/>
            <a:ext cx="3415800" cy="42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latin typeface="Quantico"/>
                <a:ea typeface="Quantico"/>
                <a:cs typeface="Quantico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35" name="Google Shape;35;p5">
            <a:extLst xmlns:a="http://schemas.openxmlformats.org/drawingml/2006/main">
              <a:ext uri="{FF2B5EF4-FFF2-40B4-BE49-F238E27FC236}">
                <a16:creationId xmlns:a16="http://schemas.microsoft.com/office/drawing/2014/main" id="{5E4672C1-5404-403D-994B-9166580E6E3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19988" y="459128"/>
            <a:ext cx="77040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6" name="Google Shape;36;p5">
            <a:extLst xmlns:a="http://schemas.openxmlformats.org/drawingml/2006/main">
              <a:ext uri="{FF2B5EF4-FFF2-40B4-BE49-F238E27FC236}">
                <a16:creationId xmlns:a16="http://schemas.microsoft.com/office/drawing/2014/main" id="{8A6F02FA-24E3-4819-9910-8ADA0AEEB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00" y="4753684"/>
            <a:ext cx="84786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1 0 1 1   0 1 1   0 1   1 0 1 1 0 0 1   1 0   1 1 0 1 1   0 1 1   0 1   1 1 0 1 1 0   1 1 0 1 1 1   1 1 0 1 </a:t>
            </a:r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Google Shape;39;p6">
            <a:extLst xmlns:a="http://schemas.openxmlformats.org/drawingml/2006/main">
              <a:ext uri="{FF2B5EF4-FFF2-40B4-BE49-F238E27FC236}">
                <a16:creationId xmlns:a16="http://schemas.microsoft.com/office/drawing/2014/main" id="{C14F68B2-2121-4BE0-8E44-183797603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11" y="170424"/>
            <a:ext cx="8360114" cy="439844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0" name="Google Shape;40;p6">
            <a:extLst xmlns:a="http://schemas.openxmlformats.org/drawingml/2006/main">
              <a:ext uri="{FF2B5EF4-FFF2-40B4-BE49-F238E27FC236}">
                <a16:creationId xmlns:a16="http://schemas.microsoft.com/office/drawing/2014/main" id="{52C9177E-AD41-4D64-9041-CB68223D3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00" y="170424"/>
            <a:ext cx="8360114" cy="25497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1" name="Google Shape;41;p6">
            <a:extLst xmlns:a="http://schemas.openxmlformats.org/drawingml/2006/main">
              <a:ext uri="{FF2B5EF4-FFF2-40B4-BE49-F238E27FC236}">
                <a16:creationId xmlns:a16="http://schemas.microsoft.com/office/drawing/2014/main" id="{58E573BA-4C00-4CA6-B545-9CFD1420022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19988" y="459128"/>
            <a:ext cx="77040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42" name="Google Shape;42;p6">
            <a:extLst xmlns:a="http://schemas.openxmlformats.org/drawingml/2006/main">
              <a:ext uri="{FF2B5EF4-FFF2-40B4-BE49-F238E27FC236}">
                <a16:creationId xmlns:a16="http://schemas.microsoft.com/office/drawing/2014/main" id="{67D18CE6-822B-493C-AE95-4DC2DF411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00" y="4753684"/>
            <a:ext cx="84786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1 0 1 1   0 1 1   0 1   1 0 1 1 0 0 1   1 0   1 1 0 1 1   0 1 1   0 1   1 1 0 1 1 0   1 1 0 1 1 1   1 1 0 1 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Google Shape;45;p7">
            <a:extLst xmlns:a="http://schemas.openxmlformats.org/drawingml/2006/main">
              <a:ext uri="{FF2B5EF4-FFF2-40B4-BE49-F238E27FC236}">
                <a16:creationId xmlns:a16="http://schemas.microsoft.com/office/drawing/2014/main" id="{F72883C1-0C44-4B0C-8FA6-FBD721028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11" y="170424"/>
            <a:ext cx="8360114" cy="439844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6" name="Google Shape;46;p7">
            <a:extLst xmlns:a="http://schemas.openxmlformats.org/drawingml/2006/main">
              <a:ext uri="{FF2B5EF4-FFF2-40B4-BE49-F238E27FC236}">
                <a16:creationId xmlns:a16="http://schemas.microsoft.com/office/drawing/2014/main" id="{D400CE85-D78B-4194-9CD8-8E3F63B61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00" y="170424"/>
            <a:ext cx="8360114" cy="25497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7" name="Google Shape;47;p7">
            <a:extLst xmlns:a="http://schemas.openxmlformats.org/drawingml/2006/main">
              <a:ext uri="{FF2B5EF4-FFF2-40B4-BE49-F238E27FC236}">
                <a16:creationId xmlns:a16="http://schemas.microsoft.com/office/drawing/2014/main" id="{C578FD3F-AA18-4E7E-9D65-E2027153ADC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0000" y="475500"/>
            <a:ext cx="7704000" cy="55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48" name="Google Shape;48;p7">
            <a:extLst xmlns:a="http://schemas.openxmlformats.org/drawingml/2006/main">
              <a:ext uri="{FF2B5EF4-FFF2-40B4-BE49-F238E27FC236}">
                <a16:creationId xmlns:a16="http://schemas.microsoft.com/office/drawing/2014/main" id="{2A93F03C-45B1-4EAC-A937-BE8330D863D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0000" y="1244275"/>
            <a:ext cx="3692400" cy="2955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marL="457200" indent="-304800">
              <a:spcBef>
                <a:spcPts val="0"/>
              </a:spcBef>
              <a:spcAft>
                <a:spcPts val="0"/>
              </a:spcAft>
              <a:buAutoNum type="arabicPeriod"/>
              <a:defRPr/>
            </a:lvl1pPr>
            <a:lvl2pPr marL="914400" indent="-304800">
              <a:spcBef>
                <a:spcPts val="0"/>
              </a:spcBef>
              <a:spcAft>
                <a:spcPts val="0"/>
              </a:spcAft>
              <a:buAutoNum type="alphaLcPeriod"/>
              <a:defRPr/>
            </a:lvl2pPr>
            <a:lvl3pPr marL="1371600" indent="-304800">
              <a:spcBef>
                <a:spcPts val="0"/>
              </a:spcBef>
              <a:spcAft>
                <a:spcPts val="0"/>
              </a:spcAft>
              <a:buAutoNum type="romanLcPeriod"/>
              <a:defRPr sz="13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AutoNum type="arabicPeriod"/>
              <a:defRPr sz="13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AutoNum type="alphaLcPeriod"/>
              <a:defRPr sz="13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AutoNum type="romanLcPeriod"/>
              <a:defRPr sz="13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AutoNum type="arabicPeriod"/>
              <a:defRPr sz="13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AutoNum type="alphaLcPeriod"/>
              <a:defRPr sz="13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AutoNum type="romanLcPeriod"/>
              <a:defRPr sz="1300"/>
            </a:lvl9pPr>
          </a:lstStyle>
          <a:p xmlns:a="http://schemas.openxmlformats.org/drawingml/2006/main"/>
        </p:txBody>
      </p:sp>
      <p:sp>
        <p:nvSpPr>
          <p:cNvPr id="49" name="Google Shape;49;p7">
            <a:extLst xmlns:a="http://schemas.openxmlformats.org/drawingml/2006/main">
              <a:ext uri="{FF2B5EF4-FFF2-40B4-BE49-F238E27FC236}">
                <a16:creationId xmlns:a16="http://schemas.microsoft.com/office/drawing/2014/main" id="{05592358-B0C9-4406-A274-693C107FA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00" y="4753684"/>
            <a:ext cx="84786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1 0 1 1   0 1 1   0 1   1 0 1 1 0 0 1   1 0   1 1 0 1 1   0 1 1   0 1   1 1 0 1 1 0   1 1 0 1 1 1   1 1 0 1 </a:t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" name="Google Shape;52;p8">
            <a:extLst xmlns:a="http://schemas.openxmlformats.org/drawingml/2006/main">
              <a:ext uri="{FF2B5EF4-FFF2-40B4-BE49-F238E27FC236}">
                <a16:creationId xmlns:a16="http://schemas.microsoft.com/office/drawing/2014/main" id="{B4E15645-E54E-4B33-B83A-0E1FA573E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11" y="170424"/>
            <a:ext cx="8360114" cy="439844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3" name="Google Shape;53;p8">
            <a:extLst xmlns:a="http://schemas.openxmlformats.org/drawingml/2006/main">
              <a:ext uri="{FF2B5EF4-FFF2-40B4-BE49-F238E27FC236}">
                <a16:creationId xmlns:a16="http://schemas.microsoft.com/office/drawing/2014/main" id="{0F5ED047-7C73-4927-8784-D185AEC8D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00" y="170424"/>
            <a:ext cx="8360114" cy="25497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4" name="Google Shape;54;p8">
            <a:extLst xmlns:a="http://schemas.openxmlformats.org/drawingml/2006/main">
              <a:ext uri="{FF2B5EF4-FFF2-40B4-BE49-F238E27FC236}">
                <a16:creationId xmlns:a16="http://schemas.microsoft.com/office/drawing/2014/main" id="{2C8F61B3-7E2F-4162-95F9-9E225D2F6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00" y="4753684"/>
            <a:ext cx="84786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1 0 1 1   0 1 1   0 1   1 0 1 1 0 0 1   1 0   1 1 0 1 1   0 1 1   0 1   1 1 0 1 1 0   1 1 0 1 1 1   1 1 0 1 </a:t>
            </a:r>
          </a:p>
        </p:txBody>
      </p:sp>
      <p:sp>
        <p:nvSpPr>
          <p:cNvPr id="55" name="Google Shape;55;p8">
            <a:extLst xmlns:a="http://schemas.openxmlformats.org/drawingml/2006/main">
              <a:ext uri="{FF2B5EF4-FFF2-40B4-BE49-F238E27FC236}">
                <a16:creationId xmlns:a16="http://schemas.microsoft.com/office/drawing/2014/main" id="{EAC7DEFA-5FCE-427F-9BDA-F0A7AFA3E64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801700" y="1918054"/>
            <a:ext cx="5622300" cy="2473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algn="r">
              <a:spcBef>
                <a:spcPts val="0"/>
              </a:spcBef>
              <a:spcAft>
                <a:spcPts val="0"/>
              </a:spcAft>
              <a:buNone/>
              <a:defRPr sz="7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60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60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60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60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60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60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60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6000"/>
            </a:lvl9pPr>
          </a:lstStyle>
          <a:p xmlns:a="http://schemas.openxmlformats.org/drawingml/2006/main"/>
        </p:txBody>
      </p:sp>
    </p:spTree>
  </p:cSld>
</p:sldLayout>
</file>

<file path=ppt/slideLayouts/slideLayout8.xml><?xml version="1.0" encoding="utf-8"?>
<p:sldLayout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Google Shape;58;p9">
            <a:extLst xmlns:a="http://schemas.openxmlformats.org/drawingml/2006/main">
              <a:ext uri="{FF2B5EF4-FFF2-40B4-BE49-F238E27FC236}">
                <a16:creationId xmlns:a16="http://schemas.microsoft.com/office/drawing/2014/main" id="{D1B83803-60E7-462E-ACB7-484F55FCC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11" y="170424"/>
            <a:ext cx="8360114" cy="439844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9" name="Google Shape;59;p9">
            <a:extLst xmlns:a="http://schemas.openxmlformats.org/drawingml/2006/main">
              <a:ext uri="{FF2B5EF4-FFF2-40B4-BE49-F238E27FC236}">
                <a16:creationId xmlns:a16="http://schemas.microsoft.com/office/drawing/2014/main" id="{7159F4D4-C22E-45A6-BE6A-A4C06F61C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00" y="170424"/>
            <a:ext cx="8360114" cy="25497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0" name="Google Shape;60;p9">
            <a:extLst xmlns:a="http://schemas.openxmlformats.org/drawingml/2006/main">
              <a:ext uri="{FF2B5EF4-FFF2-40B4-BE49-F238E27FC236}">
                <a16:creationId xmlns:a16="http://schemas.microsoft.com/office/drawing/2014/main" id="{619D4015-E176-4E22-A707-9A076D266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00" y="4753684"/>
            <a:ext cx="84786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1 0 1 1   0 1 1   0 1   1 0 1 1 0 0 1   1 0   1 1 0 1 1   0 1 1   0 1   1 1 0 1 1 0   1 1 0 1 1 1   1 1 0 1 </a:t>
            </a:r>
          </a:p>
        </p:txBody>
      </p:sp>
      <p:sp>
        <p:nvSpPr>
          <p:cNvPr id="61" name="Google Shape;61;p9">
            <a:extLst xmlns:a="http://schemas.openxmlformats.org/drawingml/2006/main">
              <a:ext uri="{FF2B5EF4-FFF2-40B4-BE49-F238E27FC236}">
                <a16:creationId xmlns:a16="http://schemas.microsoft.com/office/drawing/2014/main" id="{190126AE-D0AA-4ACE-AA29-E104B7AEEB5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 rot="515">
            <a:off x="2406900" y="1623064"/>
            <a:ext cx="6006600" cy="60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36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36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36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36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36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36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36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3600"/>
            </a:lvl9pPr>
          </a:lstStyle>
          <a:p xmlns:a="http://schemas.openxmlformats.org/drawingml/2006/main"/>
        </p:txBody>
      </p:sp>
      <p:sp>
        <p:nvSpPr>
          <p:cNvPr id="62" name="Google Shape;62;p9">
            <a:extLst xmlns:a="http://schemas.openxmlformats.org/drawingml/2006/main">
              <a:ext uri="{FF2B5EF4-FFF2-40B4-BE49-F238E27FC236}">
                <a16:creationId xmlns:a16="http://schemas.microsoft.com/office/drawing/2014/main" id="{9DB9C0E3-8969-4A3F-856D-495ACFE120C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658200" y="2303046"/>
            <a:ext cx="4755300" cy="1472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9.xml><?xml version="1.0" encoding="utf-8"?>
<p:sldLayout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5" name="Google Shape;65;p10">
            <a:extLst xmlns:a="http://schemas.openxmlformats.org/drawingml/2006/main">
              <a:ext uri="{FF2B5EF4-FFF2-40B4-BE49-F238E27FC236}">
                <a16:creationId xmlns:a16="http://schemas.microsoft.com/office/drawing/2014/main" id="{E5D2475A-A759-4331-9966-D67D00176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11" y="170424"/>
            <a:ext cx="8360114" cy="439844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6" name="Google Shape;66;p10">
            <a:extLst xmlns:a="http://schemas.openxmlformats.org/drawingml/2006/main">
              <a:ext uri="{FF2B5EF4-FFF2-40B4-BE49-F238E27FC236}">
                <a16:creationId xmlns:a16="http://schemas.microsoft.com/office/drawing/2014/main" id="{F4DAE61A-55D5-41EA-A9A8-053C18047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00" y="170424"/>
            <a:ext cx="8360114" cy="25497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7" name="Google Shape;67;p10">
            <a:extLst xmlns:a="http://schemas.openxmlformats.org/drawingml/2006/main">
              <a:ext uri="{FF2B5EF4-FFF2-40B4-BE49-F238E27FC236}">
                <a16:creationId xmlns:a16="http://schemas.microsoft.com/office/drawing/2014/main" id="{3BED0537-7D41-408D-8E31-850F46819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00" y="4753684"/>
            <a:ext cx="84786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1 0 1 1   0 1 1   0 1   1 0 1 1 0 0 1   1 0   1 1 0 1 1   0 1 1   0 1   1 1 0 1 1 0   1 1 0 1 1 1   1 1 0 1 </a:t>
            </a:r>
          </a:p>
        </p:txBody>
      </p:sp>
      <p:sp>
        <p:nvSpPr>
          <p:cNvPr id="68" name="Google Shape;68;p10">
            <a:extLst xmlns:a="http://schemas.openxmlformats.org/drawingml/2006/main">
              <a:ext uri="{FF2B5EF4-FFF2-40B4-BE49-F238E27FC236}">
                <a16:creationId xmlns:a16="http://schemas.microsoft.com/office/drawing/2014/main" id="{61174911-43A1-4CE5-B53A-CF7CB93CC6B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0000" y="2233875"/>
            <a:ext cx="7704000" cy="61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 sz="30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10.xml><?xml version="1.0" encoding="utf-8"?>
<p:sldLayout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0" name="Google Shape;70;p11">
            <a:extLst xmlns:a="http://schemas.openxmlformats.org/drawingml/2006/main">
              <a:ext uri="{FF2B5EF4-FFF2-40B4-BE49-F238E27FC236}">
                <a16:creationId xmlns:a16="http://schemas.microsoft.com/office/drawing/2014/main" id="{F112B0A6-12FA-4B0F-8814-ED4CCFF10FBF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030250" y="1291525"/>
            <a:ext cx="4711500" cy="119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66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96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96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96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96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96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96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96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96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71" name="Google Shape;71;p11">
            <a:extLst xmlns:a="http://schemas.openxmlformats.org/drawingml/2006/main">
              <a:ext uri="{FF2B5EF4-FFF2-40B4-BE49-F238E27FC236}">
                <a16:creationId xmlns:a16="http://schemas.microsoft.com/office/drawing/2014/main" id="{BB13AD60-6F00-4C6C-BBB6-CD057F3825D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4173275" y="3581850"/>
            <a:ext cx="3169800" cy="678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9pPr>
          </a:lstStyle>
          <a:p xmlns:a="http://schemas.openxmlformats.org/drawingml/2006/main"/>
        </p:txBody>
      </p:sp>
      <p:sp>
        <p:nvSpPr>
          <p:cNvPr id="72" name="Google Shape;72;p11">
            <a:extLst xmlns:a="http://schemas.openxmlformats.org/drawingml/2006/main">
              <a:ext uri="{FF2B5EF4-FFF2-40B4-BE49-F238E27FC236}">
                <a16:creationId xmlns:a16="http://schemas.microsoft.com/office/drawing/2014/main" id="{9BFD9558-E9F4-48CD-B779-5B62B2370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00" y="4753684"/>
            <a:ext cx="84786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1 0 1 1   0 1 1   0 1   1 0 1 1 0 0 1   1 0   1 1 0 1 1   0 1 1   0 1   1 1 0 1 1 0   1 1 0 1 1 1   1 1 0 1 </a:t>
            </a:r>
          </a:p>
        </p:txBody>
      </p:sp>
      <p:sp>
        <p:nvSpPr>
          <p:cNvPr id="73" name="Google Shape;73;p11">
            <a:extLst xmlns:a="http://schemas.openxmlformats.org/drawingml/2006/main">
              <a:ext uri="{FF2B5EF4-FFF2-40B4-BE49-F238E27FC236}">
                <a16:creationId xmlns:a16="http://schemas.microsoft.com/office/drawing/2014/main" id="{4948BF15-92AD-4AB3-BE66-7CC02AB36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75" y="0"/>
            <a:ext cx="3048600" cy="4149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4" name="Google Shape;74;p11">
            <a:extLst xmlns:a="http://schemas.openxmlformats.org/drawingml/2006/main">
              <a:ext uri="{FF2B5EF4-FFF2-40B4-BE49-F238E27FC236}">
                <a16:creationId xmlns:a16="http://schemas.microsoft.com/office/drawing/2014/main" id="{71E27D97-30C5-4B0B-92A1-EE8DBA680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9300" y="0"/>
            <a:ext cx="6084600" cy="4149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Blank" type="blank">
  <p:cSld name="BLANK">
    <p:bg>
      <p:bgPr>
        <a:noFill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12.xml><?xml version="1.0" encoding="utf-8"?>
<p:sldLayout xmlns:p="http://schemas.openxmlformats.org/presentationml/2006/main" matchingName="Table of contents">
  <p:cSld name="CUSTOM_12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8" name="Google Shape;78;p13">
            <a:extLst xmlns:a="http://schemas.openxmlformats.org/drawingml/2006/main">
              <a:ext uri="{FF2B5EF4-FFF2-40B4-BE49-F238E27FC236}">
                <a16:creationId xmlns:a16="http://schemas.microsoft.com/office/drawing/2014/main" id="{DA7789E4-FE11-409F-A61D-914F5DFD8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11" y="170424"/>
            <a:ext cx="8360114" cy="439844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9" name="Google Shape;79;p13">
            <a:extLst xmlns:a="http://schemas.openxmlformats.org/drawingml/2006/main">
              <a:ext uri="{FF2B5EF4-FFF2-40B4-BE49-F238E27FC236}">
                <a16:creationId xmlns:a16="http://schemas.microsoft.com/office/drawing/2014/main" id="{6AC6EFEE-499E-4B4E-AB34-079C93367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00" y="170424"/>
            <a:ext cx="8360114" cy="25497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0" name="Google Shape;80;p13">
            <a:extLst xmlns:a="http://schemas.openxmlformats.org/drawingml/2006/main">
              <a:ext uri="{FF2B5EF4-FFF2-40B4-BE49-F238E27FC236}">
                <a16:creationId xmlns:a16="http://schemas.microsoft.com/office/drawing/2014/main" id="{E03D7096-3F7C-4546-A90A-07AA8E22C4ED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114016" y="1879714"/>
            <a:ext cx="3065100" cy="404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2pPr>
            <a:lvl3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3pPr>
            <a:lvl4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4pPr>
            <a:lvl5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5pPr>
            <a:lvl6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6pPr>
            <a:lvl7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7pPr>
            <a:lvl8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8pPr>
            <a:lvl9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9pPr>
          </a:lstStyle>
          <a:p xmlns:a="http://schemas.openxmlformats.org/drawingml/2006/main"/>
        </p:txBody>
      </p:sp>
      <p:sp>
        <p:nvSpPr>
          <p:cNvPr id="81" name="Google Shape;81;p13">
            <a:extLst xmlns:a="http://schemas.openxmlformats.org/drawingml/2006/main">
              <a:ext uri="{FF2B5EF4-FFF2-40B4-BE49-F238E27FC236}">
                <a16:creationId xmlns:a16="http://schemas.microsoft.com/office/drawing/2014/main" id="{B5066FC1-DA3C-4E2D-9EFA-A760C9D52ECF}"/>
              </a:ext>
            </a:extLst>
          </p:cNvPr>
          <p:cNvSpPr>
            <a:spLocks xmlns:a="http://schemas.openxmlformats.org/drawingml/2006/main" noGrp="1"/>
          </p:cNvSpPr>
          <p:nvPr>
            <p:ph type="title" idx="2" hasCustomPrompt="1"/>
          </p:nvPr>
        </p:nvSpPr>
        <p:spPr>
          <a:xfrm xmlns:a="http://schemas.openxmlformats.org/drawingml/2006/main">
            <a:off x="1113997" y="1269525"/>
            <a:ext cx="1298700" cy="61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3000"/>
            </a:lvl1pPr>
            <a:lvl2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2pPr>
            <a:lvl3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3pPr>
            <a:lvl4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4pPr>
            <a:lvl5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5pPr>
            <a:lvl6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6pPr>
            <a:lvl7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7pPr>
            <a:lvl8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8pPr>
            <a:lvl9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82" name="Google Shape;82;p13">
            <a:extLst xmlns:a="http://schemas.openxmlformats.org/drawingml/2006/main">
              <a:ext uri="{FF2B5EF4-FFF2-40B4-BE49-F238E27FC236}">
                <a16:creationId xmlns:a16="http://schemas.microsoft.com/office/drawing/2014/main" id="{269D7EDC-1D49-4D06-9A82-DFE89D32DA88}"/>
              </a:ext>
            </a:extLst>
          </p:cNvPr>
          <p:cNvSpPr>
            <a:spLocks xmlns:a="http://schemas.openxmlformats.org/drawingml/2006/main" noGrp="1"/>
          </p:cNvSpPr>
          <p:nvPr>
            <p:ph type="ctrTitle" idx="3"/>
          </p:nvPr>
        </p:nvSpPr>
        <p:spPr>
          <a:xfrm xmlns:a="http://schemas.openxmlformats.org/drawingml/2006/main">
            <a:off x="1114008" y="2892814"/>
            <a:ext cx="3065100" cy="404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2pPr>
            <a:lvl3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3pPr>
            <a:lvl4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4pPr>
            <a:lvl5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5pPr>
            <a:lvl6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6pPr>
            <a:lvl7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7pPr>
            <a:lvl8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8pPr>
            <a:lvl9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9pPr>
          </a:lstStyle>
          <a:p xmlns:a="http://schemas.openxmlformats.org/drawingml/2006/main"/>
        </p:txBody>
      </p:sp>
      <p:sp>
        <p:nvSpPr>
          <p:cNvPr id="83" name="Google Shape;83;p13">
            <a:extLst xmlns:a="http://schemas.openxmlformats.org/drawingml/2006/main">
              <a:ext uri="{FF2B5EF4-FFF2-40B4-BE49-F238E27FC236}">
                <a16:creationId xmlns:a16="http://schemas.microsoft.com/office/drawing/2014/main" id="{C70373A7-EE17-4C09-BA0D-1D23D8D14F38}"/>
              </a:ext>
            </a:extLst>
          </p:cNvPr>
          <p:cNvSpPr>
            <a:spLocks xmlns:a="http://schemas.openxmlformats.org/drawingml/2006/main" noGrp="1"/>
          </p:cNvSpPr>
          <p:nvPr>
            <p:ph type="title" idx="4" hasCustomPrompt="1"/>
          </p:nvPr>
        </p:nvSpPr>
        <p:spPr>
          <a:xfrm xmlns:a="http://schemas.openxmlformats.org/drawingml/2006/main">
            <a:off x="1113997" y="2283824"/>
            <a:ext cx="1298700" cy="61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3000"/>
            </a:lvl1pPr>
            <a:lvl2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2pPr>
            <a:lvl3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3pPr>
            <a:lvl4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4pPr>
            <a:lvl5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5pPr>
            <a:lvl6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6pPr>
            <a:lvl7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7pPr>
            <a:lvl8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8pPr>
            <a:lvl9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84" name="Google Shape;84;p13">
            <a:extLst xmlns:a="http://schemas.openxmlformats.org/drawingml/2006/main">
              <a:ext uri="{FF2B5EF4-FFF2-40B4-BE49-F238E27FC236}">
                <a16:creationId xmlns:a16="http://schemas.microsoft.com/office/drawing/2014/main" id="{4BFE0A52-A1E9-43EC-9C15-C23AE2B41248}"/>
              </a:ext>
            </a:extLst>
          </p:cNvPr>
          <p:cNvSpPr>
            <a:spLocks xmlns:a="http://schemas.openxmlformats.org/drawingml/2006/main" noGrp="1"/>
          </p:cNvSpPr>
          <p:nvPr>
            <p:ph type="ctrTitle" idx="5"/>
          </p:nvPr>
        </p:nvSpPr>
        <p:spPr>
          <a:xfrm xmlns:a="http://schemas.openxmlformats.org/drawingml/2006/main">
            <a:off x="1114107" y="3908761"/>
            <a:ext cx="3065100" cy="404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2pPr>
            <a:lvl3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3pPr>
            <a:lvl4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4pPr>
            <a:lvl5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5pPr>
            <a:lvl6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6pPr>
            <a:lvl7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7pPr>
            <a:lvl8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8pPr>
            <a:lvl9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9pPr>
          </a:lstStyle>
          <a:p xmlns:a="http://schemas.openxmlformats.org/drawingml/2006/main"/>
        </p:txBody>
      </p:sp>
      <p:sp>
        <p:nvSpPr>
          <p:cNvPr id="85" name="Google Shape;85;p13">
            <a:extLst xmlns:a="http://schemas.openxmlformats.org/drawingml/2006/main">
              <a:ext uri="{FF2B5EF4-FFF2-40B4-BE49-F238E27FC236}">
                <a16:creationId xmlns:a16="http://schemas.microsoft.com/office/drawing/2014/main" id="{8C09442E-779F-4F7D-8601-5B6C56C818B1}"/>
              </a:ext>
            </a:extLst>
          </p:cNvPr>
          <p:cNvSpPr>
            <a:spLocks xmlns:a="http://schemas.openxmlformats.org/drawingml/2006/main" noGrp="1"/>
          </p:cNvSpPr>
          <p:nvPr>
            <p:ph type="title" idx="6" hasCustomPrompt="1"/>
          </p:nvPr>
        </p:nvSpPr>
        <p:spPr>
          <a:xfrm xmlns:a="http://schemas.openxmlformats.org/drawingml/2006/main">
            <a:off x="1113998" y="3298125"/>
            <a:ext cx="1298700" cy="609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3000"/>
            </a:lvl1pPr>
            <a:lvl2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2pPr>
            <a:lvl3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3pPr>
            <a:lvl4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4pPr>
            <a:lvl5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5pPr>
            <a:lvl6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6pPr>
            <a:lvl7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7pPr>
            <a:lvl8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8pPr>
            <a:lvl9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86" name="Google Shape;86;p13">
            <a:extLst xmlns:a="http://schemas.openxmlformats.org/drawingml/2006/main">
              <a:ext uri="{FF2B5EF4-FFF2-40B4-BE49-F238E27FC236}">
                <a16:creationId xmlns:a16="http://schemas.microsoft.com/office/drawing/2014/main" id="{82207774-7C73-4007-910A-B18C78B59A63}"/>
              </a:ext>
            </a:extLst>
          </p:cNvPr>
          <p:cNvSpPr>
            <a:spLocks xmlns:a="http://schemas.openxmlformats.org/drawingml/2006/main" noGrp="1"/>
          </p:cNvSpPr>
          <p:nvPr>
            <p:ph type="title" idx="7" hasCustomPrompt="1"/>
          </p:nvPr>
        </p:nvSpPr>
        <p:spPr>
          <a:xfrm xmlns:a="http://schemas.openxmlformats.org/drawingml/2006/main">
            <a:off x="4965997" y="1270125"/>
            <a:ext cx="1298700" cy="609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3000"/>
            </a:lvl1pPr>
            <a:lvl2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2pPr>
            <a:lvl3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3pPr>
            <a:lvl4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4pPr>
            <a:lvl5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5pPr>
            <a:lvl6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6pPr>
            <a:lvl7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7pPr>
            <a:lvl8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8pPr>
            <a:lvl9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87" name="Google Shape;87;p13">
            <a:extLst xmlns:a="http://schemas.openxmlformats.org/drawingml/2006/main">
              <a:ext uri="{FF2B5EF4-FFF2-40B4-BE49-F238E27FC236}">
                <a16:creationId xmlns:a16="http://schemas.microsoft.com/office/drawing/2014/main" id="{C5880668-EC8C-443A-BAF7-6F2DF9197D3C}"/>
              </a:ext>
            </a:extLst>
          </p:cNvPr>
          <p:cNvSpPr>
            <a:spLocks xmlns:a="http://schemas.openxmlformats.org/drawingml/2006/main" noGrp="1"/>
          </p:cNvSpPr>
          <p:nvPr>
            <p:ph type="ctrTitle" idx="8"/>
          </p:nvPr>
        </p:nvSpPr>
        <p:spPr>
          <a:xfrm xmlns:a="http://schemas.openxmlformats.org/drawingml/2006/main">
            <a:off x="4966007" y="1879725"/>
            <a:ext cx="3065100" cy="4041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2pPr>
            <a:lvl3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3pPr>
            <a:lvl4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4pPr>
            <a:lvl5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5pPr>
            <a:lvl6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6pPr>
            <a:lvl7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7pPr>
            <a:lvl8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8pPr>
            <a:lvl9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9pPr>
          </a:lstStyle>
          <a:p xmlns:a="http://schemas.openxmlformats.org/drawingml/2006/main"/>
        </p:txBody>
      </p:sp>
      <p:sp>
        <p:nvSpPr>
          <p:cNvPr id="88" name="Google Shape;88;p13">
            <a:extLst xmlns:a="http://schemas.openxmlformats.org/drawingml/2006/main">
              <a:ext uri="{FF2B5EF4-FFF2-40B4-BE49-F238E27FC236}">
                <a16:creationId xmlns:a16="http://schemas.microsoft.com/office/drawing/2014/main" id="{3019A7F1-9B9D-4EFD-8CA4-DF78EA1C864D}"/>
              </a:ext>
            </a:extLst>
          </p:cNvPr>
          <p:cNvSpPr>
            <a:spLocks xmlns:a="http://schemas.openxmlformats.org/drawingml/2006/main" noGrp="1"/>
          </p:cNvSpPr>
          <p:nvPr>
            <p:ph type="title" idx="9"/>
          </p:nvPr>
        </p:nvSpPr>
        <p:spPr>
          <a:xfrm xmlns:a="http://schemas.openxmlformats.org/drawingml/2006/main">
            <a:off x="719988" y="459128"/>
            <a:ext cx="77040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89" name="Google Shape;89;p13">
            <a:extLst xmlns:a="http://schemas.openxmlformats.org/drawingml/2006/main">
              <a:ext uri="{FF2B5EF4-FFF2-40B4-BE49-F238E27FC236}">
                <a16:creationId xmlns:a16="http://schemas.microsoft.com/office/drawing/2014/main" id="{5EC9583C-4DB0-4BC9-9649-669533AD1EB3}"/>
              </a:ext>
            </a:extLst>
          </p:cNvPr>
          <p:cNvSpPr>
            <a:spLocks xmlns:a="http://schemas.openxmlformats.org/drawingml/2006/main" noGrp="1"/>
          </p:cNvSpPr>
          <p:nvPr>
            <p:ph type="ctrTitle" idx="13"/>
          </p:nvPr>
        </p:nvSpPr>
        <p:spPr>
          <a:xfrm xmlns:a="http://schemas.openxmlformats.org/drawingml/2006/main">
            <a:off x="4966007" y="2892814"/>
            <a:ext cx="3065100" cy="404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2pPr>
            <a:lvl3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3pPr>
            <a:lvl4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4pPr>
            <a:lvl5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5pPr>
            <a:lvl6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6pPr>
            <a:lvl7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7pPr>
            <a:lvl8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8pPr>
            <a:lvl9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9pPr>
          </a:lstStyle>
          <a:p xmlns:a="http://schemas.openxmlformats.org/drawingml/2006/main"/>
        </p:txBody>
      </p:sp>
      <p:sp>
        <p:nvSpPr>
          <p:cNvPr id="90" name="Google Shape;90;p13">
            <a:extLst xmlns:a="http://schemas.openxmlformats.org/drawingml/2006/main">
              <a:ext uri="{FF2B5EF4-FFF2-40B4-BE49-F238E27FC236}">
                <a16:creationId xmlns:a16="http://schemas.microsoft.com/office/drawing/2014/main" id="{1B46B2FD-C169-49E3-97B5-D8BC227D1E99}"/>
              </a:ext>
            </a:extLst>
          </p:cNvPr>
          <p:cNvSpPr>
            <a:spLocks xmlns:a="http://schemas.openxmlformats.org/drawingml/2006/main" noGrp="1"/>
          </p:cNvSpPr>
          <p:nvPr>
            <p:ph type="title" idx="14" hasCustomPrompt="1"/>
          </p:nvPr>
        </p:nvSpPr>
        <p:spPr>
          <a:xfrm xmlns:a="http://schemas.openxmlformats.org/drawingml/2006/main">
            <a:off x="4965997" y="2283824"/>
            <a:ext cx="1298700" cy="609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3000"/>
            </a:lvl1pPr>
            <a:lvl2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2pPr>
            <a:lvl3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3pPr>
            <a:lvl4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4pPr>
            <a:lvl5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5pPr>
            <a:lvl6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6pPr>
            <a:lvl7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7pPr>
            <a:lvl8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8pPr>
            <a:lvl9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91" name="Google Shape;91;p13">
            <a:extLst xmlns:a="http://schemas.openxmlformats.org/drawingml/2006/main">
              <a:ext uri="{FF2B5EF4-FFF2-40B4-BE49-F238E27FC236}">
                <a16:creationId xmlns:a16="http://schemas.microsoft.com/office/drawing/2014/main" id="{1EDE568F-2153-4FE4-A968-80ED74805616}"/>
              </a:ext>
            </a:extLst>
          </p:cNvPr>
          <p:cNvSpPr>
            <a:spLocks xmlns:a="http://schemas.openxmlformats.org/drawingml/2006/main" noGrp="1"/>
          </p:cNvSpPr>
          <p:nvPr>
            <p:ph type="title" idx="15" hasCustomPrompt="1"/>
          </p:nvPr>
        </p:nvSpPr>
        <p:spPr>
          <a:xfrm xmlns:a="http://schemas.openxmlformats.org/drawingml/2006/main">
            <a:off x="4965997" y="3298125"/>
            <a:ext cx="1298700" cy="609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3000"/>
            </a:lvl1pPr>
            <a:lvl2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2pPr>
            <a:lvl3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3pPr>
            <a:lvl4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4pPr>
            <a:lvl5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5pPr>
            <a:lvl6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6pPr>
            <a:lvl7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7pPr>
            <a:lvl8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8pPr>
            <a:lvl9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92" name="Google Shape;92;p13">
            <a:extLst xmlns:a="http://schemas.openxmlformats.org/drawingml/2006/main">
              <a:ext uri="{FF2B5EF4-FFF2-40B4-BE49-F238E27FC236}">
                <a16:creationId xmlns:a16="http://schemas.microsoft.com/office/drawing/2014/main" id="{9A6DCE08-2A00-4191-A8C5-BC91D8C26212}"/>
              </a:ext>
            </a:extLst>
          </p:cNvPr>
          <p:cNvSpPr>
            <a:spLocks xmlns:a="http://schemas.openxmlformats.org/drawingml/2006/main" noGrp="1"/>
          </p:cNvSpPr>
          <p:nvPr>
            <p:ph type="ctrTitle" idx="16"/>
          </p:nvPr>
        </p:nvSpPr>
        <p:spPr>
          <a:xfrm xmlns:a="http://schemas.openxmlformats.org/drawingml/2006/main">
            <a:off x="4966007" y="3908750"/>
            <a:ext cx="3065100" cy="4041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2pPr>
            <a:lvl3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3pPr>
            <a:lvl4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4pPr>
            <a:lvl5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5pPr>
            <a:lvl6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6pPr>
            <a:lvl7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7pPr>
            <a:lvl8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8pPr>
            <a:lvl9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9pPr>
          </a:lstStyle>
          <a:p xmlns:a="http://schemas.openxmlformats.org/drawingml/2006/main"/>
        </p:txBody>
      </p:sp>
      <p:sp>
        <p:nvSpPr>
          <p:cNvPr id="93" name="Google Shape;93;p13">
            <a:extLst xmlns:a="http://schemas.openxmlformats.org/drawingml/2006/main">
              <a:ext uri="{FF2B5EF4-FFF2-40B4-BE49-F238E27FC236}">
                <a16:creationId xmlns:a16="http://schemas.microsoft.com/office/drawing/2014/main" id="{674005D4-86DA-401C-8E16-04FFE1042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00" y="4753684"/>
            <a:ext cx="84786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1 0 1 1   0 1 1   0 1   1 0 1 1 0 0 1   1 0   1 1 0 1 1   0 1 1   0 1   1 1 0 1 1 0   1 1 0 1 1 1   1 1 0 1 </a:t>
            </a:r>
          </a:p>
        </p:txBody>
      </p:sp>
    </p:spTree>
  </p:cSld>
</p:sldLayout>
</file>

<file path=ppt/slideLayouts/slideLayout13.xml><?xml version="1.0" encoding="utf-8"?>
<p:sldLayout xmlns:p="http://schemas.openxmlformats.org/presentationml/2006/main" matchingName="Title and text">
  <p:cSld name="CUSTOM_2_1_1_1_1_1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Google Shape;96;p14">
            <a:extLst xmlns:a="http://schemas.openxmlformats.org/drawingml/2006/main">
              <a:ext uri="{FF2B5EF4-FFF2-40B4-BE49-F238E27FC236}">
                <a16:creationId xmlns:a16="http://schemas.microsoft.com/office/drawing/2014/main" id="{593D3343-F0B9-4FDE-A532-C0E18C07C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11" y="170424"/>
            <a:ext cx="8360114" cy="439844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7" name="Google Shape;97;p14">
            <a:extLst xmlns:a="http://schemas.openxmlformats.org/drawingml/2006/main">
              <a:ext uri="{FF2B5EF4-FFF2-40B4-BE49-F238E27FC236}">
                <a16:creationId xmlns:a16="http://schemas.microsoft.com/office/drawing/2014/main" id="{72FB7182-0A37-49D5-A224-228D15F3F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00" y="170424"/>
            <a:ext cx="8360114" cy="25497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8" name="Google Shape;98;p14">
            <a:extLst xmlns:a="http://schemas.openxmlformats.org/drawingml/2006/main">
              <a:ext uri="{FF2B5EF4-FFF2-40B4-BE49-F238E27FC236}">
                <a16:creationId xmlns:a16="http://schemas.microsoft.com/office/drawing/2014/main" id="{3B37E8E8-73E6-4753-ABE9-6B3D1227D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00" y="4753684"/>
            <a:ext cx="84786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1 0 1 1   0 1 1   0 1   1 0 1 1 0 0 1   1 0   1 1 0 1 1   0 1 1   0 1   1 1 0 1 1 0   1 1 0 1 1 1   1 1 0 1 </a:t>
            </a:r>
          </a:p>
        </p:txBody>
      </p:sp>
      <p:sp>
        <p:nvSpPr>
          <p:cNvPr id="99" name="Google Shape;99;p14">
            <a:extLst xmlns:a="http://schemas.openxmlformats.org/drawingml/2006/main">
              <a:ext uri="{FF2B5EF4-FFF2-40B4-BE49-F238E27FC236}">
                <a16:creationId xmlns:a16="http://schemas.microsoft.com/office/drawing/2014/main" id="{9C043A39-1E56-44CF-A0EE-7237CA54C98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0000" y="1355450"/>
            <a:ext cx="3453900" cy="1623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marL="457200" indent="-304800">
              <a:spcBef>
                <a:spcPts val="0"/>
              </a:spcBef>
              <a:spcAft>
                <a:spcPts val="0"/>
              </a:spcAft>
              <a:buChar char="●"/>
              <a:defRPr sz="1200"/>
            </a:lvl1pPr>
            <a:lvl2pPr marL="914400" indent="-304800">
              <a:spcBef>
                <a:spcPts val="0"/>
              </a:spcBef>
              <a:spcAft>
                <a:spcPts val="0"/>
              </a:spcAft>
              <a:buChar char="○"/>
              <a:defRPr/>
            </a:lvl2pPr>
            <a:lvl3pPr marL="1371600" indent="-304800">
              <a:spcBef>
                <a:spcPts val="0"/>
              </a:spcBef>
              <a:spcAft>
                <a:spcPts val="0"/>
              </a:spcAft>
              <a:buChar char="■"/>
              <a:defRPr/>
            </a:lvl3pPr>
            <a:lvl4pPr marL="1828800" indent="-304800">
              <a:spcBef>
                <a:spcPts val="0"/>
              </a:spcBef>
              <a:spcAft>
                <a:spcPts val="0"/>
              </a:spcAft>
              <a:buChar char="●"/>
              <a:defRPr/>
            </a:lvl4pPr>
            <a:lvl5pPr marL="2286000" indent="-304800">
              <a:spcBef>
                <a:spcPts val="0"/>
              </a:spcBef>
              <a:spcAft>
                <a:spcPts val="0"/>
              </a:spcAft>
              <a:buChar char="○"/>
              <a:defRPr/>
            </a:lvl5pPr>
            <a:lvl6pPr marL="2743200" indent="-304800">
              <a:spcBef>
                <a:spcPts val="0"/>
              </a:spcBef>
              <a:spcAft>
                <a:spcPts val="0"/>
              </a:spcAft>
              <a:buChar char="■"/>
              <a:defRPr/>
            </a:lvl6pPr>
            <a:lvl7pPr marL="3200400" indent="-304800">
              <a:spcBef>
                <a:spcPts val="0"/>
              </a:spcBef>
              <a:spcAft>
                <a:spcPts val="0"/>
              </a:spcAft>
              <a:buChar char="●"/>
              <a:defRPr/>
            </a:lvl7pPr>
            <a:lvl8pPr marL="3657600" indent="-304800">
              <a:spcBef>
                <a:spcPts val="0"/>
              </a:spcBef>
              <a:spcAft>
                <a:spcPts val="0"/>
              </a:spcAft>
              <a:buChar char="○"/>
              <a:defRPr/>
            </a:lvl8pPr>
            <a:lvl9pPr marL="4114800" indent="-304800">
              <a:spcBef>
                <a:spcPts val="0"/>
              </a:spcBef>
              <a:spcAft>
                <a:spcPts val="0"/>
              </a:spcAft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100" name="Google Shape;100;p14">
            <a:extLst xmlns:a="http://schemas.openxmlformats.org/drawingml/2006/main">
              <a:ext uri="{FF2B5EF4-FFF2-40B4-BE49-F238E27FC236}">
                <a16:creationId xmlns:a16="http://schemas.microsoft.com/office/drawing/2014/main" id="{1A72C4B1-90B8-4840-A275-59B1A7A8C47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19988" y="459128"/>
            <a:ext cx="77040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14.xml><?xml version="1.0" encoding="utf-8"?>
<p:sldLayout xmlns:p="http://schemas.openxmlformats.org/presentationml/2006/main" matchingName="Title and text 1">
  <p:cSld name="CUSTOM_10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3" name="Google Shape;103;p15">
            <a:extLst xmlns:a="http://schemas.openxmlformats.org/drawingml/2006/main">
              <a:ext uri="{FF2B5EF4-FFF2-40B4-BE49-F238E27FC236}">
                <a16:creationId xmlns:a16="http://schemas.microsoft.com/office/drawing/2014/main" id="{177F73DE-06CC-443C-9E58-2101F8DD3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11" y="170424"/>
            <a:ext cx="8360114" cy="439844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4" name="Google Shape;104;p15">
            <a:extLst xmlns:a="http://schemas.openxmlformats.org/drawingml/2006/main">
              <a:ext uri="{FF2B5EF4-FFF2-40B4-BE49-F238E27FC236}">
                <a16:creationId xmlns:a16="http://schemas.microsoft.com/office/drawing/2014/main" id="{5DF1F067-4DA5-42C1-AD16-2F4489C83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00" y="170424"/>
            <a:ext cx="8360114" cy="25497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5" name="Google Shape;105;p15">
            <a:extLst xmlns:a="http://schemas.openxmlformats.org/drawingml/2006/main">
              <a:ext uri="{FF2B5EF4-FFF2-40B4-BE49-F238E27FC236}">
                <a16:creationId xmlns:a16="http://schemas.microsoft.com/office/drawing/2014/main" id="{A3672387-79DD-4EFC-904B-EBF636EDB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00" y="4753684"/>
            <a:ext cx="84786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1 0 1 1   0 1 1   0 1   1 0 1 1 0 0 1   1 0   1 1 0 1 1   0 1 1   0 1   1 1 0 1 1 0   1 1 0 1 1 1   1 1 0 1 </a:t>
            </a:r>
          </a:p>
        </p:txBody>
      </p:sp>
      <p:sp>
        <p:nvSpPr>
          <p:cNvPr id="106" name="Google Shape;106;p15">
            <a:extLst xmlns:a="http://schemas.openxmlformats.org/drawingml/2006/main">
              <a:ext uri="{FF2B5EF4-FFF2-40B4-BE49-F238E27FC236}">
                <a16:creationId xmlns:a16="http://schemas.microsoft.com/office/drawing/2014/main" id="{B242AF6F-19A3-4446-8279-75D4DDB17F0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0000" y="1357275"/>
            <a:ext cx="4209600" cy="249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marL="457200" indent="-304800">
              <a:spcBef>
                <a:spcPts val="0"/>
              </a:spcBef>
              <a:spcAft>
                <a:spcPts val="0"/>
              </a:spcAft>
              <a:buChar char="●"/>
              <a:defRPr/>
            </a:lvl1pPr>
            <a:lvl2pPr marL="914400" indent="-304800">
              <a:spcBef>
                <a:spcPts val="0"/>
              </a:spcBef>
              <a:spcAft>
                <a:spcPts val="0"/>
              </a:spcAft>
              <a:buChar char="○"/>
              <a:defRPr/>
            </a:lvl2pPr>
            <a:lvl3pPr marL="1371600" indent="-304800">
              <a:spcBef>
                <a:spcPts val="0"/>
              </a:spcBef>
              <a:spcAft>
                <a:spcPts val="0"/>
              </a:spcAft>
              <a:buChar char="■"/>
              <a:defRPr/>
            </a:lvl3pPr>
            <a:lvl4pPr marL="1828800" indent="-304800">
              <a:spcBef>
                <a:spcPts val="0"/>
              </a:spcBef>
              <a:spcAft>
                <a:spcPts val="0"/>
              </a:spcAft>
              <a:buChar char="●"/>
              <a:defRPr/>
            </a:lvl4pPr>
            <a:lvl5pPr marL="2286000" indent="-304800">
              <a:spcBef>
                <a:spcPts val="0"/>
              </a:spcBef>
              <a:spcAft>
                <a:spcPts val="0"/>
              </a:spcAft>
              <a:buChar char="○"/>
              <a:defRPr/>
            </a:lvl5pPr>
            <a:lvl6pPr marL="2743200" indent="-304800">
              <a:spcBef>
                <a:spcPts val="0"/>
              </a:spcBef>
              <a:spcAft>
                <a:spcPts val="0"/>
              </a:spcAft>
              <a:buChar char="■"/>
              <a:defRPr/>
            </a:lvl6pPr>
            <a:lvl7pPr marL="3200400" indent="-304800">
              <a:spcBef>
                <a:spcPts val="0"/>
              </a:spcBef>
              <a:spcAft>
                <a:spcPts val="0"/>
              </a:spcAft>
              <a:buChar char="●"/>
              <a:defRPr/>
            </a:lvl7pPr>
            <a:lvl8pPr marL="3657600" indent="-304800">
              <a:spcBef>
                <a:spcPts val="0"/>
              </a:spcBef>
              <a:spcAft>
                <a:spcPts val="0"/>
              </a:spcAft>
              <a:buChar char="○"/>
              <a:defRPr/>
            </a:lvl8pPr>
            <a:lvl9pPr marL="4114800" indent="-304800">
              <a:spcBef>
                <a:spcPts val="0"/>
              </a:spcBef>
              <a:spcAft>
                <a:spcPts val="0"/>
              </a:spcAft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107" name="Google Shape;107;p15">
            <a:extLst xmlns:a="http://schemas.openxmlformats.org/drawingml/2006/main">
              <a:ext uri="{FF2B5EF4-FFF2-40B4-BE49-F238E27FC236}">
                <a16:creationId xmlns:a16="http://schemas.microsoft.com/office/drawing/2014/main" id="{D74A1B67-4614-4C08-BF03-BB554E72BA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19988" y="459128"/>
            <a:ext cx="77040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15.xml><?xml version="1.0" encoding="utf-8"?>
<p:sldLayout xmlns:p="http://schemas.openxmlformats.org/presentationml/2006/main" matchingName="Title and three columns">
  <p:cSld name="CUSTOM_3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0" name="Google Shape;110;p16">
            <a:extLst xmlns:a="http://schemas.openxmlformats.org/drawingml/2006/main">
              <a:ext uri="{FF2B5EF4-FFF2-40B4-BE49-F238E27FC236}">
                <a16:creationId xmlns:a16="http://schemas.microsoft.com/office/drawing/2014/main" id="{5ACE6ABF-9268-4EBF-AE3A-CA468F579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11" y="170424"/>
            <a:ext cx="8360114" cy="439844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1" name="Google Shape;111;p16">
            <a:extLst xmlns:a="http://schemas.openxmlformats.org/drawingml/2006/main">
              <a:ext uri="{FF2B5EF4-FFF2-40B4-BE49-F238E27FC236}">
                <a16:creationId xmlns:a16="http://schemas.microsoft.com/office/drawing/2014/main" id="{E73EA223-B2ED-4C72-ABF6-C118092F4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00" y="170424"/>
            <a:ext cx="8360114" cy="25497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2" name="Google Shape;112;p16">
            <a:extLst xmlns:a="http://schemas.openxmlformats.org/drawingml/2006/main">
              <a:ext uri="{FF2B5EF4-FFF2-40B4-BE49-F238E27FC236}">
                <a16:creationId xmlns:a16="http://schemas.microsoft.com/office/drawing/2014/main" id="{7179AF07-A6E6-4D54-B9C9-62A0F7A21F5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0000" y="1448625"/>
            <a:ext cx="2257200" cy="402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113" name="Google Shape;113;p16">
            <a:extLst xmlns:a="http://schemas.openxmlformats.org/drawingml/2006/main">
              <a:ext uri="{FF2B5EF4-FFF2-40B4-BE49-F238E27FC236}">
                <a16:creationId xmlns:a16="http://schemas.microsoft.com/office/drawing/2014/main" id="{E0225100-8275-4ED4-9841-C340BE81AAC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720176" y="1807975"/>
            <a:ext cx="2257200" cy="203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14" name="Google Shape;114;p16">
            <a:extLst xmlns:a="http://schemas.openxmlformats.org/drawingml/2006/main">
              <a:ext uri="{FF2B5EF4-FFF2-40B4-BE49-F238E27FC236}">
                <a16:creationId xmlns:a16="http://schemas.microsoft.com/office/drawing/2014/main" id="{4A7257B1-6B20-4822-A6C2-C5F9B3B0B5D7}"/>
              </a:ext>
            </a:extLst>
          </p:cNvPr>
          <p:cNvSpPr>
            <a:spLocks xmlns:a="http://schemas.openxmlformats.org/drawingml/2006/main" noGrp="1"/>
          </p:cNvSpPr>
          <p:nvPr>
            <p:ph type="title" idx="2"/>
          </p:nvPr>
        </p:nvSpPr>
        <p:spPr>
          <a:xfrm xmlns:a="http://schemas.openxmlformats.org/drawingml/2006/main">
            <a:off x="3491775" y="1448625"/>
            <a:ext cx="2257500" cy="39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115" name="Google Shape;115;p16">
            <a:extLst xmlns:a="http://schemas.openxmlformats.org/drawingml/2006/main">
              <a:ext uri="{FF2B5EF4-FFF2-40B4-BE49-F238E27FC236}">
                <a16:creationId xmlns:a16="http://schemas.microsoft.com/office/drawing/2014/main" id="{A6786E52-D15E-495D-8297-C4971ED4EFD4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3491950" y="1807325"/>
            <a:ext cx="2257500" cy="203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16" name="Google Shape;116;p16">
            <a:extLst xmlns:a="http://schemas.openxmlformats.org/drawingml/2006/main">
              <a:ext uri="{FF2B5EF4-FFF2-40B4-BE49-F238E27FC236}">
                <a16:creationId xmlns:a16="http://schemas.microsoft.com/office/drawing/2014/main" id="{7F945531-79CA-4C1D-BDD6-8F5E6F1487E1}"/>
              </a:ext>
            </a:extLst>
          </p:cNvPr>
          <p:cNvSpPr>
            <a:spLocks xmlns:a="http://schemas.openxmlformats.org/drawingml/2006/main" noGrp="1"/>
          </p:cNvSpPr>
          <p:nvPr>
            <p:ph type="title" idx="4"/>
          </p:nvPr>
        </p:nvSpPr>
        <p:spPr>
          <a:xfrm xmlns:a="http://schemas.openxmlformats.org/drawingml/2006/main">
            <a:off x="6162250" y="1448625"/>
            <a:ext cx="2257500" cy="39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117" name="Google Shape;117;p16">
            <a:extLst xmlns:a="http://schemas.openxmlformats.org/drawingml/2006/main">
              <a:ext uri="{FF2B5EF4-FFF2-40B4-BE49-F238E27FC236}">
                <a16:creationId xmlns:a16="http://schemas.microsoft.com/office/drawing/2014/main" id="{B3741FD9-3A9C-4A87-806A-13654A7A4336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6162250" y="1808000"/>
            <a:ext cx="2257500" cy="203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18" name="Google Shape;118;p16">
            <a:extLst xmlns:a="http://schemas.openxmlformats.org/drawingml/2006/main">
              <a:ext uri="{FF2B5EF4-FFF2-40B4-BE49-F238E27FC236}">
                <a16:creationId xmlns:a16="http://schemas.microsoft.com/office/drawing/2014/main" id="{7666BE7C-4621-4370-A2F5-BAF356F87B54}"/>
              </a:ext>
            </a:extLst>
          </p:cNvPr>
          <p:cNvSpPr>
            <a:spLocks xmlns:a="http://schemas.openxmlformats.org/drawingml/2006/main" noGrp="1"/>
          </p:cNvSpPr>
          <p:nvPr>
            <p:ph type="title" idx="6"/>
          </p:nvPr>
        </p:nvSpPr>
        <p:spPr>
          <a:xfrm xmlns:a="http://schemas.openxmlformats.org/drawingml/2006/main">
            <a:off x="719988" y="459128"/>
            <a:ext cx="77040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19" name="Google Shape;119;p16">
            <a:extLst xmlns:a="http://schemas.openxmlformats.org/drawingml/2006/main">
              <a:ext uri="{FF2B5EF4-FFF2-40B4-BE49-F238E27FC236}">
                <a16:creationId xmlns:a16="http://schemas.microsoft.com/office/drawing/2014/main" id="{B26F4204-71AC-4B9A-80F7-FB0000C58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00" y="4753684"/>
            <a:ext cx="84786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1 0 1 1   0 1 1   0 1   1 0 1 1 0 0 1   1 0   1 1 0 1 1   0 1 1   0 1   1 1 0 1 1 0   1 1 0 1 1 1   1 1 0 1 </a:t>
            </a:r>
          </a:p>
        </p:txBody>
      </p:sp>
    </p:spTree>
  </p:cSld>
</p:sldLayout>
</file>

<file path=ppt/slideLayouts/slideLayout16.xml><?xml version="1.0" encoding="utf-8"?>
<p:sldLayout xmlns:p="http://schemas.openxmlformats.org/presentationml/2006/main" matchingName="Title and four columns">
  <p:cSld name="CUSTOM_4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2" name="Google Shape;122;p17">
            <a:extLst xmlns:a="http://schemas.openxmlformats.org/drawingml/2006/main">
              <a:ext uri="{FF2B5EF4-FFF2-40B4-BE49-F238E27FC236}">
                <a16:creationId xmlns:a16="http://schemas.microsoft.com/office/drawing/2014/main" id="{8D26DE1C-8DED-47D3-8C31-5FEED49F0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11" y="170424"/>
            <a:ext cx="8360114" cy="439844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3" name="Google Shape;123;p17">
            <a:extLst xmlns:a="http://schemas.openxmlformats.org/drawingml/2006/main">
              <a:ext uri="{FF2B5EF4-FFF2-40B4-BE49-F238E27FC236}">
                <a16:creationId xmlns:a16="http://schemas.microsoft.com/office/drawing/2014/main" id="{F2F2B26A-0AD4-4953-B235-438EE47CD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00" y="170424"/>
            <a:ext cx="8360114" cy="25497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4" name="Google Shape;124;p17">
            <a:extLst xmlns:a="http://schemas.openxmlformats.org/drawingml/2006/main">
              <a:ext uri="{FF2B5EF4-FFF2-40B4-BE49-F238E27FC236}">
                <a16:creationId xmlns:a16="http://schemas.microsoft.com/office/drawing/2014/main" id="{6FF81620-BD16-4E03-BEDE-8AFA24B39CF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17350" y="1295950"/>
            <a:ext cx="3728400" cy="405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125" name="Google Shape;125;p17">
            <a:extLst xmlns:a="http://schemas.openxmlformats.org/drawingml/2006/main">
              <a:ext uri="{FF2B5EF4-FFF2-40B4-BE49-F238E27FC236}">
                <a16:creationId xmlns:a16="http://schemas.microsoft.com/office/drawing/2014/main" id="{9834AAD4-E6E9-427D-9950-5D86E311B75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717350" y="1651849"/>
            <a:ext cx="3728400" cy="1018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26" name="Google Shape;126;p17">
            <a:extLst xmlns:a="http://schemas.openxmlformats.org/drawingml/2006/main">
              <a:ext uri="{FF2B5EF4-FFF2-40B4-BE49-F238E27FC236}">
                <a16:creationId xmlns:a16="http://schemas.microsoft.com/office/drawing/2014/main" id="{8BE0406C-C12C-4237-AE10-AADDE584EBF7}"/>
              </a:ext>
            </a:extLst>
          </p:cNvPr>
          <p:cNvSpPr>
            <a:spLocks xmlns:a="http://schemas.openxmlformats.org/drawingml/2006/main" noGrp="1"/>
          </p:cNvSpPr>
          <p:nvPr>
            <p:ph type="title" idx="2"/>
          </p:nvPr>
        </p:nvSpPr>
        <p:spPr>
          <a:xfrm xmlns:a="http://schemas.openxmlformats.org/drawingml/2006/main">
            <a:off x="4691091" y="1295950"/>
            <a:ext cx="3728400" cy="405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127" name="Google Shape;127;p17">
            <a:extLst xmlns:a="http://schemas.openxmlformats.org/drawingml/2006/main">
              <a:ext uri="{FF2B5EF4-FFF2-40B4-BE49-F238E27FC236}">
                <a16:creationId xmlns:a16="http://schemas.microsoft.com/office/drawing/2014/main" id="{E218E258-3936-4ABB-910E-5E52BB41141E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4691095" y="1651851"/>
            <a:ext cx="3728400" cy="1018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28" name="Google Shape;128;p17">
            <a:extLst xmlns:a="http://schemas.openxmlformats.org/drawingml/2006/main">
              <a:ext uri="{FF2B5EF4-FFF2-40B4-BE49-F238E27FC236}">
                <a16:creationId xmlns:a16="http://schemas.microsoft.com/office/drawing/2014/main" id="{A046F025-A651-4033-AB1E-586BBFF9F457}"/>
              </a:ext>
            </a:extLst>
          </p:cNvPr>
          <p:cNvSpPr>
            <a:spLocks xmlns:a="http://schemas.openxmlformats.org/drawingml/2006/main" noGrp="1"/>
          </p:cNvSpPr>
          <p:nvPr>
            <p:ph type="title" idx="4"/>
          </p:nvPr>
        </p:nvSpPr>
        <p:spPr>
          <a:xfrm xmlns:a="http://schemas.openxmlformats.org/drawingml/2006/main">
            <a:off x="717350" y="2865407"/>
            <a:ext cx="3728400" cy="405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129" name="Google Shape;129;p17">
            <a:extLst xmlns:a="http://schemas.openxmlformats.org/drawingml/2006/main">
              <a:ext uri="{FF2B5EF4-FFF2-40B4-BE49-F238E27FC236}">
                <a16:creationId xmlns:a16="http://schemas.microsoft.com/office/drawing/2014/main" id="{A4387D0F-918D-48C6-B534-02C570C5675C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717350" y="3220675"/>
            <a:ext cx="3728400" cy="1018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30" name="Google Shape;130;p17">
            <a:extLst xmlns:a="http://schemas.openxmlformats.org/drawingml/2006/main">
              <a:ext uri="{FF2B5EF4-FFF2-40B4-BE49-F238E27FC236}">
                <a16:creationId xmlns:a16="http://schemas.microsoft.com/office/drawing/2014/main" id="{0EB30E2D-FDA7-43F7-BD7F-443EDE22B143}"/>
              </a:ext>
            </a:extLst>
          </p:cNvPr>
          <p:cNvSpPr>
            <a:spLocks xmlns:a="http://schemas.openxmlformats.org/drawingml/2006/main" noGrp="1"/>
          </p:cNvSpPr>
          <p:nvPr>
            <p:ph type="title" idx="6"/>
          </p:nvPr>
        </p:nvSpPr>
        <p:spPr>
          <a:xfrm xmlns:a="http://schemas.openxmlformats.org/drawingml/2006/main">
            <a:off x="4691091" y="2865413"/>
            <a:ext cx="3728400" cy="405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131" name="Google Shape;131;p17">
            <a:extLst xmlns:a="http://schemas.openxmlformats.org/drawingml/2006/main">
              <a:ext uri="{FF2B5EF4-FFF2-40B4-BE49-F238E27FC236}">
                <a16:creationId xmlns:a16="http://schemas.microsoft.com/office/drawing/2014/main" id="{B281C56F-A8A3-4F44-B895-2A70D1FABA5D}"/>
              </a:ext>
            </a:extLst>
          </p:cNvPr>
          <p:cNvSpPr>
            <a:spLocks xmlns:a="http://schemas.openxmlformats.org/drawingml/2006/main" noGrp="1"/>
          </p:cNvSpPr>
          <p:nvPr>
            <p:ph type="subTitle" idx="7"/>
          </p:nvPr>
        </p:nvSpPr>
        <p:spPr>
          <a:xfrm xmlns:a="http://schemas.openxmlformats.org/drawingml/2006/main">
            <a:off x="4691095" y="3220676"/>
            <a:ext cx="3728400" cy="1018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32" name="Google Shape;132;p17">
            <a:extLst xmlns:a="http://schemas.openxmlformats.org/drawingml/2006/main">
              <a:ext uri="{FF2B5EF4-FFF2-40B4-BE49-F238E27FC236}">
                <a16:creationId xmlns:a16="http://schemas.microsoft.com/office/drawing/2014/main" id="{74803F41-504D-4AAF-811E-7DA73585A62A}"/>
              </a:ext>
            </a:extLst>
          </p:cNvPr>
          <p:cNvSpPr>
            <a:spLocks xmlns:a="http://schemas.openxmlformats.org/drawingml/2006/main" noGrp="1"/>
          </p:cNvSpPr>
          <p:nvPr>
            <p:ph type="title" idx="8"/>
          </p:nvPr>
        </p:nvSpPr>
        <p:spPr>
          <a:xfrm xmlns:a="http://schemas.openxmlformats.org/drawingml/2006/main">
            <a:off x="719988" y="459128"/>
            <a:ext cx="77040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33" name="Google Shape;133;p17">
            <a:extLst xmlns:a="http://schemas.openxmlformats.org/drawingml/2006/main">
              <a:ext uri="{FF2B5EF4-FFF2-40B4-BE49-F238E27FC236}">
                <a16:creationId xmlns:a16="http://schemas.microsoft.com/office/drawing/2014/main" id="{3A7D1806-6F3F-421F-B089-2FB96F038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00" y="4753684"/>
            <a:ext cx="84786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1 0 1 1   0 1 1   0 1   1 0 1 1 0 0 1   1 0   1 1 0 1 1   0 1 1   0 1   1 1 0 1 1 0   1 1 0 1 1 1   1 1 0 1 </a:t>
            </a:r>
          </a:p>
        </p:txBody>
      </p:sp>
    </p:spTree>
  </p:cSld>
</p:sldLayout>
</file>

<file path=ppt/slideLayouts/slideLayout17.xml><?xml version="1.0" encoding="utf-8"?>
<p:sldLayout xmlns:p="http://schemas.openxmlformats.org/presentationml/2006/main" matchingName="Title and six columns">
  <p:cSld name="CUSTOM_5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6" name="Google Shape;136;p18">
            <a:extLst xmlns:a="http://schemas.openxmlformats.org/drawingml/2006/main">
              <a:ext uri="{FF2B5EF4-FFF2-40B4-BE49-F238E27FC236}">
                <a16:creationId xmlns:a16="http://schemas.microsoft.com/office/drawing/2014/main" id="{6DFF032D-56E1-43C0-83CD-3CD63F3EB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11" y="170424"/>
            <a:ext cx="8360114" cy="439844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7" name="Google Shape;137;p18">
            <a:extLst xmlns:a="http://schemas.openxmlformats.org/drawingml/2006/main">
              <a:ext uri="{FF2B5EF4-FFF2-40B4-BE49-F238E27FC236}">
                <a16:creationId xmlns:a16="http://schemas.microsoft.com/office/drawing/2014/main" id="{FD41A143-9202-4B8B-98CA-05293E457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00" y="170424"/>
            <a:ext cx="8360114" cy="25497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8" name="Google Shape;138;p18">
            <a:extLst xmlns:a="http://schemas.openxmlformats.org/drawingml/2006/main">
              <a:ext uri="{FF2B5EF4-FFF2-40B4-BE49-F238E27FC236}">
                <a16:creationId xmlns:a16="http://schemas.microsoft.com/office/drawing/2014/main" id="{8D98FF65-36FD-4C92-8A91-1FB8183AEB2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4350" y="953007"/>
            <a:ext cx="2563200" cy="73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139" name="Google Shape;139;p18">
            <a:extLst xmlns:a="http://schemas.openxmlformats.org/drawingml/2006/main">
              <a:ext uri="{FF2B5EF4-FFF2-40B4-BE49-F238E27FC236}">
                <a16:creationId xmlns:a16="http://schemas.microsoft.com/office/drawing/2014/main" id="{72447EC5-14BD-47D1-89F7-8C808ECDFF5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724350" y="1650487"/>
            <a:ext cx="2563200" cy="107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40" name="Google Shape;140;p18">
            <a:extLst xmlns:a="http://schemas.openxmlformats.org/drawingml/2006/main">
              <a:ext uri="{FF2B5EF4-FFF2-40B4-BE49-F238E27FC236}">
                <a16:creationId xmlns:a16="http://schemas.microsoft.com/office/drawing/2014/main" id="{BCE8EC39-DF1B-4AD5-8B91-10EBC693778F}"/>
              </a:ext>
            </a:extLst>
          </p:cNvPr>
          <p:cNvSpPr>
            <a:spLocks xmlns:a="http://schemas.openxmlformats.org/drawingml/2006/main" noGrp="1"/>
          </p:cNvSpPr>
          <p:nvPr>
            <p:ph type="title" idx="2"/>
          </p:nvPr>
        </p:nvSpPr>
        <p:spPr>
          <a:xfrm xmlns:a="http://schemas.openxmlformats.org/drawingml/2006/main">
            <a:off x="3290800" y="961215"/>
            <a:ext cx="2563200" cy="73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141" name="Google Shape;141;p18">
            <a:extLst xmlns:a="http://schemas.openxmlformats.org/drawingml/2006/main">
              <a:ext uri="{FF2B5EF4-FFF2-40B4-BE49-F238E27FC236}">
                <a16:creationId xmlns:a16="http://schemas.microsoft.com/office/drawing/2014/main" id="{D2DA557D-DD76-4255-9A03-627D41FB4EF1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3290800" y="1650487"/>
            <a:ext cx="2563200" cy="108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42" name="Google Shape;142;p18">
            <a:extLst xmlns:a="http://schemas.openxmlformats.org/drawingml/2006/main">
              <a:ext uri="{FF2B5EF4-FFF2-40B4-BE49-F238E27FC236}">
                <a16:creationId xmlns:a16="http://schemas.microsoft.com/office/drawing/2014/main" id="{932A5B47-ABE2-46AF-8408-11C25AA10E2C}"/>
              </a:ext>
            </a:extLst>
          </p:cNvPr>
          <p:cNvSpPr>
            <a:spLocks xmlns:a="http://schemas.openxmlformats.org/drawingml/2006/main" noGrp="1"/>
          </p:cNvSpPr>
          <p:nvPr>
            <p:ph type="title" idx="4"/>
          </p:nvPr>
        </p:nvSpPr>
        <p:spPr>
          <a:xfrm xmlns:a="http://schemas.openxmlformats.org/drawingml/2006/main">
            <a:off x="724350" y="2741296"/>
            <a:ext cx="2563200" cy="73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143" name="Google Shape;143;p18">
            <a:extLst xmlns:a="http://schemas.openxmlformats.org/drawingml/2006/main">
              <a:ext uri="{FF2B5EF4-FFF2-40B4-BE49-F238E27FC236}">
                <a16:creationId xmlns:a16="http://schemas.microsoft.com/office/drawing/2014/main" id="{E1696E3C-E36A-423C-91B4-6126FF61618E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724350" y="3436046"/>
            <a:ext cx="2563200" cy="108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44" name="Google Shape;144;p18">
            <a:extLst xmlns:a="http://schemas.openxmlformats.org/drawingml/2006/main">
              <a:ext uri="{FF2B5EF4-FFF2-40B4-BE49-F238E27FC236}">
                <a16:creationId xmlns:a16="http://schemas.microsoft.com/office/drawing/2014/main" id="{B625DB5D-E45E-426A-AA2F-A06D4D8D4D5D}"/>
              </a:ext>
            </a:extLst>
          </p:cNvPr>
          <p:cNvSpPr>
            <a:spLocks xmlns:a="http://schemas.openxmlformats.org/drawingml/2006/main" noGrp="1"/>
          </p:cNvSpPr>
          <p:nvPr>
            <p:ph type="title" idx="6"/>
          </p:nvPr>
        </p:nvSpPr>
        <p:spPr>
          <a:xfrm xmlns:a="http://schemas.openxmlformats.org/drawingml/2006/main">
            <a:off x="3290793" y="2741302"/>
            <a:ext cx="2563200" cy="73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145" name="Google Shape;145;p18">
            <a:extLst xmlns:a="http://schemas.openxmlformats.org/drawingml/2006/main">
              <a:ext uri="{FF2B5EF4-FFF2-40B4-BE49-F238E27FC236}">
                <a16:creationId xmlns:a16="http://schemas.microsoft.com/office/drawing/2014/main" id="{A9BAA24F-4894-4B13-B41C-1D9F6B88D1B3}"/>
              </a:ext>
            </a:extLst>
          </p:cNvPr>
          <p:cNvSpPr>
            <a:spLocks xmlns:a="http://schemas.openxmlformats.org/drawingml/2006/main" noGrp="1"/>
          </p:cNvSpPr>
          <p:nvPr>
            <p:ph type="subTitle" idx="7"/>
          </p:nvPr>
        </p:nvSpPr>
        <p:spPr>
          <a:xfrm xmlns:a="http://schemas.openxmlformats.org/drawingml/2006/main">
            <a:off x="3290793" y="3436048"/>
            <a:ext cx="2563200" cy="108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46" name="Google Shape;146;p18">
            <a:extLst xmlns:a="http://schemas.openxmlformats.org/drawingml/2006/main">
              <a:ext uri="{FF2B5EF4-FFF2-40B4-BE49-F238E27FC236}">
                <a16:creationId xmlns:a16="http://schemas.microsoft.com/office/drawing/2014/main" id="{BEC61D4C-DA14-41F5-B4CF-0A0B21B63BFB}"/>
              </a:ext>
            </a:extLst>
          </p:cNvPr>
          <p:cNvSpPr>
            <a:spLocks xmlns:a="http://schemas.openxmlformats.org/drawingml/2006/main" noGrp="1"/>
          </p:cNvSpPr>
          <p:nvPr>
            <p:ph type="title" idx="8"/>
          </p:nvPr>
        </p:nvSpPr>
        <p:spPr>
          <a:xfrm xmlns:a="http://schemas.openxmlformats.org/drawingml/2006/main">
            <a:off x="5852375" y="961215"/>
            <a:ext cx="2563200" cy="73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147" name="Google Shape;147;p18">
            <a:extLst xmlns:a="http://schemas.openxmlformats.org/drawingml/2006/main">
              <a:ext uri="{FF2B5EF4-FFF2-40B4-BE49-F238E27FC236}">
                <a16:creationId xmlns:a16="http://schemas.microsoft.com/office/drawing/2014/main" id="{27360C02-E32C-42B2-8965-238E256045E7}"/>
              </a:ext>
            </a:extLst>
          </p:cNvPr>
          <p:cNvSpPr>
            <a:spLocks xmlns:a="http://schemas.openxmlformats.org/drawingml/2006/main" noGrp="1"/>
          </p:cNvSpPr>
          <p:nvPr>
            <p:ph type="subTitle" idx="9"/>
          </p:nvPr>
        </p:nvSpPr>
        <p:spPr>
          <a:xfrm xmlns:a="http://schemas.openxmlformats.org/drawingml/2006/main">
            <a:off x="5852377" y="1650487"/>
            <a:ext cx="2563200" cy="108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48" name="Google Shape;148;p18">
            <a:extLst xmlns:a="http://schemas.openxmlformats.org/drawingml/2006/main">
              <a:ext uri="{FF2B5EF4-FFF2-40B4-BE49-F238E27FC236}">
                <a16:creationId xmlns:a16="http://schemas.microsoft.com/office/drawing/2014/main" id="{7BD90C8F-1763-4BF5-9DF8-E81ACC382D94}"/>
              </a:ext>
            </a:extLst>
          </p:cNvPr>
          <p:cNvSpPr>
            <a:spLocks xmlns:a="http://schemas.openxmlformats.org/drawingml/2006/main" noGrp="1"/>
          </p:cNvSpPr>
          <p:nvPr>
            <p:ph type="title" idx="13"/>
          </p:nvPr>
        </p:nvSpPr>
        <p:spPr>
          <a:xfrm xmlns:a="http://schemas.openxmlformats.org/drawingml/2006/main">
            <a:off x="5852375" y="2741298"/>
            <a:ext cx="2563200" cy="73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149" name="Google Shape;149;p18">
            <a:extLst xmlns:a="http://schemas.openxmlformats.org/drawingml/2006/main">
              <a:ext uri="{FF2B5EF4-FFF2-40B4-BE49-F238E27FC236}">
                <a16:creationId xmlns:a16="http://schemas.microsoft.com/office/drawing/2014/main" id="{00CE434D-DC75-4249-92CC-EF5E7AFBDFE5}"/>
              </a:ext>
            </a:extLst>
          </p:cNvPr>
          <p:cNvSpPr>
            <a:spLocks xmlns:a="http://schemas.openxmlformats.org/drawingml/2006/main" noGrp="1"/>
          </p:cNvSpPr>
          <p:nvPr>
            <p:ph type="subTitle" idx="14"/>
          </p:nvPr>
        </p:nvSpPr>
        <p:spPr>
          <a:xfrm xmlns:a="http://schemas.openxmlformats.org/drawingml/2006/main">
            <a:off x="5852378" y="3436047"/>
            <a:ext cx="2563200" cy="108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50" name="Google Shape;150;p18">
            <a:extLst xmlns:a="http://schemas.openxmlformats.org/drawingml/2006/main">
              <a:ext uri="{FF2B5EF4-FFF2-40B4-BE49-F238E27FC236}">
                <a16:creationId xmlns:a16="http://schemas.microsoft.com/office/drawing/2014/main" id="{70EA32B3-593A-456D-986F-D18400EC2ACB}"/>
              </a:ext>
            </a:extLst>
          </p:cNvPr>
          <p:cNvSpPr>
            <a:spLocks xmlns:a="http://schemas.openxmlformats.org/drawingml/2006/main" noGrp="1"/>
          </p:cNvSpPr>
          <p:nvPr>
            <p:ph type="title" idx="15"/>
          </p:nvPr>
        </p:nvSpPr>
        <p:spPr>
          <a:xfrm xmlns:a="http://schemas.openxmlformats.org/drawingml/2006/main">
            <a:off x="719988" y="459128"/>
            <a:ext cx="77040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51" name="Google Shape;151;p18">
            <a:extLst xmlns:a="http://schemas.openxmlformats.org/drawingml/2006/main">
              <a:ext uri="{FF2B5EF4-FFF2-40B4-BE49-F238E27FC236}">
                <a16:creationId xmlns:a16="http://schemas.microsoft.com/office/drawing/2014/main" id="{BC2E3668-ECC9-43F7-8BC8-BED558D14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00" y="4753684"/>
            <a:ext cx="84786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1 0 1 1   0 1 1   0 1   1 0 1 1 0 0 1   1 0   1 1 0 1 1   0 1 1   0 1   1 1 0 1 1 0   1 1 0 1 1 1   1 1 0 1 </a:t>
            </a:r>
          </a:p>
        </p:txBody>
      </p:sp>
    </p:spTree>
  </p:cSld>
</p:sldLayout>
</file>

<file path=ppt/slideLayouts/slideLayout18.xml><?xml version="1.0" encoding="utf-8"?>
<p:sldLayout xmlns:p="http://schemas.openxmlformats.org/presentationml/2006/main" matchingName="Numbers and text">
  <p:cSld name="CUSTOM_6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4" name="Google Shape;154;p19">
            <a:extLst xmlns:a="http://schemas.openxmlformats.org/drawingml/2006/main">
              <a:ext uri="{FF2B5EF4-FFF2-40B4-BE49-F238E27FC236}">
                <a16:creationId xmlns:a16="http://schemas.microsoft.com/office/drawing/2014/main" id="{B1F1C27E-B42A-4937-A0DE-254EAC750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11" y="170424"/>
            <a:ext cx="8360114" cy="439844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5" name="Google Shape;155;p19">
            <a:extLst xmlns:a="http://schemas.openxmlformats.org/drawingml/2006/main">
              <a:ext uri="{FF2B5EF4-FFF2-40B4-BE49-F238E27FC236}">
                <a16:creationId xmlns:a16="http://schemas.microsoft.com/office/drawing/2014/main" id="{B47A05DF-F618-4825-BF46-57742E21B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00" y="170424"/>
            <a:ext cx="8360114" cy="25497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6" name="Google Shape;156;p19">
            <a:extLst xmlns:a="http://schemas.openxmlformats.org/drawingml/2006/main">
              <a:ext uri="{FF2B5EF4-FFF2-40B4-BE49-F238E27FC236}">
                <a16:creationId xmlns:a16="http://schemas.microsoft.com/office/drawing/2014/main" id="{3E2A774C-7B4A-477C-B76B-DC4F96F5098C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252403" y="1022536"/>
            <a:ext cx="4190700" cy="733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4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60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60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60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60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60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60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60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60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157" name="Google Shape;157;p19">
            <a:extLst xmlns:a="http://schemas.openxmlformats.org/drawingml/2006/main">
              <a:ext uri="{FF2B5EF4-FFF2-40B4-BE49-F238E27FC236}">
                <a16:creationId xmlns:a16="http://schemas.microsoft.com/office/drawing/2014/main" id="{A8B8DB91-9287-45DE-B7A4-273E350EB9F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252403" y="1620161"/>
            <a:ext cx="4190700" cy="384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T Sans"/>
                <a:ea typeface="PT Sans"/>
                <a:cs typeface="PT Sans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T Sans"/>
                <a:ea typeface="PT Sans"/>
                <a:cs typeface="PT Sans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T Sans"/>
                <a:ea typeface="PT Sans"/>
                <a:cs typeface="PT Sans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T Sans"/>
                <a:ea typeface="PT Sans"/>
                <a:cs typeface="PT Sans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T Sans"/>
                <a:ea typeface="PT Sans"/>
                <a:cs typeface="PT Sans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T Sans"/>
                <a:ea typeface="PT Sans"/>
                <a:cs typeface="PT Sans"/>
              </a:defRPr>
            </a:lvl9pPr>
          </a:lstStyle>
          <a:p xmlns:a="http://schemas.openxmlformats.org/drawingml/2006/main"/>
        </p:txBody>
      </p:sp>
      <p:sp>
        <p:nvSpPr>
          <p:cNvPr id="158" name="Google Shape;158;p19">
            <a:extLst xmlns:a="http://schemas.openxmlformats.org/drawingml/2006/main">
              <a:ext uri="{FF2B5EF4-FFF2-40B4-BE49-F238E27FC236}">
                <a16:creationId xmlns:a16="http://schemas.microsoft.com/office/drawing/2014/main" id="{A9713F01-9298-4FC2-8473-52E74852F1F5}"/>
              </a:ext>
            </a:extLst>
          </p:cNvPr>
          <p:cNvSpPr>
            <a:spLocks xmlns:a="http://schemas.openxmlformats.org/drawingml/2006/main" noGrp="1"/>
          </p:cNvSpPr>
          <p:nvPr>
            <p:ph type="title" idx="2" hasCustomPrompt="1"/>
          </p:nvPr>
        </p:nvSpPr>
        <p:spPr>
          <a:xfrm xmlns:a="http://schemas.openxmlformats.org/drawingml/2006/main">
            <a:off x="1252403" y="2080661"/>
            <a:ext cx="4190700" cy="733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4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60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60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60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60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60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60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60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60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159" name="Google Shape;159;p19">
            <a:extLst xmlns:a="http://schemas.openxmlformats.org/drawingml/2006/main">
              <a:ext uri="{FF2B5EF4-FFF2-40B4-BE49-F238E27FC236}">
                <a16:creationId xmlns:a16="http://schemas.microsoft.com/office/drawing/2014/main" id="{F8C732B9-F196-4C05-A64E-18901BA7A4E1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1252403" y="2678261"/>
            <a:ext cx="4190700" cy="384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T Sans"/>
                <a:ea typeface="PT Sans"/>
                <a:cs typeface="PT Sans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T Sans"/>
                <a:ea typeface="PT Sans"/>
                <a:cs typeface="PT Sans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T Sans"/>
                <a:ea typeface="PT Sans"/>
                <a:cs typeface="PT Sans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T Sans"/>
                <a:ea typeface="PT Sans"/>
                <a:cs typeface="PT Sans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T Sans"/>
                <a:ea typeface="PT Sans"/>
                <a:cs typeface="PT Sans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T Sans"/>
                <a:ea typeface="PT Sans"/>
                <a:cs typeface="PT Sans"/>
              </a:defRPr>
            </a:lvl9pPr>
          </a:lstStyle>
          <a:p xmlns:a="http://schemas.openxmlformats.org/drawingml/2006/main"/>
        </p:txBody>
      </p:sp>
      <p:sp>
        <p:nvSpPr>
          <p:cNvPr id="160" name="Google Shape;160;p19">
            <a:extLst xmlns:a="http://schemas.openxmlformats.org/drawingml/2006/main">
              <a:ext uri="{FF2B5EF4-FFF2-40B4-BE49-F238E27FC236}">
                <a16:creationId xmlns:a16="http://schemas.microsoft.com/office/drawing/2014/main" id="{504ADC73-D9D1-497D-BD62-DF1A6ABE09DD}"/>
              </a:ext>
            </a:extLst>
          </p:cNvPr>
          <p:cNvSpPr>
            <a:spLocks xmlns:a="http://schemas.openxmlformats.org/drawingml/2006/main" noGrp="1"/>
          </p:cNvSpPr>
          <p:nvPr>
            <p:ph type="title" idx="4" hasCustomPrompt="1"/>
          </p:nvPr>
        </p:nvSpPr>
        <p:spPr>
          <a:xfrm xmlns:a="http://schemas.openxmlformats.org/drawingml/2006/main">
            <a:off x="1252404" y="3138786"/>
            <a:ext cx="4190700" cy="733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4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60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60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60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60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60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60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60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60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161" name="Google Shape;161;p19">
            <a:extLst xmlns:a="http://schemas.openxmlformats.org/drawingml/2006/main">
              <a:ext uri="{FF2B5EF4-FFF2-40B4-BE49-F238E27FC236}">
                <a16:creationId xmlns:a16="http://schemas.microsoft.com/office/drawing/2014/main" id="{766D8781-1161-482B-9746-E84D40C96C55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1252404" y="3736386"/>
            <a:ext cx="4190700" cy="384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T Sans"/>
                <a:ea typeface="PT Sans"/>
                <a:cs typeface="PT Sans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T Sans"/>
                <a:ea typeface="PT Sans"/>
                <a:cs typeface="PT Sans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T Sans"/>
                <a:ea typeface="PT Sans"/>
                <a:cs typeface="PT Sans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T Sans"/>
                <a:ea typeface="PT Sans"/>
                <a:cs typeface="PT Sans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T Sans"/>
                <a:ea typeface="PT Sans"/>
                <a:cs typeface="PT Sans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T Sans"/>
                <a:ea typeface="PT Sans"/>
                <a:cs typeface="PT Sans"/>
              </a:defRPr>
            </a:lvl9pPr>
          </a:lstStyle>
          <a:p xmlns:a="http://schemas.openxmlformats.org/drawingml/2006/main"/>
        </p:txBody>
      </p:sp>
      <p:sp>
        <p:nvSpPr>
          <p:cNvPr id="162" name="Google Shape;162;p19">
            <a:extLst xmlns:a="http://schemas.openxmlformats.org/drawingml/2006/main">
              <a:ext uri="{FF2B5EF4-FFF2-40B4-BE49-F238E27FC236}">
                <a16:creationId xmlns:a16="http://schemas.microsoft.com/office/drawing/2014/main" id="{38C7312B-4B84-47EA-875B-7090E3C0D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00" y="4753684"/>
            <a:ext cx="84786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1 0 1 1   0 1 1   0 1   1 0 1 1 0 0 1   1 0   1 1 0 1 1   0 1 1   0 1   1 1 0 1 1 0   1 1 0 1 1 1   1 1 0 1 </a:t>
            </a:r>
          </a:p>
        </p:txBody>
      </p:sp>
    </p:spTree>
  </p:cSld>
</p:sldLayout>
</file>

<file path=ppt/slideLayouts/slideLayout19.xml><?xml version="1.0" encoding="utf-8"?>
<p:sldLayout xmlns:p="http://schemas.openxmlformats.org/presentationml/2006/main" matchingName="Title only 1">
  <p:cSld name="CUSTOM_7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5" name="Google Shape;165;p20">
            <a:extLst xmlns:a="http://schemas.openxmlformats.org/drawingml/2006/main">
              <a:ext uri="{FF2B5EF4-FFF2-40B4-BE49-F238E27FC236}">
                <a16:creationId xmlns:a16="http://schemas.microsoft.com/office/drawing/2014/main" id="{23328D94-F994-4FC6-8B7F-6CA4215DB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11" y="170424"/>
            <a:ext cx="8360114" cy="439844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6" name="Google Shape;166;p20">
            <a:extLst xmlns:a="http://schemas.openxmlformats.org/drawingml/2006/main">
              <a:ext uri="{FF2B5EF4-FFF2-40B4-BE49-F238E27FC236}">
                <a16:creationId xmlns:a16="http://schemas.microsoft.com/office/drawing/2014/main" id="{F95D7B01-71BD-4E9E-891E-1EA6801E2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00" y="170424"/>
            <a:ext cx="8360114" cy="25497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7" name="Google Shape;167;p20">
            <a:extLst xmlns:a="http://schemas.openxmlformats.org/drawingml/2006/main">
              <a:ext uri="{FF2B5EF4-FFF2-40B4-BE49-F238E27FC236}">
                <a16:creationId xmlns:a16="http://schemas.microsoft.com/office/drawing/2014/main" id="{BD3F23FB-FE05-4C87-9704-BB7A9320C08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19988" y="459128"/>
            <a:ext cx="77040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68" name="Google Shape;168;p20">
            <a:extLst xmlns:a="http://schemas.openxmlformats.org/drawingml/2006/main">
              <a:ext uri="{FF2B5EF4-FFF2-40B4-BE49-F238E27FC236}">
                <a16:creationId xmlns:a16="http://schemas.microsoft.com/office/drawing/2014/main" id="{256725C3-019E-4A70-B0C3-EF7FD6130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00" y="4753684"/>
            <a:ext cx="84786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1 0 1 1   0 1 1   0 1   1 0 1 1 0 0 1   1 0   1 1 0 1 1   0 1 1   0 1   1 1 0 1 1 0   1 1 0 1 1 1   1 1 0 1 </a:t>
            </a:r>
          </a:p>
        </p:txBody>
      </p:sp>
    </p:spTree>
  </p:cSld>
</p:sldLayout>
</file>

<file path=ppt/slideLayouts/slideLayout20.xml><?xml version="1.0" encoding="utf-8"?>
<p:sldLayout xmlns:p="http://schemas.openxmlformats.org/presentationml/2006/main" matchingName="Thanks">
  <p:cSld name="CUSTOM_8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1" name="Google Shape;171;p21">
            <a:extLst xmlns:a="http://schemas.openxmlformats.org/drawingml/2006/main">
              <a:ext uri="{FF2B5EF4-FFF2-40B4-BE49-F238E27FC236}">
                <a16:creationId xmlns:a16="http://schemas.microsoft.com/office/drawing/2014/main" id="{9AA54D9B-A180-45FA-91FE-C38ED613A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2525" y="726625"/>
            <a:ext cx="6578100" cy="3438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2" name="Google Shape;172;p21">
            <a:extLst xmlns:a="http://schemas.openxmlformats.org/drawingml/2006/main">
              <a:ext uri="{FF2B5EF4-FFF2-40B4-BE49-F238E27FC236}">
                <a16:creationId xmlns:a16="http://schemas.microsoft.com/office/drawing/2014/main" id="{EE2E02A2-957C-4919-82D5-181B5D8C0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2525" y="726625"/>
            <a:ext cx="6578100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4" name="Google Shape;174;p21">
            <a:extLst xmlns:a="http://schemas.openxmlformats.org/drawingml/2006/main">
              <a:ext uri="{FF2B5EF4-FFF2-40B4-BE49-F238E27FC236}">
                <a16:creationId xmlns:a16="http://schemas.microsoft.com/office/drawing/2014/main" id="{0303EB9A-7157-431E-9395-70516C77E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24175" y="2984325"/>
            <a:ext cx="3447300" cy="15846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5" name="Google Shape;175;p21">
            <a:extLst xmlns:a="http://schemas.openxmlformats.org/drawingml/2006/main">
              <a:ext uri="{FF2B5EF4-FFF2-40B4-BE49-F238E27FC236}">
                <a16:creationId xmlns:a16="http://schemas.microsoft.com/office/drawing/2014/main" id="{A63DD6B5-7950-4439-9E73-395FA6863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24175" y="2984325"/>
            <a:ext cx="3447300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6" name="Google Shape;176;p21">
            <a:extLst xmlns:a="http://schemas.openxmlformats.org/drawingml/2006/main">
              <a:ext uri="{FF2B5EF4-FFF2-40B4-BE49-F238E27FC236}">
                <a16:creationId xmlns:a16="http://schemas.microsoft.com/office/drawing/2014/main" id="{BD60A3A0-CFD3-41EE-8CFE-FCC5A661E52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697375" y="1229575"/>
            <a:ext cx="3294600" cy="997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60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52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52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52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52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52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52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52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5200"/>
            </a:lvl9pPr>
          </a:lstStyle>
          <a:p xmlns:a="http://schemas.openxmlformats.org/drawingml/2006/main"/>
        </p:txBody>
      </p:sp>
      <p:sp>
        <p:nvSpPr>
          <p:cNvPr id="177" name="Google Shape;177;p21">
            <a:extLst xmlns:a="http://schemas.openxmlformats.org/drawingml/2006/main">
              <a:ext uri="{FF2B5EF4-FFF2-40B4-BE49-F238E27FC236}">
                <a16:creationId xmlns:a16="http://schemas.microsoft.com/office/drawing/2014/main" id="{5D25E2D6-9C51-4B70-90BE-989E7545D6E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697375" y="2291627"/>
            <a:ext cx="3294600" cy="997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9pPr>
          </a:lstStyle>
          <a:p xmlns:a="http://schemas.openxmlformats.org/drawingml/2006/main"/>
        </p:txBody>
      </p:sp>
      <p:sp>
        <p:nvSpPr>
          <p:cNvPr id="178" name="Google Shape;178;p21">
            <a:extLst xmlns:a="http://schemas.openxmlformats.org/drawingml/2006/main">
              <a:ext uri="{FF2B5EF4-FFF2-40B4-BE49-F238E27FC236}">
                <a16:creationId xmlns:a16="http://schemas.microsoft.com/office/drawing/2014/main" id="{A07C8D1C-CF96-4365-85A5-7888129C2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7075" y="3285800"/>
            <a:ext cx="3294600" cy="82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300"/>
              </a:spcBef>
              <a:spcAft>
                <a:spcPts val="0"/>
              </a:spcAft>
              <a:buNone/>
            </a:pPr>
            <a:r>
              <a:rPr sz="1000" b="1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CREDITS:</a:t>
            </a: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 This presentation template was created by </a:t>
            </a:r>
            <a:r>
              <a:rPr sz="1000" b="1" u="sng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Slidesgo</a:t>
            </a: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, and includes icons by </a:t>
            </a:r>
            <a:r>
              <a:rPr sz="1000" b="1" u="sng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Flaticon</a:t>
            </a: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, and infographics &amp; images by </a:t>
            </a:r>
            <a:r>
              <a:rPr sz="1000" b="1" u="sng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Freepik</a:t>
            </a:r>
            <a:r>
              <a:rPr sz="1000" u="sng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 </a:t>
            </a:r>
          </a:p>
        </p:txBody>
      </p:sp>
      <p:sp>
        <p:nvSpPr>
          <p:cNvPr id="179" name="Google Shape;179;p21">
            <a:extLst xmlns:a="http://schemas.openxmlformats.org/drawingml/2006/main">
              <a:ext uri="{FF2B5EF4-FFF2-40B4-BE49-F238E27FC236}">
                <a16:creationId xmlns:a16="http://schemas.microsoft.com/office/drawing/2014/main" id="{16FC356F-5FE4-4911-A23D-C217FAD85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00" y="4753684"/>
            <a:ext cx="84786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1 0 1 1   0 1 1   0 1   1 0 1 1 0 0 1   1 0   1 1 0 1 1   0 1 1   0 1   1 1 0 1 1 0   1 1 0 1 1 1   1 1 0 1 </a:t>
            </a:r>
          </a:p>
        </p:txBody>
      </p:sp>
      <p:sp>
        <p:nvSpPr>
          <p:cNvPr id="180" name="Google Shape;180;p21">
            <a:extLst xmlns:a="http://schemas.openxmlformats.org/drawingml/2006/main">
              <a:ext uri="{FF2B5EF4-FFF2-40B4-BE49-F238E27FC236}">
                <a16:creationId xmlns:a16="http://schemas.microsoft.com/office/drawing/2014/main" id="{AE7B1E34-8137-4BD7-A967-D26079F43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75" y="0"/>
            <a:ext cx="3048600" cy="4149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81" name="Google Shape;181;p21">
            <a:extLst xmlns:a="http://schemas.openxmlformats.org/drawingml/2006/main">
              <a:ext uri="{FF2B5EF4-FFF2-40B4-BE49-F238E27FC236}">
                <a16:creationId xmlns:a16="http://schemas.microsoft.com/office/drawing/2014/main" id="{69E5A878-4114-4DFE-8558-5BB6A10E4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9300" y="0"/>
            <a:ext cx="6084600" cy="4149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</p:sldLayout>
</file>

<file path=ppt/slideLayouts/slideLayout21.xml><?xml version="1.0" encoding="utf-8"?>
<p:sldLayout xmlns:p="http://schemas.openxmlformats.org/presentationml/2006/main" matchingName="Background">
  <p:cSld name="CUSTOM_14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4" name="Google Shape;184;p22">
            <a:extLst xmlns:a="http://schemas.openxmlformats.org/drawingml/2006/main">
              <a:ext uri="{FF2B5EF4-FFF2-40B4-BE49-F238E27FC236}">
                <a16:creationId xmlns:a16="http://schemas.microsoft.com/office/drawing/2014/main" id="{1839DF2D-1E43-4E2E-9981-5BD7CC92C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2525" y="726625"/>
            <a:ext cx="6578100" cy="3438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85" name="Google Shape;185;p22">
            <a:extLst xmlns:a="http://schemas.openxmlformats.org/drawingml/2006/main">
              <a:ext uri="{FF2B5EF4-FFF2-40B4-BE49-F238E27FC236}">
                <a16:creationId xmlns:a16="http://schemas.microsoft.com/office/drawing/2014/main" id="{F9E478DC-96C3-427C-BAF2-D676E7ABC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2525" y="726625"/>
            <a:ext cx="6578100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87" name="Google Shape;187;p22">
            <a:extLst xmlns:a="http://schemas.openxmlformats.org/drawingml/2006/main">
              <a:ext uri="{FF2B5EF4-FFF2-40B4-BE49-F238E27FC236}">
                <a16:creationId xmlns:a16="http://schemas.microsoft.com/office/drawing/2014/main" id="{A04712EE-5DE9-4C1E-A425-0D7B21549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24175" y="2984325"/>
            <a:ext cx="3447300" cy="15846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88" name="Google Shape;188;p22">
            <a:extLst xmlns:a="http://schemas.openxmlformats.org/drawingml/2006/main">
              <a:ext uri="{FF2B5EF4-FFF2-40B4-BE49-F238E27FC236}">
                <a16:creationId xmlns:a16="http://schemas.microsoft.com/office/drawing/2014/main" id="{516AF4A3-52B3-4A79-8410-7BD7A5596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24175" y="2984325"/>
            <a:ext cx="3447300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89" name="Google Shape;189;p22">
            <a:extLst xmlns:a="http://schemas.openxmlformats.org/drawingml/2006/main">
              <a:ext uri="{FF2B5EF4-FFF2-40B4-BE49-F238E27FC236}">
                <a16:creationId xmlns:a16="http://schemas.microsoft.com/office/drawing/2014/main" id="{5B3D9B9B-4ED3-42A7-835F-73861F1CB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00" y="4753684"/>
            <a:ext cx="84786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1 0 1 1   0 1 1   0 1   1 0 1 1 0 0 1   1 0   1 1 0 1 1   0 1 1   0 1   1 1 0 1 1 0   1 1 0 1 1 1   1 1 0 1 </a:t>
            </a:r>
          </a:p>
        </p:txBody>
      </p:sp>
      <p:sp>
        <p:nvSpPr>
          <p:cNvPr id="191" name="Google Shape;191;p22">
            <a:extLst xmlns:a="http://schemas.openxmlformats.org/drawingml/2006/main">
              <a:ext uri="{FF2B5EF4-FFF2-40B4-BE49-F238E27FC236}">
                <a16:creationId xmlns:a16="http://schemas.microsoft.com/office/drawing/2014/main" id="{3E2EFBFF-6D86-4C2E-8F81-3D64CB61D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575" y="0"/>
            <a:ext cx="3048600" cy="4149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2" name="Google Shape;192;p22">
            <a:extLst xmlns:a="http://schemas.openxmlformats.org/drawingml/2006/main">
              <a:ext uri="{FF2B5EF4-FFF2-40B4-BE49-F238E27FC236}">
                <a16:creationId xmlns:a16="http://schemas.microsoft.com/office/drawing/2014/main" id="{9058EEA4-8E9F-4747-A2C1-B45A3EFBE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59300" y="0"/>
            <a:ext cx="6084600" cy="4149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</p:sldLayout>
</file>

<file path=ppt/slideLayouts/slideLayout22.xml><?xml version="1.0" encoding="utf-8"?>
<p:sldLayout xmlns:p="http://schemas.openxmlformats.org/presentationml/2006/main" matchingName="Background 1">
  <p:cSld name="CUSTOM_14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5" name="Google Shape;195;p23">
            <a:extLst xmlns:a="http://schemas.openxmlformats.org/drawingml/2006/main">
              <a:ext uri="{FF2B5EF4-FFF2-40B4-BE49-F238E27FC236}">
                <a16:creationId xmlns:a16="http://schemas.microsoft.com/office/drawing/2014/main" id="{1320E569-1E75-44EA-92AA-2B16E7736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11" y="170424"/>
            <a:ext cx="8360114" cy="439844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6" name="Google Shape;196;p23">
            <a:extLst xmlns:a="http://schemas.openxmlformats.org/drawingml/2006/main">
              <a:ext uri="{FF2B5EF4-FFF2-40B4-BE49-F238E27FC236}">
                <a16:creationId xmlns:a16="http://schemas.microsoft.com/office/drawing/2014/main" id="{047E28E6-2F08-4CEF-8BF4-A5FA611F9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00" y="170424"/>
            <a:ext cx="8360114" cy="25497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7" name="Google Shape;197;p23">
            <a:extLst xmlns:a="http://schemas.openxmlformats.org/drawingml/2006/main">
              <a:ext uri="{FF2B5EF4-FFF2-40B4-BE49-F238E27FC236}">
                <a16:creationId xmlns:a16="http://schemas.microsoft.com/office/drawing/2014/main" id="{E1041E8D-FAB7-4AFA-B02A-3DA562D6A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00" y="4753684"/>
            <a:ext cx="84786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1 0 1 1   0 1 1   0 1   1 0 1 1 0 0 1   1 0   1 1 0 1 1   0 1 1   0 1   1 1 0 1 1 0   1 1 0 1 1 1   1 1 0 1 </a:t>
            </a: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95a8f51e183417b" /><Relationship Type="http://schemas.openxmlformats.org/officeDocument/2006/relationships/slideLayout" Target="/ppt/slideLayouts/slideLayout1.xml" Id="Reae8a4548af441e2" /><Relationship Type="http://schemas.openxmlformats.org/officeDocument/2006/relationships/slideLayout" Target="/ppt/slideLayouts/slideLayout2.xml" Id="R6b29dd6f750a4be9" /><Relationship Type="http://schemas.openxmlformats.org/officeDocument/2006/relationships/slideLayout" Target="/ppt/slideLayouts/slideLayout3.xml" Id="Rc995b37612364da9" /><Relationship Type="http://schemas.openxmlformats.org/officeDocument/2006/relationships/slideLayout" Target="/ppt/slideLayouts/slideLayout4.xml" Id="R69bae714e6b14a57" /><Relationship Type="http://schemas.openxmlformats.org/officeDocument/2006/relationships/slideLayout" Target="/ppt/slideLayouts/slideLayout5.xml" Id="R18785394cace4961" /><Relationship Type="http://schemas.openxmlformats.org/officeDocument/2006/relationships/slideLayout" Target="/ppt/slideLayouts/slideLayout6.xml" Id="R00da08b7de7d44f9" /><Relationship Type="http://schemas.openxmlformats.org/officeDocument/2006/relationships/slideLayout" Target="/ppt/slideLayouts/slideLayout7.xml" Id="Rac287d0c01fb46c6" /><Relationship Type="http://schemas.openxmlformats.org/officeDocument/2006/relationships/slideLayout" Target="/ppt/slideLayouts/slideLayout8.xml" Id="R7e803db47d9a4b6e" /><Relationship Type="http://schemas.openxmlformats.org/officeDocument/2006/relationships/slideLayout" Target="/ppt/slideLayouts/slideLayout9.xml" Id="R78f36d413dda4b81" /><Relationship Type="http://schemas.openxmlformats.org/officeDocument/2006/relationships/slideLayout" Target="/ppt/slideLayouts/slideLayout10.xml" Id="R5433be3ebb6c44aa" /><Relationship Type="http://schemas.openxmlformats.org/officeDocument/2006/relationships/slideLayout" Target="/ppt/slideLayouts/slideLayout11.xml" Id="R2469e564fd454374" /><Relationship Type="http://schemas.openxmlformats.org/officeDocument/2006/relationships/slideLayout" Target="/ppt/slideLayouts/slideLayout12.xml" Id="Rc33611963df44539" /><Relationship Type="http://schemas.openxmlformats.org/officeDocument/2006/relationships/slideLayout" Target="/ppt/slideLayouts/slideLayout13.xml" Id="R56eeccaa0dd040cb" /><Relationship Type="http://schemas.openxmlformats.org/officeDocument/2006/relationships/slideLayout" Target="/ppt/slideLayouts/slideLayout14.xml" Id="R56f97d02569d4ec0" /><Relationship Type="http://schemas.openxmlformats.org/officeDocument/2006/relationships/slideLayout" Target="/ppt/slideLayouts/slideLayout15.xml" Id="R8576f9fd8ae7496f" /><Relationship Type="http://schemas.openxmlformats.org/officeDocument/2006/relationships/slideLayout" Target="/ppt/slideLayouts/slideLayout16.xml" Id="R755ab6a960c240f9" /><Relationship Type="http://schemas.openxmlformats.org/officeDocument/2006/relationships/slideLayout" Target="/ppt/slideLayouts/slideLayout17.xml" Id="Rc01569da870f42f9" /><Relationship Type="http://schemas.openxmlformats.org/officeDocument/2006/relationships/slideLayout" Target="/ppt/slideLayouts/slideLayout18.xml" Id="R6584ad6876e74b9d" /><Relationship Type="http://schemas.openxmlformats.org/officeDocument/2006/relationships/slideLayout" Target="/ppt/slideLayouts/slideLayout19.xml" Id="R3180cee31d384d0a" /><Relationship Type="http://schemas.openxmlformats.org/officeDocument/2006/relationships/slideLayout" Target="/ppt/slideLayouts/slideLayout20.xml" Id="R5c1900a3350f4a9e" /><Relationship Type="http://schemas.openxmlformats.org/officeDocument/2006/relationships/slideLayout" Target="/ppt/slideLayouts/slideLayout21.xml" Id="R2ade8be3d74c4b0e" /><Relationship Type="http://schemas.openxmlformats.org/officeDocument/2006/relationships/slideLayout" Target="/ppt/slideLayouts/slideLayout22.xml" Id="Rd13d46e49a294ba4" /></Relationships>
</file>

<file path=ppt/slideMasters/slideMaster1.xml><?xml version="1.0" encoding="utf-8"?>
<p:sldMaster xmlns:p="http://schemas.openxmlformats.org/presentationml/2006/main">
  <p:cSld name="simple-light-2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D775FF0F-D51C-41FB-B323-134E40419F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0000" y="463800"/>
            <a:ext cx="77040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3300">
                <a:solidFill>
                  <a:schemeClr val="dk1"/>
                </a:solidFill>
                <a:latin typeface="Quantico"/>
                <a:ea typeface="Quantico"/>
                <a:cs typeface="Quantico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dk1"/>
                </a:solidFill>
                <a:latin typeface="Quantico"/>
                <a:ea typeface="Quantico"/>
                <a:cs typeface="Quantico"/>
              </a:defRPr>
            </a:lvl2pPr>
            <a:lvl3pPr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dk1"/>
                </a:solidFill>
                <a:latin typeface="Quantico"/>
                <a:ea typeface="Quantico"/>
                <a:cs typeface="Quantico"/>
              </a:defRPr>
            </a:lvl3pPr>
            <a:lvl4pPr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dk1"/>
                </a:solidFill>
                <a:latin typeface="Quantico"/>
                <a:ea typeface="Quantico"/>
                <a:cs typeface="Quantico"/>
              </a:defRPr>
            </a:lvl4pPr>
            <a:lvl5pPr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dk1"/>
                </a:solidFill>
                <a:latin typeface="Quantico"/>
                <a:ea typeface="Quantico"/>
                <a:cs typeface="Quantico"/>
              </a:defRPr>
            </a:lvl5pPr>
            <a:lvl6pPr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dk1"/>
                </a:solidFill>
                <a:latin typeface="Quantico"/>
                <a:ea typeface="Quantico"/>
                <a:cs typeface="Quantico"/>
              </a:defRPr>
            </a:lvl6pPr>
            <a:lvl7pPr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dk1"/>
                </a:solidFill>
                <a:latin typeface="Quantico"/>
                <a:ea typeface="Quantico"/>
                <a:cs typeface="Quantico"/>
              </a:defRPr>
            </a:lvl7pPr>
            <a:lvl8pPr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dk1"/>
                </a:solidFill>
                <a:latin typeface="Quantico"/>
                <a:ea typeface="Quantico"/>
                <a:cs typeface="Quantico"/>
              </a:defRPr>
            </a:lvl8pPr>
            <a:lvl9pPr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dk1"/>
                </a:solidFill>
                <a:latin typeface="Quantico"/>
                <a:ea typeface="Quantico"/>
                <a:cs typeface="Quantico"/>
              </a:defRPr>
            </a:lvl9pPr>
          </a:lstStyle>
          <a:p xmlns:a="http://schemas.openxmlformats.org/drawingml/2006/main"/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0A4C9347-0DD7-44CF-BBA1-4B1F2AFE52C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0000" y="1152475"/>
            <a:ext cx="7704000" cy="341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marL="45720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12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defRPr>
            </a:lvl1pPr>
            <a:lvl2pPr marL="91440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12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defRPr>
            </a:lvl2pPr>
            <a:lvl3pPr marL="137160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12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defRPr>
            </a:lvl3pPr>
            <a:lvl4pPr marL="182880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12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defRPr>
            </a:lvl4pPr>
            <a:lvl5pPr marL="228600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12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defRPr>
            </a:lvl5pPr>
            <a:lvl6pPr marL="274320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12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defRPr>
            </a:lvl6pPr>
            <a:lvl7pPr marL="320040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12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defRPr>
            </a:lvl7pPr>
            <a:lvl8pPr marL="365760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12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defRPr>
            </a:lvl8pPr>
            <a:lvl9pPr marL="411480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12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defRPr>
            </a:lvl9pPr>
          </a:lstStyle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ae8a4548af441e2"/>
    <p:sldLayoutId xmlns:r="http://schemas.openxmlformats.org/officeDocument/2006/relationships" id="2147483650" r:id="R6b29dd6f750a4be9"/>
    <p:sldLayoutId xmlns:r="http://schemas.openxmlformats.org/officeDocument/2006/relationships" id="2147483651" r:id="Rc995b37612364da9"/>
    <p:sldLayoutId xmlns:r="http://schemas.openxmlformats.org/officeDocument/2006/relationships" id="2147483652" r:id="R69bae714e6b14a57"/>
    <p:sldLayoutId xmlns:r="http://schemas.openxmlformats.org/officeDocument/2006/relationships" id="2147483653" r:id="R18785394cace4961"/>
    <p:sldLayoutId xmlns:r="http://schemas.openxmlformats.org/officeDocument/2006/relationships" id="2147483654" r:id="R00da08b7de7d44f9"/>
    <p:sldLayoutId xmlns:r="http://schemas.openxmlformats.org/officeDocument/2006/relationships" id="2147483655" r:id="Rac287d0c01fb46c6"/>
    <p:sldLayoutId xmlns:r="http://schemas.openxmlformats.org/officeDocument/2006/relationships" id="2147483656" r:id="R7e803db47d9a4b6e"/>
    <p:sldLayoutId xmlns:r="http://schemas.openxmlformats.org/officeDocument/2006/relationships" id="2147483657" r:id="R78f36d413dda4b81"/>
    <p:sldLayoutId xmlns:r="http://schemas.openxmlformats.org/officeDocument/2006/relationships" id="2147483658" r:id="R5433be3ebb6c44aa"/>
    <p:sldLayoutId xmlns:r="http://schemas.openxmlformats.org/officeDocument/2006/relationships" id="2147483659" r:id="R2469e564fd454374"/>
    <p:sldLayoutId xmlns:r="http://schemas.openxmlformats.org/officeDocument/2006/relationships" id="2147483660" r:id="Rc33611963df44539"/>
    <p:sldLayoutId xmlns:r="http://schemas.openxmlformats.org/officeDocument/2006/relationships" id="2147483661" r:id="R56eeccaa0dd040cb"/>
    <p:sldLayoutId xmlns:r="http://schemas.openxmlformats.org/officeDocument/2006/relationships" id="2147483662" r:id="R56f97d02569d4ec0"/>
    <p:sldLayoutId xmlns:r="http://schemas.openxmlformats.org/officeDocument/2006/relationships" id="2147483663" r:id="R8576f9fd8ae7496f"/>
    <p:sldLayoutId xmlns:r="http://schemas.openxmlformats.org/officeDocument/2006/relationships" id="2147483664" r:id="R755ab6a960c240f9"/>
    <p:sldLayoutId xmlns:r="http://schemas.openxmlformats.org/officeDocument/2006/relationships" id="2147483665" r:id="Rc01569da870f42f9"/>
    <p:sldLayoutId xmlns:r="http://schemas.openxmlformats.org/officeDocument/2006/relationships" id="2147483666" r:id="R6584ad6876e74b9d"/>
    <p:sldLayoutId xmlns:r="http://schemas.openxmlformats.org/officeDocument/2006/relationships" id="2147483667" r:id="R3180cee31d384d0a"/>
    <p:sldLayoutId xmlns:r="http://schemas.openxmlformats.org/officeDocument/2006/relationships" id="2147483668" r:id="R5c1900a3350f4a9e"/>
    <p:sldLayoutId xmlns:r="http://schemas.openxmlformats.org/officeDocument/2006/relationships" id="2147483669" r:id="R2ade8be3d74c4b0e"/>
    <p:sldLayoutId xmlns:r="http://schemas.openxmlformats.org/officeDocument/2006/relationships" id="2147483670" r:id="Rd13d46e49a294ba4"/>
  </p:sldLayoutIdLst>
  <p:hf sldNum="0" hdr="0" ftr="0" dt="0"/>
  <p:txStyles>
    <p:title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New Operating System Design Pitch Deck by Slidesgo">
  <a:themeElements>
    <a:clrScheme name="Simple Light">
      <a:dk1>
        <a:srgbClr val="FFFFFF"/>
      </a:dk1>
      <a:lt1>
        <a:srgbClr val="2D323C"/>
      </a:lt1>
      <a:dk2>
        <a:srgbClr val="242830"/>
      </a:dk2>
      <a:lt2>
        <a:srgbClr val="FFDB5D"/>
      </a:lt2>
      <a:accent1>
        <a:srgbClr val="94EE6B"/>
      </a:accent1>
      <a:accent2>
        <a:srgbClr val="E81981"/>
      </a:accent2>
      <a:accent3>
        <a:srgbClr val="BD64B5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9bb61c50134b81" /><Relationship Type="http://schemas.openxmlformats.org/officeDocument/2006/relationships/notesSlide" Target="/ppt/notesSlides/notesSlide1.xml" Id="R204b114c305345b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811b98291684935" /><Relationship Type="http://schemas.openxmlformats.org/officeDocument/2006/relationships/image" Target="/ppt/media/image.jpeg" Id="R5dd7c184289e4a4e" /><Relationship Type="http://schemas.openxmlformats.org/officeDocument/2006/relationships/notesSlide" Target="/ppt/notesSlides/notesSlide2.xml" Id="R232a008de11d496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dd29c9c1ab341f2" /><Relationship Type="http://schemas.openxmlformats.org/officeDocument/2006/relationships/image" Target="/ppt/media/image2.jpeg" Id="Rf0dce5e522b84e55" /><Relationship Type="http://schemas.openxmlformats.org/officeDocument/2006/relationships/notesSlide" Target="/ppt/notesSlides/notesSlide3.xml" Id="R9031016ba3d24c1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342e3ce2ae54dea" /><Relationship Type="http://schemas.openxmlformats.org/officeDocument/2006/relationships/image" Target="/ppt/media/image.png" Id="R377fee4916eb4742" /><Relationship Type="http://schemas.openxmlformats.org/officeDocument/2006/relationships/notesSlide" Target="/ppt/notesSlides/notesSlide4.xml" Id="Rd51cde925a1149f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b5f2d47b1f8f4ac7" /><Relationship Type="http://schemas.openxmlformats.org/officeDocument/2006/relationships/image" Target="/ppt/media/image2.png" Id="R88c87f9e52a24d05" /><Relationship Type="http://schemas.openxmlformats.org/officeDocument/2006/relationships/notesSlide" Target="/ppt/notesSlides/notesSlide5.xml" Id="R8653093493cf466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a137a5f40b44aa" /><Relationship Type="http://schemas.openxmlformats.org/officeDocument/2006/relationships/image" Target="/ppt/media/image3.png" Id="R0b61776a30f241da" /><Relationship Type="http://schemas.openxmlformats.org/officeDocument/2006/relationships/notesSlide" Target="/ppt/notesSlides/notesSlide6.xml" Id="Rc7e6e72c4c2847e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abb0b277c591418f" /><Relationship Type="http://schemas.openxmlformats.org/officeDocument/2006/relationships/notesSlide" Target="/ppt/notesSlides/notesSlide7.xml" Id="Re0d30942c3dc464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f9e47c633d774d6c" /><Relationship Type="http://schemas.openxmlformats.org/officeDocument/2006/relationships/notesSlide" Target="/ppt/notesSlides/notesSlide8.xml" Id="R923b26dff35f430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01065bae56424357" /><Relationship Type="http://schemas.openxmlformats.org/officeDocument/2006/relationships/notesSlide" Target="/ppt/notesSlides/notesSlide9.xml" Id="Rff7049ec96b0469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539721aba7be407d" /><Relationship Type="http://schemas.openxmlformats.org/officeDocument/2006/relationships/notesSlide" Target="/ppt/notesSlides/notesSlide10.xml" Id="Ra73aaf25edf9405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6ffcd122f3514065" /><Relationship Type="http://schemas.openxmlformats.org/officeDocument/2006/relationships/notesSlide" Target="/ppt/notesSlides/notesSlide11.xml" Id="R23895d3ac741429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ee86702a55504ca2" /><Relationship Type="http://schemas.openxmlformats.org/officeDocument/2006/relationships/notesSlide" Target="/ppt/notesSlides/notesSlide12.xml" Id="R912a1084d259434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385cf2d035b44bc7" /><Relationship Type="http://schemas.openxmlformats.org/officeDocument/2006/relationships/notesSlide" Target="/ppt/notesSlides/notesSlide13.xml" Id="Rb755e41be8c8486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31b65ed32a434647" /><Relationship Type="http://schemas.openxmlformats.org/officeDocument/2006/relationships/notesSlide" Target="/ppt/notesSlides/notesSlide14.xml" Id="R39d2704ea3b6415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3508dfc7704b2d" /><Relationship Type="http://schemas.openxmlformats.org/officeDocument/2006/relationships/notesSlide" Target="/ppt/notesSlides/notesSlide15.xml" Id="R3e7807f03c91495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8b9daec1c94793" /><Relationship Type="http://schemas.openxmlformats.org/officeDocument/2006/relationships/notesSlide" Target="/ppt/notesSlides/notesSlide16.xml" Id="R96ce66de4ac448e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9087ca9d0a4e02" /><Relationship Type="http://schemas.openxmlformats.org/officeDocument/2006/relationships/notesSlide" Target="/ppt/notesSlides/notesSlide17.xml" Id="R41b9e1a30156454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817ab5ff7e8e417a" /><Relationship Type="http://schemas.openxmlformats.org/officeDocument/2006/relationships/notesSlide" Target="/ppt/notesSlides/notesSlide18.xml" Id="R6039c652adf04bc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0aeecb37c37f482b" /><Relationship Type="http://schemas.openxmlformats.org/officeDocument/2006/relationships/notesSlide" Target="/ppt/notesSlides/notesSlide19.xml" Id="R441b6d5b019b4fe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55e566019c6a47ef" /><Relationship Type="http://schemas.openxmlformats.org/officeDocument/2006/relationships/notesSlide" Target="/ppt/notesSlides/notesSlide20.xml" Id="R21feab609cca4cbb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0166d40ad0a94187" /><Relationship Type="http://schemas.openxmlformats.org/officeDocument/2006/relationships/notesSlide" Target="/ppt/notesSlides/notesSlide21.xml" Id="R1f19ce671fda401f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ffc5b53ed2ea4acc" /><Relationship Type="http://schemas.openxmlformats.org/officeDocument/2006/relationships/notesSlide" Target="/ppt/notesSlides/notesSlide22.xml" Id="R213fa925bff54522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593e9438ae7543f5" /><Relationship Type="http://schemas.openxmlformats.org/officeDocument/2006/relationships/notesSlide" Target="/ppt/notesSlides/notesSlide23.xml" Id="R9c59765ffaf443b4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357ff265fd4173" /><Relationship Type="http://schemas.openxmlformats.org/officeDocument/2006/relationships/notesSlide" Target="/ppt/notesSlides/notesSlide24.xml" Id="R8960f63d531b41dd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74e156b3e35e4aad" /><Relationship Type="http://schemas.openxmlformats.org/officeDocument/2006/relationships/notesSlide" Target="/ppt/notesSlides/notesSlide25.xml" Id="R4176f24606cc4efc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c6628c7bc87a4402" /><Relationship Type="http://schemas.openxmlformats.org/officeDocument/2006/relationships/notesSlide" Target="/ppt/notesSlides/notesSlide26.xml" Id="R0ef0444b4ba549a2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a7bd00628b497a" /><Relationship Type="http://schemas.openxmlformats.org/officeDocument/2006/relationships/notesSlide" Target="/ppt/notesSlides/notesSlide27.xml" Id="R03c84f2d3256406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3" name="Google Shape;203;p24">
            <a:extLst xmlns:a="http://schemas.openxmlformats.org/drawingml/2006/main">
              <a:ext uri="{FF2B5EF4-FFF2-40B4-BE49-F238E27FC236}">
                <a16:creationId xmlns:a16="http://schemas.microsoft.com/office/drawing/2014/main" id="{04D2E2B3-22FD-441D-93E4-32F09B56D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2525" y="726625"/>
            <a:ext cx="6578100" cy="3438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4" name="Google Shape;204;p24">
            <a:extLst xmlns:a="http://schemas.openxmlformats.org/drawingml/2006/main">
              <a:ext uri="{FF2B5EF4-FFF2-40B4-BE49-F238E27FC236}">
                <a16:creationId xmlns:a16="http://schemas.microsoft.com/office/drawing/2014/main" id="{B1D93451-B164-4654-813D-9B921C836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2525" y="726625"/>
            <a:ext cx="6578100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6" name="Google Shape;206;p24">
            <a:extLst xmlns:a="http://schemas.openxmlformats.org/drawingml/2006/main">
              <a:ext uri="{FF2B5EF4-FFF2-40B4-BE49-F238E27FC236}">
                <a16:creationId xmlns:a16="http://schemas.microsoft.com/office/drawing/2014/main" id="{EE5B2A1D-12A2-40AB-8D58-2E80CD3BF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06625" y="3349925"/>
            <a:ext cx="3447300" cy="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7" name="Google Shape;207;p24">
            <a:extLst xmlns:a="http://schemas.openxmlformats.org/drawingml/2006/main">
              <a:ext uri="{FF2B5EF4-FFF2-40B4-BE49-F238E27FC236}">
                <a16:creationId xmlns:a16="http://schemas.microsoft.com/office/drawing/2014/main" id="{2045E92C-FD95-4F72-B1D3-175AA5BC6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06625" y="3349925"/>
            <a:ext cx="3447300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9" name="Google Shape;209;p24">
            <a:extLst xmlns:a="http://schemas.openxmlformats.org/drawingml/2006/main">
              <a:ext uri="{FF2B5EF4-FFF2-40B4-BE49-F238E27FC236}">
                <a16:creationId xmlns:a16="http://schemas.microsoft.com/office/drawing/2014/main" id="{0AE4C7F2-E08C-4333-A7CB-F563247B9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49418" y="1309987"/>
            <a:ext cx="1864825" cy="163703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0" name="Google Shape;210;p24">
            <a:extLst xmlns:a="http://schemas.openxmlformats.org/drawingml/2006/main">
              <a:ext uri="{FF2B5EF4-FFF2-40B4-BE49-F238E27FC236}">
                <a16:creationId xmlns:a16="http://schemas.microsoft.com/office/drawing/2014/main" id="{976E2B22-EB9F-4CC7-ABF6-B9854C645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49425" y="1309976"/>
            <a:ext cx="1864825" cy="25530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1" name="Google Shape;211;p24">
            <a:extLst xmlns:a="http://schemas.openxmlformats.org/drawingml/2006/main">
              <a:ext uri="{FF2B5EF4-FFF2-40B4-BE49-F238E27FC236}">
                <a16:creationId xmlns:a16="http://schemas.microsoft.com/office/drawing/2014/main" id="{6775FBA8-32A6-4C5D-858A-FBE91F9F8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4325" y="20128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lt2"/>
                </a:solidFill>
                <a:latin typeface="Quantico"/>
                <a:ea typeface="Quantico"/>
                <a:cs typeface="Quantico"/>
              </a:rPr>
              <a:t>&lt;/</a:t>
            </a:r>
          </a:p>
        </p:txBody>
      </p:sp>
      <p:sp>
        <p:nvSpPr>
          <p:cNvPr id="212" name="Google Shape;212;p24">
            <a:extLst xmlns:a="http://schemas.openxmlformats.org/drawingml/2006/main">
              <a:ext uri="{FF2B5EF4-FFF2-40B4-BE49-F238E27FC236}">
                <a16:creationId xmlns:a16="http://schemas.microsoft.com/office/drawing/2014/main" id="{E705969D-D0F1-46F7-91BE-19AAFA3F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8825" y="1974375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213" name="Google Shape;213;p24">
            <a:extLst xmlns:a="http://schemas.openxmlformats.org/drawingml/2006/main">
              <a:ext uri="{FF2B5EF4-FFF2-40B4-BE49-F238E27FC236}">
                <a16:creationId xmlns:a16="http://schemas.microsoft.com/office/drawing/2014/main" id="{FBDE6D5E-521E-4730-84D0-2601494F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8457" y="187360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  <p:sp>
        <p:nvSpPr>
          <p:cNvPr id="214" name="Google Shape;214;p24">
            <a:extLst xmlns:a="http://schemas.openxmlformats.org/drawingml/2006/main">
              <a:ext uri="{FF2B5EF4-FFF2-40B4-BE49-F238E27FC236}">
                <a16:creationId xmlns:a16="http://schemas.microsoft.com/office/drawing/2014/main" id="{5EE6EEBD-605C-4EFD-803C-779B4C388CA3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875450" y="1974375"/>
            <a:ext cx="4148400" cy="746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Programming Adventure Begins</a:t>
            </a:r>
          </a:p>
        </p:txBody>
      </p:sp>
      <p:sp>
        <p:nvSpPr>
          <p:cNvPr id="215" name="Google Shape;215;p24">
            <a:extLst xmlns:a="http://schemas.openxmlformats.org/drawingml/2006/main">
              <a:ext uri="{FF2B5EF4-FFF2-40B4-BE49-F238E27FC236}">
                <a16:creationId xmlns:a16="http://schemas.microsoft.com/office/drawing/2014/main" id="{561222E6-86D3-4D0D-888F-08411327808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4751650" y="3680600"/>
            <a:ext cx="3043800" cy="5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>July 11, 2026</a:t>
            </a:r>
          </a:p>
        </p:txBody>
      </p:sp>
      <p:sp>
        <p:nvSpPr>
          <p:cNvPr id="216" name="Google Shape;216;p24">
            <a:extLst xmlns:a="http://schemas.openxmlformats.org/drawingml/2006/main">
              <a:ext uri="{FF2B5EF4-FFF2-40B4-BE49-F238E27FC236}">
                <a16:creationId xmlns:a16="http://schemas.microsoft.com/office/drawing/2014/main" id="{3CB2B6C1-3795-43B8-9621-54C5BB056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125" y="117311"/>
            <a:ext cx="19995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Classroom Presentation</a:t>
            </a:r>
          </a:p>
        </p:txBody>
      </p:sp>
      <p:sp>
        <p:nvSpPr>
          <p:cNvPr id="217" name="Google Shape;217;p24">
            <a:extLst xmlns:a="http://schemas.openxmlformats.org/drawingml/2006/main">
              <a:ext uri="{FF2B5EF4-FFF2-40B4-BE49-F238E27FC236}">
                <a16:creationId xmlns:a16="http://schemas.microsoft.com/office/drawing/2014/main" id="{1BCE298B-ADAB-4360-9E4B-303C95BFA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0325" y="117311"/>
            <a:ext cx="19995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. . .</a:t>
            </a:r>
          </a:p>
        </p:txBody>
      </p:sp>
    </p:spTree>
    <p:extLst>
      <p:ext uri="{BB962C8B-B14F-4D97-AF65-F5344CB8AC3E}">
        <p14:creationId xmlns:p14="http://schemas.microsoft.com/office/powerpoint/2010/main" val="59229594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3" name="Google Shape;223;p25">
            <a:extLst xmlns:a="http://schemas.openxmlformats.org/drawingml/2006/main">
              <a:ext uri="{FF2B5EF4-FFF2-40B4-BE49-F238E27FC236}">
                <a16:creationId xmlns:a16="http://schemas.microsoft.com/office/drawing/2014/main" id="{435122D1-F45D-4882-8233-5B9A8C163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06625" y="1238875"/>
            <a:ext cx="3617313" cy="316699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4" name="Google Shape;224;p25">
            <a:extLst xmlns:a="http://schemas.openxmlformats.org/drawingml/2006/main">
              <a:ext uri="{FF2B5EF4-FFF2-40B4-BE49-F238E27FC236}">
                <a16:creationId xmlns:a16="http://schemas.microsoft.com/office/drawing/2014/main" id="{B58CEBF6-776A-4F4D-BD98-0D239F8C5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06625" y="1238875"/>
            <a:ext cx="3617313" cy="25530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5" name="Google Shape;225;p25">
            <a:extLst xmlns:a="http://schemas.openxmlformats.org/drawingml/2006/main">
              <a:ext uri="{FF2B5EF4-FFF2-40B4-BE49-F238E27FC236}">
                <a16:creationId xmlns:a16="http://schemas.microsoft.com/office/drawing/2014/main" id="{358656E0-8BFA-4FFA-BEF6-6B3719139F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0000" y="475500"/>
            <a:ext cx="7704000" cy="55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lt2"/>
                </a:solidFill>
              </a:rPr>
              <a:t>&lt;/ </a:t>
            </a:r>
            <a:r>
              <a:t>Principal of Everest IT</a:t>
            </a:r>
          </a:p>
        </p:txBody>
      </p:sp>
      <p:sp>
        <p:nvSpPr>
          <p:cNvPr id="226" name="Google Shape;226;p25">
            <a:extLst xmlns:a="http://schemas.openxmlformats.org/drawingml/2006/main">
              <a:ext uri="{FF2B5EF4-FFF2-40B4-BE49-F238E27FC236}">
                <a16:creationId xmlns:a16="http://schemas.microsoft.com/office/drawing/2014/main" id="{D7ECFD6D-7799-4C5F-9BE5-B35D2470D14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0000" y="1244275"/>
            <a:ext cx="3692400" cy="2955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457200" indent="-30480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har char="●"/>
            </a:pPr>
            <a:r>
              <a:t>EverestIT</a:t>
            </a:r>
            <a:r>
              <a:t> Founder</a:t>
            </a:r>
          </a:p>
          <a:p xmlns:a="http://schemas.openxmlformats.org/drawingml/2006/main">
            <a:pPr marL="457200" indent="-30480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har char="●"/>
            </a:pPr>
            <a:r>
              <a:t>Principal Technology Specialist (Microsoft)</a:t>
            </a:r>
          </a:p>
          <a:p xmlns:a="http://schemas.openxmlformats.org/drawingml/2006/main">
            <a:pPr marL="457200" indent="-30480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har char="●"/>
            </a:pPr>
            <a:r>
              <a:t>Masters in:</a:t>
            </a:r>
          </a:p>
          <a:p xmlns:a="http://schemas.openxmlformats.org/drawingml/2006/main">
            <a:pPr marL="914400" indent="-30480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har char="○"/>
            </a:pPr>
            <a:r>
              <a:t>Information Management</a:t>
            </a:r>
          </a:p>
          <a:p xmlns:a="http://schemas.openxmlformats.org/drawingml/2006/main">
            <a:pPr marL="914400" indent="-30480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har char="○"/>
            </a:pPr>
            <a:r>
              <a:t>Healthcare Management</a:t>
            </a:r>
          </a:p>
          <a:p xmlns:a="http://schemas.openxmlformats.org/drawingml/2006/main">
            <a:pPr marL="914400" indent="-30480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har char="○"/>
            </a:pPr>
            <a:r>
              <a:t>Senior Technical Leadership</a:t>
            </a:r>
          </a:p>
          <a:p xmlns:a="http://schemas.openxmlformats.org/drawingml/2006/main">
            <a:pPr marL="457200" indent="-30480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har char="●"/>
            </a:pPr>
            <a:r>
              <a:t>~30 years in IT Field Experience</a:t>
            </a:r>
          </a:p>
          <a:p xmlns:a="http://schemas.openxmlformats.org/drawingml/2006/main">
            <a:pPr marL="0" indent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 xmlns:a="http://schemas.openxmlformats.org/drawingml/2006/main">
            <a:pPr marL="457200" indent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7" name="Google Shape;227;p25">
            <a:extLst xmlns:a="http://schemas.openxmlformats.org/drawingml/2006/main">
              <a:ext uri="{FF2B5EF4-FFF2-40B4-BE49-F238E27FC236}">
                <a16:creationId xmlns:a16="http://schemas.microsoft.com/office/drawing/2014/main" id="{9813D908-1028-4CCB-83DB-2D37BFA98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0330" y="1581625"/>
            <a:ext cx="1774800" cy="49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>
                <a:solidFill>
                  <a:schemeClr val="accent2"/>
                </a:solidFill>
                <a:latin typeface="Quantico"/>
                <a:ea typeface="Quantico"/>
                <a:cs typeface="Quantico"/>
              </a:rPr>
              <a:t>Bijay</a:t>
            </a:r>
            <a:r>
              <a:rPr sz="2400">
                <a:solidFill>
                  <a:schemeClr val="accent1"/>
                </a:solidFill>
                <a:latin typeface="Quantico"/>
                <a:ea typeface="Quantico"/>
                <a:cs typeface="Quantico"/>
              </a:rPr>
              <a:t>&gt;</a:t>
            </a:r>
          </a:p>
        </p:txBody>
      </p:sp>
      <p:pic>
        <p:nvPicPr>
          <p:cNvPr id="234" name="Google Shape;228;p2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d7c184289e4a4e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487538" y="2079025"/>
            <a:ext cx="2255500" cy="2255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63372098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4" name="Google Shape;234;p26">
            <a:extLst xmlns:a="http://schemas.openxmlformats.org/drawingml/2006/main">
              <a:ext uri="{FF2B5EF4-FFF2-40B4-BE49-F238E27FC236}">
                <a16:creationId xmlns:a16="http://schemas.microsoft.com/office/drawing/2014/main" id="{B14A69C7-AC5F-41D7-B561-C6582CB33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06625" y="1238875"/>
            <a:ext cx="3617313" cy="316699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35" name="Google Shape;235;p26">
            <a:extLst xmlns:a="http://schemas.openxmlformats.org/drawingml/2006/main">
              <a:ext uri="{FF2B5EF4-FFF2-40B4-BE49-F238E27FC236}">
                <a16:creationId xmlns:a16="http://schemas.microsoft.com/office/drawing/2014/main" id="{80820967-DED6-4709-8827-0E65E307C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06625" y="1238875"/>
            <a:ext cx="3617313" cy="25530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36" name="Google Shape;236;p26">
            <a:extLst xmlns:a="http://schemas.openxmlformats.org/drawingml/2006/main">
              <a:ext uri="{FF2B5EF4-FFF2-40B4-BE49-F238E27FC236}">
                <a16:creationId xmlns:a16="http://schemas.microsoft.com/office/drawing/2014/main" id="{0E1D9519-FD68-41BB-BE8C-59D8D4D03E1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0000" y="475500"/>
            <a:ext cx="7704000" cy="55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lt2"/>
                </a:solidFill>
              </a:rPr>
              <a:t>&lt;/ </a:t>
            </a:r>
            <a:r>
              <a:t>Teachers</a:t>
            </a:r>
          </a:p>
        </p:txBody>
      </p:sp>
      <p:sp>
        <p:nvSpPr>
          <p:cNvPr id="237" name="Google Shape;237;p26">
            <a:extLst xmlns:a="http://schemas.openxmlformats.org/drawingml/2006/main">
              <a:ext uri="{FF2B5EF4-FFF2-40B4-BE49-F238E27FC236}">
                <a16:creationId xmlns:a16="http://schemas.microsoft.com/office/drawing/2014/main" id="{9B80CB32-94BD-40A6-A573-1C033750685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4536" y="1153561"/>
            <a:ext cx="3692400" cy="2955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200000"/>
              </a:lnSpc>
              <a:buChar char="●"/>
            </a:pPr>
            <a:r>
              <a:t>Bachelors &amp; Masters in    Computer Science</a:t>
            </a:r>
          </a:p>
          <a:p xmlns:a="http://schemas.openxmlformats.org/drawingml/2006/main">
            <a:pPr>
              <a:lnSpc>
                <a:spcPct val="200000"/>
              </a:lnSpc>
              <a:buChar char="●"/>
            </a:pPr>
            <a:r>
              <a:t>Software Engineer Intern at </a:t>
            </a:r>
            <a:r>
              <a:t>Northrop Grumman and BNY</a:t>
            </a:r>
          </a:p>
          <a:p xmlns:a="http://schemas.openxmlformats.org/drawingml/2006/main">
            <a:pPr>
              <a:lnSpc>
                <a:spcPct val="200000"/>
              </a:lnSpc>
              <a:buChar char="●"/>
            </a:pPr>
            <a:r>
              <a:t>Software Engineer at Google​</a:t>
            </a:r>
          </a:p>
        </p:txBody>
      </p:sp>
      <p:sp>
        <p:nvSpPr>
          <p:cNvPr id="238" name="Google Shape;238;p26">
            <a:extLst xmlns:a="http://schemas.openxmlformats.org/drawingml/2006/main">
              <a:ext uri="{FF2B5EF4-FFF2-40B4-BE49-F238E27FC236}">
                <a16:creationId xmlns:a16="http://schemas.microsoft.com/office/drawing/2014/main" id="{3C70EC75-6F40-46BC-9CE8-36EAC24FF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0330" y="1581625"/>
            <a:ext cx="1774800" cy="49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>
                <a:solidFill>
                  <a:schemeClr val="accent2"/>
                </a:solidFill>
                <a:latin typeface="Quantico"/>
                <a:ea typeface="Quantico"/>
                <a:cs typeface="Quantico"/>
              </a:rPr>
              <a:t>Sanskar</a:t>
            </a:r>
            <a:r>
              <a:rPr sz="2400">
                <a:solidFill>
                  <a:schemeClr val="accent1"/>
                </a:solidFill>
                <a:latin typeface="Quantico"/>
                <a:ea typeface="Quantico"/>
                <a:cs typeface="Quantico"/>
              </a:rPr>
              <a:t>&gt;</a:t>
            </a:r>
          </a:p>
        </p:txBody>
      </p:sp>
      <p:pic>
        <p:nvPicPr>
          <p:cNvPr id="245" name="Pictur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dce5e522b84e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37077" y="2003867"/>
            <a:ext cx="1774182" cy="234387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73052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5" name="Google Shape;245;p27">
            <a:extLst xmlns:a="http://schemas.openxmlformats.org/drawingml/2006/main">
              <a:ext uri="{FF2B5EF4-FFF2-40B4-BE49-F238E27FC236}">
                <a16:creationId xmlns:a16="http://schemas.microsoft.com/office/drawing/2014/main" id="{078FF67B-AC65-4B17-85F2-986FBFF0E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06625" y="1238875"/>
            <a:ext cx="3617313" cy="316699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46" name="Google Shape;246;p27">
            <a:extLst xmlns:a="http://schemas.openxmlformats.org/drawingml/2006/main">
              <a:ext uri="{FF2B5EF4-FFF2-40B4-BE49-F238E27FC236}">
                <a16:creationId xmlns:a16="http://schemas.microsoft.com/office/drawing/2014/main" id="{0AB8B828-D83F-44BE-B9E9-6F4E359C2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06625" y="1238875"/>
            <a:ext cx="3617313" cy="25530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47" name="Google Shape;247;p27">
            <a:extLst xmlns:a="http://schemas.openxmlformats.org/drawingml/2006/main">
              <a:ext uri="{FF2B5EF4-FFF2-40B4-BE49-F238E27FC236}">
                <a16:creationId xmlns:a16="http://schemas.microsoft.com/office/drawing/2014/main" id="{9EB3861D-F425-4CCC-A481-C702DBCFBF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0000" y="475500"/>
            <a:ext cx="7704000" cy="55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lt2"/>
                </a:solidFill>
              </a:rPr>
              <a:t>&lt;/ </a:t>
            </a:r>
            <a:r>
              <a:t>Teachers</a:t>
            </a:r>
          </a:p>
        </p:txBody>
      </p:sp>
      <p:sp>
        <p:nvSpPr>
          <p:cNvPr id="248" name="Google Shape;248;p27">
            <a:extLst xmlns:a="http://schemas.openxmlformats.org/drawingml/2006/main">
              <a:ext uri="{FF2B5EF4-FFF2-40B4-BE49-F238E27FC236}">
                <a16:creationId xmlns:a16="http://schemas.microsoft.com/office/drawing/2014/main" id="{C2828842-806C-469F-96B4-A6C8D8BB2D9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0000" y="1244275"/>
            <a:ext cx="3692400" cy="2955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200000"/>
              </a:lnSpc>
              <a:buChar char="●"/>
            </a:pPr>
            <a:r>
              <a:t>Lead Software engineer at Flagship Financial Group</a:t>
            </a:r>
          </a:p>
          <a:p xmlns:a="http://schemas.openxmlformats.org/drawingml/2006/main">
            <a:pPr marL="457200" indent="-30480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har char="●"/>
            </a:pPr>
            <a:r>
              <a:t>Avid learner</a:t>
            </a:r>
          </a:p>
          <a:p xmlns:a="http://schemas.openxmlformats.org/drawingml/2006/main">
            <a:pPr marL="457200" indent="-30480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har char="●"/>
            </a:pPr>
            <a:r>
              <a:t>Masters in Software Engineering</a:t>
            </a:r>
          </a:p>
          <a:p xmlns:a="http://schemas.openxmlformats.org/drawingml/2006/main">
            <a:pPr>
              <a:lnSpc>
                <a:spcPct val="200000"/>
              </a:lnSpc>
              <a:buChar char="●"/>
            </a:pPr>
            <a:r>
              <a:t>FOSS contributor - Bitcoin, Large Language Models, OpenAI</a:t>
            </a:r>
          </a:p>
        </p:txBody>
      </p:sp>
      <p:sp>
        <p:nvSpPr>
          <p:cNvPr id="249" name="Google Shape;249;p27">
            <a:extLst xmlns:a="http://schemas.openxmlformats.org/drawingml/2006/main">
              <a:ext uri="{FF2B5EF4-FFF2-40B4-BE49-F238E27FC236}">
                <a16:creationId xmlns:a16="http://schemas.microsoft.com/office/drawing/2014/main" id="{5B015460-D499-48EF-99B0-8C7EF22FF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0330" y="1581625"/>
            <a:ext cx="1774800" cy="49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>
                <a:solidFill>
                  <a:schemeClr val="accent2"/>
                </a:solidFill>
                <a:latin typeface="Quantico"/>
                <a:ea typeface="Quantico"/>
                <a:cs typeface="Quantico"/>
              </a:rPr>
              <a:t>Abhigya</a:t>
            </a:r>
            <a:r>
              <a:rPr sz="2400">
                <a:solidFill>
                  <a:schemeClr val="accent1"/>
                </a:solidFill>
                <a:latin typeface="Quantico"/>
                <a:ea typeface="Quantico"/>
                <a:cs typeface="Quantico"/>
              </a:rPr>
              <a:t>&gt;</a:t>
            </a:r>
          </a:p>
        </p:txBody>
      </p:sp>
      <p:pic>
        <p:nvPicPr>
          <p:cNvPr id="256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7fee4916eb47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52482" y="2035294"/>
            <a:ext cx="1525798" cy="228600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18156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5" name="Google Shape;255;p28">
            <a:extLst xmlns:a="http://schemas.openxmlformats.org/drawingml/2006/main">
              <a:ext uri="{FF2B5EF4-FFF2-40B4-BE49-F238E27FC236}">
                <a16:creationId xmlns:a16="http://schemas.microsoft.com/office/drawing/2014/main" id="{DFAE69D3-6EB5-46F0-9E84-438E071040D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19988" y="459128"/>
            <a:ext cx="77040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lt2"/>
                </a:solidFill>
              </a:rPr>
              <a:t>&lt;/ </a:t>
            </a:r>
            <a:r>
              <a:t>Assistant Teachers</a:t>
            </a:r>
          </a:p>
        </p:txBody>
      </p:sp>
      <p:sp>
        <p:nvSpPr>
          <p:cNvPr id="257" name="Google Shape;257;p28">
            <a:extLst xmlns:a="http://schemas.openxmlformats.org/drawingml/2006/main">
              <a:ext uri="{FF2B5EF4-FFF2-40B4-BE49-F238E27FC236}">
                <a16:creationId xmlns:a16="http://schemas.microsoft.com/office/drawing/2014/main" id="{5EB2085F-F120-4A0D-89C1-DA3065F8E986}"/>
              </a:ext>
            </a:extLst>
          </p:cNvPr>
          <p:cNvSpPr>
            <a:spLocks xmlns:a="http://schemas.openxmlformats.org/drawingml/2006/main" noGrp="1"/>
          </p:cNvSpPr>
          <p:nvPr>
            <p:ph type="subTitle" idx="4"/>
          </p:nvPr>
        </p:nvSpPr>
        <p:spPr>
          <a:xfrm xmlns:a="http://schemas.openxmlformats.org/drawingml/2006/main">
            <a:off x="3966881" y="4147200"/>
            <a:ext cx="1216190" cy="42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t>Ishwari Ma'am</a:t>
            </a:r>
          </a:p>
        </p:txBody>
      </p:sp>
      <p:sp>
        <p:nvSpPr>
          <p:cNvPr id="6" name="Google Shape;259;p28">
            <a:extLst xmlns:a="http://schemas.openxmlformats.org/drawingml/2006/main">
              <a:ext uri="{FF2B5EF4-FFF2-40B4-BE49-F238E27FC236}">
                <a16:creationId xmlns:a16="http://schemas.microsoft.com/office/drawing/2014/main" id="{0086CC82-890E-B8CB-8ADF-1ACB6220A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7698" y="3456700"/>
            <a:ext cx="1216800" cy="64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/&gt;</a:t>
            </a:r>
            <a:r>
              <a:rPr sz="3600">
                <a:solidFill>
                  <a:schemeClr val="dk1"/>
                </a:solidFill>
              </a:rPr>
              <a:t> **</a:t>
            </a:r>
          </a:p>
        </p:txBody>
      </p:sp>
      <p:pic>
        <p:nvPicPr>
          <p:cNvPr id="26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c87f9e52a24d0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964086" y="1035076"/>
            <a:ext cx="2804916" cy="248767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48460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61776a30f241da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2" name="roadmap-typescript-card">
            <a:extLst xmlns:a="http://schemas.openxmlformats.org/drawingml/2006/main">
              <a:ext uri="{FF2B5EF4-FFF2-40B4-BE49-F238E27FC236}">
                <a16:creationId xmlns:a16="http://schemas.microsoft.com/office/drawing/2014/main" id="{F979B461-AD3A-4814-AF68-B67E13099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266950"/>
            <a:ext cx="1143000" cy="8382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DDF7E3"/>
          </a:solidFill>
          <a:ln xmlns:a="http://schemas.openxmlformats.org/drawingml/2006/main" w="0">
            <a:solidFill>
              <a:srgbClr val="DDF7E3"/>
            </a:solidFill>
            <a:prstDash val="solid"/>
          </a:ln>
        </p:spPr>
      </p:sp>
      <p:sp>
        <p:nvSpPr>
          <p:cNvPr id="3" name="roadmap-typescript-title">
            <a:extLst xmlns:a="http://schemas.openxmlformats.org/drawingml/2006/main">
              <a:ext uri="{FF2B5EF4-FFF2-40B4-BE49-F238E27FC236}">
                <a16:creationId xmlns:a16="http://schemas.microsoft.com/office/drawing/2014/main" id="{71F0A210-4902-497F-8043-66A19E667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352675"/>
            <a:ext cx="933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TypeScript</a:t>
            </a:r>
          </a:p>
          <a:p xmlns:a="http://schemas.openxmlformats.org/drawingml/2006/main">
            <a:pPr algn="l">
              <a:defRPr sz="11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Basics</a:t>
            </a:r>
          </a:p>
        </p:txBody>
      </p:sp>
      <p:sp>
        <p:nvSpPr>
          <p:cNvPr id="4" name="roadmap-typescript-details">
            <a:extLst xmlns:a="http://schemas.openxmlformats.org/drawingml/2006/main">
              <a:ext uri="{FF2B5EF4-FFF2-40B4-BE49-F238E27FC236}">
                <a16:creationId xmlns:a16="http://schemas.microsoft.com/office/drawing/2014/main" id="{41C3FB83-8160-41DA-BC39-724B867E5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724150"/>
            <a:ext cx="933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63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000000"/>
                </a:solidFill>
                <a:latin typeface="Arial"/>
                <a:ea typeface="Arial"/>
                <a:cs typeface="Arial"/>
              </a:rPr>
              <a:t>Types</a:t>
            </a:r>
          </a:p>
          <a:p xmlns:a="http://schemas.openxmlformats.org/drawingml/2006/main">
            <a:pPr algn="l">
              <a:defRPr sz="863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000000"/>
                </a:solidFill>
                <a:latin typeface="Arial"/>
                <a:ea typeface="Arial"/>
                <a:cs typeface="Arial"/>
              </a:rPr>
              <a:t>Logic</a:t>
            </a:r>
          </a:p>
          <a:p xmlns:a="http://schemas.openxmlformats.org/drawingml/2006/main">
            <a:pPr algn="l">
              <a:defRPr sz="863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000000"/>
                </a:solidFill>
                <a:latin typeface="Arial"/>
                <a:ea typeface="Arial"/>
                <a:cs typeface="Arial"/>
              </a:rPr>
              <a:t>Syntax</a:t>
            </a:r>
          </a:p>
        </p:txBody>
      </p:sp>
    </p:spTree>
    <p:extLst>
      <p:ext uri="{BB962C8B-B14F-4D97-AF65-F5344CB8AC3E}">
        <p14:creationId xmlns:p14="http://schemas.microsoft.com/office/powerpoint/2010/main" val="128667100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2" name="Google Shape;302;p30">
            <a:extLst xmlns:a="http://schemas.openxmlformats.org/drawingml/2006/main">
              <a:ext uri="{FF2B5EF4-FFF2-40B4-BE49-F238E27FC236}">
                <a16:creationId xmlns:a16="http://schemas.microsoft.com/office/drawing/2014/main" id="{069093DC-4E13-45FD-972F-EFACFB762C06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1252403" y="2857500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Teams, Kahoot, and breakout rooms</a:t>
            </a:r>
          </a:p>
        </p:txBody>
      </p:sp>
      <p:sp>
        <p:nvSpPr>
          <p:cNvPr id="303" name="Google Shape;303;p30">
            <a:extLst xmlns:a="http://schemas.openxmlformats.org/drawingml/2006/main">
              <a:ext uri="{FF2B5EF4-FFF2-40B4-BE49-F238E27FC236}">
                <a16:creationId xmlns:a16="http://schemas.microsoft.com/office/drawing/2014/main" id="{22068794-3762-46E6-9FE4-6EE3ED61B7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52403" y="1022536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accent2"/>
                </a:solidFill>
              </a:rPr>
              <a:t>{Meet}</a:t>
            </a:r>
          </a:p>
        </p:txBody>
      </p:sp>
      <p:sp>
        <p:nvSpPr>
          <p:cNvPr id="304" name="Google Shape;304;p30">
            <a:extLst xmlns:a="http://schemas.openxmlformats.org/drawingml/2006/main">
              <a:ext uri="{FF2B5EF4-FFF2-40B4-BE49-F238E27FC236}">
                <a16:creationId xmlns:a16="http://schemas.microsoft.com/office/drawing/2014/main" id="{4B083477-9C13-4431-934E-B2803526A8A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252403" y="1790700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Learn who is here</a:t>
            </a:r>
          </a:p>
        </p:txBody>
      </p:sp>
      <p:sp>
        <p:nvSpPr>
          <p:cNvPr id="305" name="Google Shape;305;p30">
            <a:extLst xmlns:a="http://schemas.openxmlformats.org/drawingml/2006/main">
              <a:ext uri="{FF2B5EF4-FFF2-40B4-BE49-F238E27FC236}">
                <a16:creationId xmlns:a16="http://schemas.microsoft.com/office/drawing/2014/main" id="{8FB84568-B635-4D96-BECD-DDAB98281B56}"/>
              </a:ext>
            </a:extLst>
          </p:cNvPr>
          <p:cNvSpPr>
            <a:spLocks xmlns:a="http://schemas.openxmlformats.org/drawingml/2006/main" noGrp="1"/>
          </p:cNvSpPr>
          <p:nvPr>
            <p:ph type="title" idx="2"/>
          </p:nvPr>
        </p:nvSpPr>
        <p:spPr>
          <a:xfrm xmlns:a="http://schemas.openxmlformats.org/drawingml/2006/main">
            <a:off x="1252403" y="2080661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{Explore}</a:t>
            </a:r>
          </a:p>
        </p:txBody>
      </p:sp>
      <p:sp>
        <p:nvSpPr>
          <p:cNvPr id="306" name="Google Shape;306;p30">
            <a:extLst xmlns:a="http://schemas.openxmlformats.org/drawingml/2006/main">
              <a:ext uri="{FF2B5EF4-FFF2-40B4-BE49-F238E27FC236}">
                <a16:creationId xmlns:a16="http://schemas.microsoft.com/office/drawing/2014/main" id="{39D7BB6A-B939-4CF0-8868-1E889722D03D}"/>
              </a:ext>
            </a:extLst>
          </p:cNvPr>
          <p:cNvSpPr>
            <a:spLocks xmlns:a="http://schemas.openxmlformats.org/drawingml/2006/main" noGrp="1"/>
          </p:cNvSpPr>
          <p:nvPr>
            <p:ph type="title" idx="4"/>
          </p:nvPr>
        </p:nvSpPr>
        <p:spPr>
          <a:xfrm xmlns:a="http://schemas.openxmlformats.org/drawingml/2006/main">
            <a:off x="1252404" y="3138786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lt2"/>
                </a:solidFill>
              </a:rPr>
              <a:t>{Create}</a:t>
            </a:r>
          </a:p>
        </p:txBody>
      </p:sp>
      <p:sp>
        <p:nvSpPr>
          <p:cNvPr id="307" name="Google Shape;307;p30">
            <a:extLst xmlns:a="http://schemas.openxmlformats.org/drawingml/2006/main">
              <a:ext uri="{FF2B5EF4-FFF2-40B4-BE49-F238E27FC236}">
                <a16:creationId xmlns:a16="http://schemas.microsoft.com/office/drawing/2014/main" id="{B1468CD5-D03B-4903-8BF7-9F0C7E81B677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1252404" y="3914775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Make music with code</a:t>
            </a:r>
          </a:p>
        </p:txBody>
      </p:sp>
      <p:sp>
        <p:nvSpPr>
          <p:cNvPr id="308" name="Google Shape;308;p30">
            <a:extLst xmlns:a="http://schemas.openxmlformats.org/drawingml/2006/main">
              <a:ext uri="{FF2B5EF4-FFF2-40B4-BE49-F238E27FC236}">
                <a16:creationId xmlns:a16="http://schemas.microsoft.com/office/drawing/2014/main" id="{B78C6BA0-ED32-48DC-85F2-B4E00038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100" y="38683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310" name="Google Shape;310;p30">
            <a:extLst xmlns:a="http://schemas.openxmlformats.org/drawingml/2006/main">
              <a:ext uri="{FF2B5EF4-FFF2-40B4-BE49-F238E27FC236}">
                <a16:creationId xmlns:a16="http://schemas.microsoft.com/office/drawing/2014/main" id="{09B6DAF8-8302-4623-897D-26165EA5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0" y="697350"/>
            <a:ext cx="2119744" cy="1127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1" name="Google Shape;311;p30">
            <a:extLst xmlns:a="http://schemas.openxmlformats.org/drawingml/2006/main">
              <a:ext uri="{FF2B5EF4-FFF2-40B4-BE49-F238E27FC236}">
                <a16:creationId xmlns:a16="http://schemas.microsoft.com/office/drawing/2014/main" id="{742D31F6-3221-48C9-8E30-90EE2ECD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3" y="697350"/>
            <a:ext cx="2119744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2" name="Google Shape;312;p30">
            <a:extLst xmlns:a="http://schemas.openxmlformats.org/drawingml/2006/main">
              <a:ext uri="{FF2B5EF4-FFF2-40B4-BE49-F238E27FC236}">
                <a16:creationId xmlns:a16="http://schemas.microsoft.com/office/drawing/2014/main" id="{1197A6D5-E686-4D9D-B748-4B534E59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082" y="101675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  <p:sp>
        <p:nvSpPr>
          <p:cNvPr id="313" name="slide-heading-marker-6">
            <a:extLst xmlns:a="http://schemas.openxmlformats.org/drawingml/2006/main">
              <a:ext uri="{FF2B5EF4-FFF2-40B4-BE49-F238E27FC236}">
                <a16:creationId xmlns:a16="http://schemas.microsoft.com/office/drawing/2014/main" id="{94D3C39B-FD62-4E8D-8BAB-68A968931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7675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DB5D"/>
                </a:solidFill>
                <a:latin typeface="Source Code Pro"/>
                <a:ea typeface="Source Code Pro"/>
                <a:cs typeface="Source Code Pro"/>
              </a:defRPr>
            </a:pPr>
            <a:r>
              <a:rPr sz="1950" b="1">
                <a:solidFill>
                  <a:srgbClr val="FFDB5D"/>
                </a:solidFill>
                <a:latin typeface="Source Code Pro"/>
                <a:ea typeface="Source Code Pro"/>
                <a:cs typeface="Source Code Pro"/>
              </a:rPr>
              <a:t>&lt;/</a:t>
            </a:r>
          </a:p>
        </p:txBody>
      </p:sp>
      <p:sp>
        <p:nvSpPr>
          <p:cNvPr id="314" name="slide-heading-text-6">
            <a:extLst xmlns:a="http://schemas.openxmlformats.org/drawingml/2006/main">
              <a:ext uri="{FF2B5EF4-FFF2-40B4-BE49-F238E27FC236}">
                <a16:creationId xmlns:a16="http://schemas.microsoft.com/office/drawing/2014/main" id="{E3F334C3-75E5-4AFA-A45D-F15FEA54A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28625"/>
            <a:ext cx="561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Today's mission</a:t>
            </a:r>
          </a:p>
        </p:txBody>
      </p:sp>
    </p:spTree>
    <p:extLst>
      <p:ext uri="{BB962C8B-B14F-4D97-AF65-F5344CB8AC3E}">
        <p14:creationId xmlns:p14="http://schemas.microsoft.com/office/powerpoint/2010/main" val="69451926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2" name="Google Shape;302;p30">
            <a:extLst xmlns:a="http://schemas.openxmlformats.org/drawingml/2006/main">
              <a:ext uri="{FF2B5EF4-FFF2-40B4-BE49-F238E27FC236}">
                <a16:creationId xmlns:a16="http://schemas.microsoft.com/office/drawing/2014/main" id="{069093DC-4E13-45FD-972F-EFACFB762C06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1252403" y="2857500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Grade, subject, and hobby</a:t>
            </a:r>
          </a:p>
        </p:txBody>
      </p:sp>
      <p:sp>
        <p:nvSpPr>
          <p:cNvPr id="303" name="Google Shape;303;p30">
            <a:extLst xmlns:a="http://schemas.openxmlformats.org/drawingml/2006/main">
              <a:ext uri="{FF2B5EF4-FFF2-40B4-BE49-F238E27FC236}">
                <a16:creationId xmlns:a16="http://schemas.microsoft.com/office/drawing/2014/main" id="{22068794-3762-46E6-9FE4-6EE3ED61B7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52403" y="1022536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accent2"/>
                </a:solidFill>
              </a:rPr>
              <a:t>{Say your name}</a:t>
            </a:r>
          </a:p>
        </p:txBody>
      </p:sp>
      <p:sp>
        <p:nvSpPr>
          <p:cNvPr id="304" name="Google Shape;304;p30">
            <a:extLst xmlns:a="http://schemas.openxmlformats.org/drawingml/2006/main">
              <a:ext uri="{FF2B5EF4-FFF2-40B4-BE49-F238E27FC236}">
                <a16:creationId xmlns:a16="http://schemas.microsoft.com/office/drawing/2014/main" id="{4B083477-9C13-4431-934E-B2803526A8A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252403" y="1790700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City/state or country only</a:t>
            </a:r>
          </a:p>
        </p:txBody>
      </p:sp>
      <p:sp>
        <p:nvSpPr>
          <p:cNvPr id="305" name="Google Shape;305;p30">
            <a:extLst xmlns:a="http://schemas.openxmlformats.org/drawingml/2006/main">
              <a:ext uri="{FF2B5EF4-FFF2-40B4-BE49-F238E27FC236}">
                <a16:creationId xmlns:a16="http://schemas.microsoft.com/office/drawing/2014/main" id="{8FB84568-B635-4D96-BECD-DDAB98281B56}"/>
              </a:ext>
            </a:extLst>
          </p:cNvPr>
          <p:cNvSpPr>
            <a:spLocks xmlns:a="http://schemas.openxmlformats.org/drawingml/2006/main" noGrp="1"/>
          </p:cNvSpPr>
          <p:nvPr>
            <p:ph type="title" idx="2"/>
          </p:nvPr>
        </p:nvSpPr>
        <p:spPr>
          <a:xfrm xmlns:a="http://schemas.openxmlformats.org/drawingml/2006/main">
            <a:off x="1252403" y="2080661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{Share favorites}</a:t>
            </a:r>
          </a:p>
        </p:txBody>
      </p:sp>
      <p:sp>
        <p:nvSpPr>
          <p:cNvPr id="306" name="Google Shape;306;p30">
            <a:extLst xmlns:a="http://schemas.openxmlformats.org/drawingml/2006/main">
              <a:ext uri="{FF2B5EF4-FFF2-40B4-BE49-F238E27FC236}">
                <a16:creationId xmlns:a16="http://schemas.microsoft.com/office/drawing/2014/main" id="{39D7BB6A-B939-4CF0-8868-1E889722D03D}"/>
              </a:ext>
            </a:extLst>
          </p:cNvPr>
          <p:cNvSpPr>
            <a:spLocks xmlns:a="http://schemas.openxmlformats.org/drawingml/2006/main" noGrp="1"/>
          </p:cNvSpPr>
          <p:nvPr>
            <p:ph type="title" idx="4"/>
          </p:nvPr>
        </p:nvSpPr>
        <p:spPr>
          <a:xfrm xmlns:a="http://schemas.openxmlformats.org/drawingml/2006/main">
            <a:off x="1252404" y="3138786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lt2"/>
                </a:solidFill>
              </a:rPr>
              <a:t>{Listen kindly}</a:t>
            </a:r>
          </a:p>
        </p:txBody>
      </p:sp>
      <p:sp>
        <p:nvSpPr>
          <p:cNvPr id="307" name="Google Shape;307;p30">
            <a:extLst xmlns:a="http://schemas.openxmlformats.org/drawingml/2006/main">
              <a:ext uri="{FF2B5EF4-FFF2-40B4-BE49-F238E27FC236}">
                <a16:creationId xmlns:a16="http://schemas.microsoft.com/office/drawing/2014/main" id="{B1468CD5-D03B-4903-8BF7-9F0C7E81B677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1252404" y="3914775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Passing is always okay</a:t>
            </a:r>
          </a:p>
        </p:txBody>
      </p:sp>
      <p:sp>
        <p:nvSpPr>
          <p:cNvPr id="308" name="Google Shape;308;p30">
            <a:extLst xmlns:a="http://schemas.openxmlformats.org/drawingml/2006/main">
              <a:ext uri="{FF2B5EF4-FFF2-40B4-BE49-F238E27FC236}">
                <a16:creationId xmlns:a16="http://schemas.microsoft.com/office/drawing/2014/main" id="{B78C6BA0-ED32-48DC-85F2-B4E00038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100" y="38683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310" name="Google Shape;310;p30">
            <a:extLst xmlns:a="http://schemas.openxmlformats.org/drawingml/2006/main">
              <a:ext uri="{FF2B5EF4-FFF2-40B4-BE49-F238E27FC236}">
                <a16:creationId xmlns:a16="http://schemas.microsoft.com/office/drawing/2014/main" id="{09B6DAF8-8302-4623-897D-26165EA5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0" y="697350"/>
            <a:ext cx="2119744" cy="1127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1" name="Google Shape;311;p30">
            <a:extLst xmlns:a="http://schemas.openxmlformats.org/drawingml/2006/main">
              <a:ext uri="{FF2B5EF4-FFF2-40B4-BE49-F238E27FC236}">
                <a16:creationId xmlns:a16="http://schemas.microsoft.com/office/drawing/2014/main" id="{742D31F6-3221-48C9-8E30-90EE2ECD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3" y="697350"/>
            <a:ext cx="2119744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2" name="Google Shape;312;p30">
            <a:extLst xmlns:a="http://schemas.openxmlformats.org/drawingml/2006/main">
              <a:ext uri="{FF2B5EF4-FFF2-40B4-BE49-F238E27FC236}">
                <a16:creationId xmlns:a16="http://schemas.microsoft.com/office/drawing/2014/main" id="{1197A6D5-E686-4D9D-B748-4B534E59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082" y="101675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  <p:sp>
        <p:nvSpPr>
          <p:cNvPr id="313" name="slide-heading-marker-7">
            <a:extLst xmlns:a="http://schemas.openxmlformats.org/drawingml/2006/main">
              <a:ext uri="{FF2B5EF4-FFF2-40B4-BE49-F238E27FC236}">
                <a16:creationId xmlns:a16="http://schemas.microsoft.com/office/drawing/2014/main" id="{E981E9A2-DB9C-4EA0-86E6-B886FB16B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7675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DB5D"/>
                </a:solidFill>
                <a:latin typeface="Source Code Pro"/>
                <a:ea typeface="Source Code Pro"/>
                <a:cs typeface="Source Code Pro"/>
              </a:defRPr>
            </a:pPr>
            <a:r>
              <a:rPr sz="1950" b="1">
                <a:solidFill>
                  <a:srgbClr val="FFDB5D"/>
                </a:solidFill>
                <a:latin typeface="Source Code Pro"/>
                <a:ea typeface="Source Code Pro"/>
                <a:cs typeface="Source Code Pro"/>
              </a:rPr>
              <a:t>&lt;/</a:t>
            </a:r>
          </a:p>
        </p:txBody>
      </p:sp>
      <p:sp>
        <p:nvSpPr>
          <p:cNvPr id="314" name="slide-heading-text-7">
            <a:extLst xmlns:a="http://schemas.openxmlformats.org/drawingml/2006/main">
              <a:ext uri="{FF2B5EF4-FFF2-40B4-BE49-F238E27FC236}">
                <a16:creationId xmlns:a16="http://schemas.microsoft.com/office/drawing/2014/main" id="{D9F16F2D-C535-4DDF-8264-7BCDBA5F1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28625"/>
            <a:ext cx="561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Introduce yourself</a:t>
            </a:r>
          </a:p>
        </p:txBody>
      </p:sp>
    </p:spTree>
    <p:extLst>
      <p:ext uri="{BB962C8B-B14F-4D97-AF65-F5344CB8AC3E}">
        <p14:creationId xmlns:p14="http://schemas.microsoft.com/office/powerpoint/2010/main" val="69451926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2" name="Google Shape;302;p30">
            <a:extLst xmlns:a="http://schemas.openxmlformats.org/drawingml/2006/main">
              <a:ext uri="{FF2B5EF4-FFF2-40B4-BE49-F238E27FC236}">
                <a16:creationId xmlns:a16="http://schemas.microsoft.com/office/drawing/2014/main" id="{069093DC-4E13-45FD-972F-EFACFB762C06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1252403" y="2857500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Writing code starts next week</a:t>
            </a:r>
          </a:p>
        </p:txBody>
      </p:sp>
      <p:sp>
        <p:nvSpPr>
          <p:cNvPr id="303" name="Google Shape;303;p30">
            <a:extLst xmlns:a="http://schemas.openxmlformats.org/drawingml/2006/main">
              <a:ext uri="{FF2B5EF4-FFF2-40B4-BE49-F238E27FC236}">
                <a16:creationId xmlns:a16="http://schemas.microsoft.com/office/drawing/2014/main" id="{22068794-3762-46E6-9FE4-6EE3ED61B7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52403" y="1022536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accent2"/>
                </a:solidFill>
              </a:rPr>
              <a:t>{Code.org}</a:t>
            </a:r>
          </a:p>
        </p:txBody>
      </p:sp>
      <p:sp>
        <p:nvSpPr>
          <p:cNvPr id="304" name="Google Shape;304;p30">
            <a:extLst xmlns:a="http://schemas.openxmlformats.org/drawingml/2006/main">
              <a:ext uri="{FF2B5EF4-FFF2-40B4-BE49-F238E27FC236}">
                <a16:creationId xmlns:a16="http://schemas.microsoft.com/office/drawing/2014/main" id="{4B083477-9C13-4431-934E-B2803526A8A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252403" y="1790700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Visual blocks make ideas move</a:t>
            </a:r>
          </a:p>
        </p:txBody>
      </p:sp>
      <p:sp>
        <p:nvSpPr>
          <p:cNvPr id="305" name="Google Shape;305;p30">
            <a:extLst xmlns:a="http://schemas.openxmlformats.org/drawingml/2006/main">
              <a:ext uri="{FF2B5EF4-FFF2-40B4-BE49-F238E27FC236}">
                <a16:creationId xmlns:a16="http://schemas.microsoft.com/office/drawing/2014/main" id="{8FB84568-B635-4D96-BECD-DDAB98281B56}"/>
              </a:ext>
            </a:extLst>
          </p:cNvPr>
          <p:cNvSpPr>
            <a:spLocks xmlns:a="http://schemas.openxmlformats.org/drawingml/2006/main" noGrp="1"/>
          </p:cNvSpPr>
          <p:nvPr>
            <p:ph type="title" idx="2"/>
          </p:nvPr>
        </p:nvSpPr>
        <p:spPr>
          <a:xfrm xmlns:a="http://schemas.openxmlformats.org/drawingml/2006/main">
            <a:off x="1252403" y="2080661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{TypeScript}</a:t>
            </a:r>
          </a:p>
        </p:txBody>
      </p:sp>
      <p:sp>
        <p:nvSpPr>
          <p:cNvPr id="306" name="Google Shape;306;p30">
            <a:extLst xmlns:a="http://schemas.openxmlformats.org/drawingml/2006/main">
              <a:ext uri="{FF2B5EF4-FFF2-40B4-BE49-F238E27FC236}">
                <a16:creationId xmlns:a16="http://schemas.microsoft.com/office/drawing/2014/main" id="{39D7BB6A-B939-4CF0-8868-1E889722D03D}"/>
              </a:ext>
            </a:extLst>
          </p:cNvPr>
          <p:cNvSpPr>
            <a:spLocks xmlns:a="http://schemas.openxmlformats.org/drawingml/2006/main" noGrp="1"/>
          </p:cNvSpPr>
          <p:nvPr>
            <p:ph type="title" idx="4"/>
          </p:nvPr>
        </p:nvSpPr>
        <p:spPr>
          <a:xfrm xmlns:a="http://schemas.openxmlformats.org/drawingml/2006/main">
            <a:off x="1252404" y="3138786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lt2"/>
                </a:solidFill>
              </a:rPr>
              <a:t>{Projects}</a:t>
            </a:r>
          </a:p>
        </p:txBody>
      </p:sp>
      <p:sp>
        <p:nvSpPr>
          <p:cNvPr id="307" name="Google Shape;307;p30">
            <a:extLst xmlns:a="http://schemas.openxmlformats.org/drawingml/2006/main">
              <a:ext uri="{FF2B5EF4-FFF2-40B4-BE49-F238E27FC236}">
                <a16:creationId xmlns:a16="http://schemas.microsoft.com/office/drawing/2014/main" id="{B1468CD5-D03B-4903-8BF7-9F0C7E81B677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1252404" y="3914775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Build games, apps, and tools</a:t>
            </a:r>
          </a:p>
        </p:txBody>
      </p:sp>
      <p:sp>
        <p:nvSpPr>
          <p:cNvPr id="308" name="Google Shape;308;p30">
            <a:extLst xmlns:a="http://schemas.openxmlformats.org/drawingml/2006/main">
              <a:ext uri="{FF2B5EF4-FFF2-40B4-BE49-F238E27FC236}">
                <a16:creationId xmlns:a16="http://schemas.microsoft.com/office/drawing/2014/main" id="{B78C6BA0-ED32-48DC-85F2-B4E00038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100" y="38683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310" name="Google Shape;310;p30">
            <a:extLst xmlns:a="http://schemas.openxmlformats.org/drawingml/2006/main">
              <a:ext uri="{FF2B5EF4-FFF2-40B4-BE49-F238E27FC236}">
                <a16:creationId xmlns:a16="http://schemas.microsoft.com/office/drawing/2014/main" id="{09B6DAF8-8302-4623-897D-26165EA5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0" y="697350"/>
            <a:ext cx="2119744" cy="1127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1" name="Google Shape;311;p30">
            <a:extLst xmlns:a="http://schemas.openxmlformats.org/drawingml/2006/main">
              <a:ext uri="{FF2B5EF4-FFF2-40B4-BE49-F238E27FC236}">
                <a16:creationId xmlns:a16="http://schemas.microsoft.com/office/drawing/2014/main" id="{742D31F6-3221-48C9-8E30-90EE2ECD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3" y="697350"/>
            <a:ext cx="2119744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2" name="Google Shape;312;p30">
            <a:extLst xmlns:a="http://schemas.openxmlformats.org/drawingml/2006/main">
              <a:ext uri="{FF2B5EF4-FFF2-40B4-BE49-F238E27FC236}">
                <a16:creationId xmlns:a16="http://schemas.microsoft.com/office/drawing/2014/main" id="{1197A6D5-E686-4D9D-B748-4B534E59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082" y="101675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  <p:sp>
        <p:nvSpPr>
          <p:cNvPr id="313" name="slide-heading-marker-8">
            <a:extLst xmlns:a="http://schemas.openxmlformats.org/drawingml/2006/main">
              <a:ext uri="{FF2B5EF4-FFF2-40B4-BE49-F238E27FC236}">
                <a16:creationId xmlns:a16="http://schemas.microsoft.com/office/drawing/2014/main" id="{ABB713FC-6B4D-4063-8488-BDE19486B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7675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DB5D"/>
                </a:solidFill>
                <a:latin typeface="Source Code Pro"/>
                <a:ea typeface="Source Code Pro"/>
                <a:cs typeface="Source Code Pro"/>
              </a:defRPr>
            </a:pPr>
            <a:r>
              <a:rPr sz="1950" b="1">
                <a:solidFill>
                  <a:srgbClr val="FFDB5D"/>
                </a:solidFill>
                <a:latin typeface="Source Code Pro"/>
                <a:ea typeface="Source Code Pro"/>
                <a:cs typeface="Source Code Pro"/>
              </a:rPr>
              <a:t>&lt;/</a:t>
            </a:r>
          </a:p>
        </p:txBody>
      </p:sp>
      <p:sp>
        <p:nvSpPr>
          <p:cNvPr id="314" name="slide-heading-text-8">
            <a:extLst xmlns:a="http://schemas.openxmlformats.org/drawingml/2006/main">
              <a:ext uri="{FF2B5EF4-FFF2-40B4-BE49-F238E27FC236}">
                <a16:creationId xmlns:a16="http://schemas.microsoft.com/office/drawing/2014/main" id="{4B94680D-F548-41E9-BF7C-BC61FE932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28625"/>
            <a:ext cx="561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Programming starts with ideas</a:t>
            </a:r>
          </a:p>
        </p:txBody>
      </p:sp>
    </p:spTree>
    <p:extLst>
      <p:ext uri="{BB962C8B-B14F-4D97-AF65-F5344CB8AC3E}">
        <p14:creationId xmlns:p14="http://schemas.microsoft.com/office/powerpoint/2010/main" val="69451926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2" name="Google Shape;302;p30">
            <a:extLst xmlns:a="http://schemas.openxmlformats.org/drawingml/2006/main">
              <a:ext uri="{FF2B5EF4-FFF2-40B4-BE49-F238E27FC236}">
                <a16:creationId xmlns:a16="http://schemas.microsoft.com/office/drawing/2014/main" id="{069093DC-4E13-45FD-972F-EFACFB762C06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1252403" y="2857500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Rest and recharge</a:t>
            </a:r>
          </a:p>
        </p:txBody>
      </p:sp>
      <p:sp>
        <p:nvSpPr>
          <p:cNvPr id="303" name="Google Shape;303;p30">
            <a:extLst xmlns:a="http://schemas.openxmlformats.org/drawingml/2006/main">
              <a:ext uri="{FF2B5EF4-FFF2-40B4-BE49-F238E27FC236}">
                <a16:creationId xmlns:a16="http://schemas.microsoft.com/office/drawing/2014/main" id="{22068794-3762-46E6-9FE4-6EE3ED61B7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52403" y="1022536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accent2"/>
                </a:solidFill>
              </a:rPr>
              <a:t>{Class: 9-1}</a:t>
            </a:r>
          </a:p>
        </p:txBody>
      </p:sp>
      <p:sp>
        <p:nvSpPr>
          <p:cNvPr id="304" name="Google Shape;304;p30">
            <a:extLst xmlns:a="http://schemas.openxmlformats.org/drawingml/2006/main">
              <a:ext uri="{FF2B5EF4-FFF2-40B4-BE49-F238E27FC236}">
                <a16:creationId xmlns:a16="http://schemas.microsoft.com/office/drawing/2014/main" id="{4B083477-9C13-4431-934E-B2803526A8A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252403" y="1790700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Saturdays, Pacific Time</a:t>
            </a:r>
          </a:p>
        </p:txBody>
      </p:sp>
      <p:sp>
        <p:nvSpPr>
          <p:cNvPr id="305" name="Google Shape;305;p30">
            <a:extLst xmlns:a="http://schemas.openxmlformats.org/drawingml/2006/main">
              <a:ext uri="{FF2B5EF4-FFF2-40B4-BE49-F238E27FC236}">
                <a16:creationId xmlns:a16="http://schemas.microsoft.com/office/drawing/2014/main" id="{8FB84568-B635-4D96-BECD-DDAB98281B56}"/>
              </a:ext>
            </a:extLst>
          </p:cNvPr>
          <p:cNvSpPr>
            <a:spLocks xmlns:a="http://schemas.openxmlformats.org/drawingml/2006/main" noGrp="1"/>
          </p:cNvSpPr>
          <p:nvPr>
            <p:ph type="title" idx="2"/>
          </p:nvPr>
        </p:nvSpPr>
        <p:spPr>
          <a:xfrm xmlns:a="http://schemas.openxmlformats.org/drawingml/2006/main">
            <a:off x="1252403" y="2080661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{Break: 10:30}</a:t>
            </a:r>
          </a:p>
        </p:txBody>
      </p:sp>
      <p:sp>
        <p:nvSpPr>
          <p:cNvPr id="306" name="Google Shape;306;p30">
            <a:extLst xmlns:a="http://schemas.openxmlformats.org/drawingml/2006/main">
              <a:ext uri="{FF2B5EF4-FFF2-40B4-BE49-F238E27FC236}">
                <a16:creationId xmlns:a16="http://schemas.microsoft.com/office/drawing/2014/main" id="{39D7BB6A-B939-4CF0-8868-1E889722D03D}"/>
              </a:ext>
            </a:extLst>
          </p:cNvPr>
          <p:cNvSpPr>
            <a:spLocks xmlns:a="http://schemas.openxmlformats.org/drawingml/2006/main" noGrp="1"/>
          </p:cNvSpPr>
          <p:nvPr>
            <p:ph type="title" idx="4"/>
          </p:nvPr>
        </p:nvSpPr>
        <p:spPr>
          <a:xfrm xmlns:a="http://schemas.openxmlformats.org/drawingml/2006/main">
            <a:off x="1252404" y="3138786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lt2"/>
                </a:solidFill>
              </a:rPr>
              <a:t>{Typing: 11:00}</a:t>
            </a:r>
          </a:p>
        </p:txBody>
      </p:sp>
      <p:sp>
        <p:nvSpPr>
          <p:cNvPr id="307" name="Google Shape;307;p30">
            <a:extLst xmlns:a="http://schemas.openxmlformats.org/drawingml/2006/main">
              <a:ext uri="{FF2B5EF4-FFF2-40B4-BE49-F238E27FC236}">
                <a16:creationId xmlns:a16="http://schemas.microsoft.com/office/drawing/2014/main" id="{B1468CD5-D03B-4903-8BF7-9F0C7E81B677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1252404" y="3914775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Practice accuracy and speed</a:t>
            </a:r>
          </a:p>
        </p:txBody>
      </p:sp>
      <p:sp>
        <p:nvSpPr>
          <p:cNvPr id="308" name="Google Shape;308;p30">
            <a:extLst xmlns:a="http://schemas.openxmlformats.org/drawingml/2006/main">
              <a:ext uri="{FF2B5EF4-FFF2-40B4-BE49-F238E27FC236}">
                <a16:creationId xmlns:a16="http://schemas.microsoft.com/office/drawing/2014/main" id="{B78C6BA0-ED32-48DC-85F2-B4E00038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100" y="38683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310" name="Google Shape;310;p30">
            <a:extLst xmlns:a="http://schemas.openxmlformats.org/drawingml/2006/main">
              <a:ext uri="{FF2B5EF4-FFF2-40B4-BE49-F238E27FC236}">
                <a16:creationId xmlns:a16="http://schemas.microsoft.com/office/drawing/2014/main" id="{09B6DAF8-8302-4623-897D-26165EA5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0" y="697350"/>
            <a:ext cx="2119744" cy="1127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1" name="Google Shape;311;p30">
            <a:extLst xmlns:a="http://schemas.openxmlformats.org/drawingml/2006/main">
              <a:ext uri="{FF2B5EF4-FFF2-40B4-BE49-F238E27FC236}">
                <a16:creationId xmlns:a16="http://schemas.microsoft.com/office/drawing/2014/main" id="{742D31F6-3221-48C9-8E30-90EE2ECD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3" y="697350"/>
            <a:ext cx="2119744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2" name="Google Shape;312;p30">
            <a:extLst xmlns:a="http://schemas.openxmlformats.org/drawingml/2006/main">
              <a:ext uri="{FF2B5EF4-FFF2-40B4-BE49-F238E27FC236}">
                <a16:creationId xmlns:a16="http://schemas.microsoft.com/office/drawing/2014/main" id="{1197A6D5-E686-4D9D-B748-4B534E59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082" y="101675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  <p:sp>
        <p:nvSpPr>
          <p:cNvPr id="313" name="slide-heading-marker-9">
            <a:extLst xmlns:a="http://schemas.openxmlformats.org/drawingml/2006/main">
              <a:ext uri="{FF2B5EF4-FFF2-40B4-BE49-F238E27FC236}">
                <a16:creationId xmlns:a16="http://schemas.microsoft.com/office/drawing/2014/main" id="{42F879FE-5A76-4B89-8D63-00E138E2E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7675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DB5D"/>
                </a:solidFill>
                <a:latin typeface="Source Code Pro"/>
                <a:ea typeface="Source Code Pro"/>
                <a:cs typeface="Source Code Pro"/>
              </a:defRPr>
            </a:pPr>
            <a:r>
              <a:rPr sz="1950" b="1">
                <a:solidFill>
                  <a:srgbClr val="FFDB5D"/>
                </a:solidFill>
                <a:latin typeface="Source Code Pro"/>
                <a:ea typeface="Source Code Pro"/>
                <a:cs typeface="Source Code Pro"/>
              </a:rPr>
              <a:t>&lt;/</a:t>
            </a:r>
          </a:p>
        </p:txBody>
      </p:sp>
      <p:sp>
        <p:nvSpPr>
          <p:cNvPr id="314" name="slide-heading-text-9">
            <a:extLst xmlns:a="http://schemas.openxmlformats.org/drawingml/2006/main">
              <a:ext uri="{FF2B5EF4-FFF2-40B4-BE49-F238E27FC236}">
                <a16:creationId xmlns:a16="http://schemas.microsoft.com/office/drawing/2014/main" id="{51CCCEF5-66BF-40EE-8CD5-5797D8C86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28625"/>
            <a:ext cx="561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Our Saturday class routine</a:t>
            </a:r>
          </a:p>
        </p:txBody>
      </p:sp>
    </p:spTree>
    <p:extLst>
      <p:ext uri="{BB962C8B-B14F-4D97-AF65-F5344CB8AC3E}">
        <p14:creationId xmlns:p14="http://schemas.microsoft.com/office/powerpoint/2010/main" val="694519266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2" name="Google Shape;302;p30">
            <a:extLst xmlns:a="http://schemas.openxmlformats.org/drawingml/2006/main">
              <a:ext uri="{FF2B5EF4-FFF2-40B4-BE49-F238E27FC236}">
                <a16:creationId xmlns:a16="http://schemas.microsoft.com/office/drawing/2014/main" id="{069093DC-4E13-45FD-972F-EFACFB762C06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1252403" y="2857500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Open Kids Computer Science</a:t>
            </a:r>
          </a:p>
        </p:txBody>
      </p:sp>
      <p:sp>
        <p:nvSpPr>
          <p:cNvPr id="303" name="Google Shape;303;p30">
            <a:extLst xmlns:a="http://schemas.openxmlformats.org/drawingml/2006/main">
              <a:ext uri="{FF2B5EF4-FFF2-40B4-BE49-F238E27FC236}">
                <a16:creationId xmlns:a16="http://schemas.microsoft.com/office/drawing/2014/main" id="{22068794-3762-46E6-9FE4-6EE3ED61B7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52403" y="1022536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accent2"/>
                </a:solidFill>
              </a:rPr>
              <a:t>{Calendar}</a:t>
            </a:r>
          </a:p>
        </p:txBody>
      </p:sp>
      <p:sp>
        <p:nvSpPr>
          <p:cNvPr id="304" name="Google Shape;304;p30">
            <a:extLst xmlns:a="http://schemas.openxmlformats.org/drawingml/2006/main">
              <a:ext uri="{FF2B5EF4-FFF2-40B4-BE49-F238E27FC236}">
                <a16:creationId xmlns:a16="http://schemas.microsoft.com/office/drawing/2014/main" id="{4B083477-9C13-4431-934E-B2803526A8A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252403" y="1790700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Find the Saturday meeting</a:t>
            </a:r>
          </a:p>
        </p:txBody>
      </p:sp>
      <p:sp>
        <p:nvSpPr>
          <p:cNvPr id="305" name="Google Shape;305;p30">
            <a:extLst xmlns:a="http://schemas.openxmlformats.org/drawingml/2006/main">
              <a:ext uri="{FF2B5EF4-FFF2-40B4-BE49-F238E27FC236}">
                <a16:creationId xmlns:a16="http://schemas.microsoft.com/office/drawing/2014/main" id="{8FB84568-B635-4D96-BECD-DDAB98281B56}"/>
              </a:ext>
            </a:extLst>
          </p:cNvPr>
          <p:cNvSpPr>
            <a:spLocks xmlns:a="http://schemas.openxmlformats.org/drawingml/2006/main" noGrp="1"/>
          </p:cNvSpPr>
          <p:nvPr>
            <p:ph type="title" idx="2"/>
          </p:nvPr>
        </p:nvSpPr>
        <p:spPr>
          <a:xfrm xmlns:a="http://schemas.openxmlformats.org/drawingml/2006/main">
            <a:off x="1252403" y="2080661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{Join the Team}</a:t>
            </a:r>
          </a:p>
        </p:txBody>
      </p:sp>
      <p:sp>
        <p:nvSpPr>
          <p:cNvPr id="306" name="Google Shape;306;p30">
            <a:extLst xmlns:a="http://schemas.openxmlformats.org/drawingml/2006/main">
              <a:ext uri="{FF2B5EF4-FFF2-40B4-BE49-F238E27FC236}">
                <a16:creationId xmlns:a16="http://schemas.microsoft.com/office/drawing/2014/main" id="{39D7BB6A-B939-4CF0-8868-1E889722D03D}"/>
              </a:ext>
            </a:extLst>
          </p:cNvPr>
          <p:cNvSpPr>
            <a:spLocks xmlns:a="http://schemas.openxmlformats.org/drawingml/2006/main" noGrp="1"/>
          </p:cNvSpPr>
          <p:nvPr>
            <p:ph type="title" idx="4"/>
          </p:nvPr>
        </p:nvSpPr>
        <p:spPr>
          <a:xfrm xmlns:a="http://schemas.openxmlformats.org/drawingml/2006/main">
            <a:off x="1252404" y="3138786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lt2"/>
                </a:solidFill>
              </a:rPr>
              <a:t>{Ask for help}</a:t>
            </a:r>
          </a:p>
        </p:txBody>
      </p:sp>
      <p:sp>
        <p:nvSpPr>
          <p:cNvPr id="307" name="Google Shape;307;p30">
            <a:extLst xmlns:a="http://schemas.openxmlformats.org/drawingml/2006/main">
              <a:ext uri="{FF2B5EF4-FFF2-40B4-BE49-F238E27FC236}">
                <a16:creationId xmlns:a16="http://schemas.microsoft.com/office/drawing/2014/main" id="{B1468CD5-D03B-4903-8BF7-9F0C7E81B677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1252404" y="3914775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Use chat or raise your hand</a:t>
            </a:r>
          </a:p>
        </p:txBody>
      </p:sp>
      <p:sp>
        <p:nvSpPr>
          <p:cNvPr id="308" name="Google Shape;308;p30">
            <a:extLst xmlns:a="http://schemas.openxmlformats.org/drawingml/2006/main">
              <a:ext uri="{FF2B5EF4-FFF2-40B4-BE49-F238E27FC236}">
                <a16:creationId xmlns:a16="http://schemas.microsoft.com/office/drawing/2014/main" id="{B78C6BA0-ED32-48DC-85F2-B4E00038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100" y="38683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310" name="Google Shape;310;p30">
            <a:extLst xmlns:a="http://schemas.openxmlformats.org/drawingml/2006/main">
              <a:ext uri="{FF2B5EF4-FFF2-40B4-BE49-F238E27FC236}">
                <a16:creationId xmlns:a16="http://schemas.microsoft.com/office/drawing/2014/main" id="{09B6DAF8-8302-4623-897D-26165EA5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0" y="697350"/>
            <a:ext cx="2119744" cy="1127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1" name="Google Shape;311;p30">
            <a:extLst xmlns:a="http://schemas.openxmlformats.org/drawingml/2006/main">
              <a:ext uri="{FF2B5EF4-FFF2-40B4-BE49-F238E27FC236}">
                <a16:creationId xmlns:a16="http://schemas.microsoft.com/office/drawing/2014/main" id="{742D31F6-3221-48C9-8E30-90EE2ECD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3" y="697350"/>
            <a:ext cx="2119744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2" name="Google Shape;312;p30">
            <a:extLst xmlns:a="http://schemas.openxmlformats.org/drawingml/2006/main">
              <a:ext uri="{FF2B5EF4-FFF2-40B4-BE49-F238E27FC236}">
                <a16:creationId xmlns:a16="http://schemas.microsoft.com/office/drawing/2014/main" id="{1197A6D5-E686-4D9D-B748-4B534E59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082" y="101675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  <p:sp>
        <p:nvSpPr>
          <p:cNvPr id="313" name="slide-heading-marker-10">
            <a:extLst xmlns:a="http://schemas.openxmlformats.org/drawingml/2006/main">
              <a:ext uri="{FF2B5EF4-FFF2-40B4-BE49-F238E27FC236}">
                <a16:creationId xmlns:a16="http://schemas.microsoft.com/office/drawing/2014/main" id="{63954541-69DF-4C20-9DEE-0A6C8AFB9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7675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DB5D"/>
                </a:solidFill>
                <a:latin typeface="Source Code Pro"/>
                <a:ea typeface="Source Code Pro"/>
                <a:cs typeface="Source Code Pro"/>
              </a:defRPr>
            </a:pPr>
            <a:r>
              <a:rPr sz="1950" b="1">
                <a:solidFill>
                  <a:srgbClr val="FFDB5D"/>
                </a:solidFill>
                <a:latin typeface="Source Code Pro"/>
                <a:ea typeface="Source Code Pro"/>
                <a:cs typeface="Source Code Pro"/>
              </a:rPr>
              <a:t>&lt;/</a:t>
            </a:r>
          </a:p>
        </p:txBody>
      </p:sp>
      <p:sp>
        <p:nvSpPr>
          <p:cNvPr id="314" name="slide-heading-text-10">
            <a:extLst xmlns:a="http://schemas.openxmlformats.org/drawingml/2006/main">
              <a:ext uri="{FF2B5EF4-FFF2-40B4-BE49-F238E27FC236}">
                <a16:creationId xmlns:a16="http://schemas.microsoft.com/office/drawing/2014/main" id="{0B4395C4-C510-4CC0-A34F-DB59179E2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28625"/>
            <a:ext cx="561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Find class in Microsoft Teams</a:t>
            </a:r>
          </a:p>
        </p:txBody>
      </p:sp>
    </p:spTree>
    <p:extLst>
      <p:ext uri="{BB962C8B-B14F-4D97-AF65-F5344CB8AC3E}">
        <p14:creationId xmlns:p14="http://schemas.microsoft.com/office/powerpoint/2010/main" val="69451926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2" name="Google Shape;302;p30">
            <a:extLst xmlns:a="http://schemas.openxmlformats.org/drawingml/2006/main">
              <a:ext uri="{FF2B5EF4-FFF2-40B4-BE49-F238E27FC236}">
                <a16:creationId xmlns:a16="http://schemas.microsoft.com/office/drawing/2014/main" id="{069093DC-4E13-45FD-972F-EFACFB762C06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1252403" y="2857500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Find and submit assignments</a:t>
            </a:r>
          </a:p>
        </p:txBody>
      </p:sp>
      <p:sp>
        <p:nvSpPr>
          <p:cNvPr id="303" name="Google Shape;303;p30">
            <a:extLst xmlns:a="http://schemas.openxmlformats.org/drawingml/2006/main">
              <a:ext uri="{FF2B5EF4-FFF2-40B4-BE49-F238E27FC236}">
                <a16:creationId xmlns:a16="http://schemas.microsoft.com/office/drawing/2014/main" id="{22068794-3762-46E6-9FE4-6EE3ED61B7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52403" y="1022536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accent2"/>
                </a:solidFill>
              </a:rPr>
              <a:t>{Updates}</a:t>
            </a:r>
          </a:p>
        </p:txBody>
      </p:sp>
      <p:sp>
        <p:nvSpPr>
          <p:cNvPr id="304" name="Google Shape;304;p30">
            <a:extLst xmlns:a="http://schemas.openxmlformats.org/drawingml/2006/main">
              <a:ext uri="{FF2B5EF4-FFF2-40B4-BE49-F238E27FC236}">
                <a16:creationId xmlns:a16="http://schemas.microsoft.com/office/drawing/2014/main" id="{4B083477-9C13-4431-934E-B2803526A8A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252403" y="1790700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Important teacher updates</a:t>
            </a:r>
          </a:p>
        </p:txBody>
      </p:sp>
      <p:sp>
        <p:nvSpPr>
          <p:cNvPr id="305" name="Google Shape;305;p30">
            <a:extLst xmlns:a="http://schemas.openxmlformats.org/drawingml/2006/main">
              <a:ext uri="{FF2B5EF4-FFF2-40B4-BE49-F238E27FC236}">
                <a16:creationId xmlns:a16="http://schemas.microsoft.com/office/drawing/2014/main" id="{8FB84568-B635-4D96-BECD-DDAB98281B56}"/>
              </a:ext>
            </a:extLst>
          </p:cNvPr>
          <p:cNvSpPr>
            <a:spLocks xmlns:a="http://schemas.openxmlformats.org/drawingml/2006/main" noGrp="1"/>
          </p:cNvSpPr>
          <p:nvPr>
            <p:ph type="title" idx="2"/>
          </p:nvPr>
        </p:nvSpPr>
        <p:spPr>
          <a:xfrm xmlns:a="http://schemas.openxmlformats.org/drawingml/2006/main">
            <a:off x="1252403" y="2080661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{Assignments}</a:t>
            </a:r>
          </a:p>
        </p:txBody>
      </p:sp>
      <p:sp>
        <p:nvSpPr>
          <p:cNvPr id="306" name="Google Shape;306;p30">
            <a:extLst xmlns:a="http://schemas.openxmlformats.org/drawingml/2006/main">
              <a:ext uri="{FF2B5EF4-FFF2-40B4-BE49-F238E27FC236}">
                <a16:creationId xmlns:a16="http://schemas.microsoft.com/office/drawing/2014/main" id="{39D7BB6A-B939-4CF0-8868-1E889722D03D}"/>
              </a:ext>
            </a:extLst>
          </p:cNvPr>
          <p:cNvSpPr>
            <a:spLocks xmlns:a="http://schemas.openxmlformats.org/drawingml/2006/main" noGrp="1"/>
          </p:cNvSpPr>
          <p:nvPr>
            <p:ph type="title" idx="4"/>
          </p:nvPr>
        </p:nvSpPr>
        <p:spPr>
          <a:xfrm xmlns:a="http://schemas.openxmlformats.org/drawingml/2006/main">
            <a:off x="1252404" y="3138786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lt2"/>
                </a:solidFill>
              </a:rPr>
              <a:t>{Hangout}</a:t>
            </a:r>
          </a:p>
        </p:txBody>
      </p:sp>
      <p:sp>
        <p:nvSpPr>
          <p:cNvPr id="307" name="Google Shape;307;p30">
            <a:extLst xmlns:a="http://schemas.openxmlformats.org/drawingml/2006/main">
              <a:ext uri="{FF2B5EF4-FFF2-40B4-BE49-F238E27FC236}">
                <a16:creationId xmlns:a16="http://schemas.microsoft.com/office/drawing/2014/main" id="{B1468CD5-D03B-4903-8BF7-9F0C7E81B677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1252404" y="3914775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Join extra help after class</a:t>
            </a:r>
          </a:p>
        </p:txBody>
      </p:sp>
      <p:sp>
        <p:nvSpPr>
          <p:cNvPr id="308" name="Google Shape;308;p30">
            <a:extLst xmlns:a="http://schemas.openxmlformats.org/drawingml/2006/main">
              <a:ext uri="{FF2B5EF4-FFF2-40B4-BE49-F238E27FC236}">
                <a16:creationId xmlns:a16="http://schemas.microsoft.com/office/drawing/2014/main" id="{B78C6BA0-ED32-48DC-85F2-B4E00038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100" y="38683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310" name="Google Shape;310;p30">
            <a:extLst xmlns:a="http://schemas.openxmlformats.org/drawingml/2006/main">
              <a:ext uri="{FF2B5EF4-FFF2-40B4-BE49-F238E27FC236}">
                <a16:creationId xmlns:a16="http://schemas.microsoft.com/office/drawing/2014/main" id="{09B6DAF8-8302-4623-897D-26165EA5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0" y="697350"/>
            <a:ext cx="2119744" cy="1127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1" name="Google Shape;311;p30">
            <a:extLst xmlns:a="http://schemas.openxmlformats.org/drawingml/2006/main">
              <a:ext uri="{FF2B5EF4-FFF2-40B4-BE49-F238E27FC236}">
                <a16:creationId xmlns:a16="http://schemas.microsoft.com/office/drawing/2014/main" id="{742D31F6-3221-48C9-8E30-90EE2ECD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3" y="697350"/>
            <a:ext cx="2119744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2" name="Google Shape;312;p30">
            <a:extLst xmlns:a="http://schemas.openxmlformats.org/drawingml/2006/main">
              <a:ext uri="{FF2B5EF4-FFF2-40B4-BE49-F238E27FC236}">
                <a16:creationId xmlns:a16="http://schemas.microsoft.com/office/drawing/2014/main" id="{1197A6D5-E686-4D9D-B748-4B534E59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082" y="101675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  <p:sp>
        <p:nvSpPr>
          <p:cNvPr id="313" name="slide-heading-marker-11">
            <a:extLst xmlns:a="http://schemas.openxmlformats.org/drawingml/2006/main">
              <a:ext uri="{FF2B5EF4-FFF2-40B4-BE49-F238E27FC236}">
                <a16:creationId xmlns:a16="http://schemas.microsoft.com/office/drawing/2014/main" id="{81B557BB-8246-4DFA-8DB9-485EA7DD4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7675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DB5D"/>
                </a:solidFill>
                <a:latin typeface="Source Code Pro"/>
                <a:ea typeface="Source Code Pro"/>
                <a:cs typeface="Source Code Pro"/>
              </a:defRPr>
            </a:pPr>
            <a:r>
              <a:rPr sz="1950" b="1">
                <a:solidFill>
                  <a:srgbClr val="FFDB5D"/>
                </a:solidFill>
                <a:latin typeface="Source Code Pro"/>
                <a:ea typeface="Source Code Pro"/>
                <a:cs typeface="Source Code Pro"/>
              </a:rPr>
              <a:t>&lt;/</a:t>
            </a:r>
          </a:p>
        </p:txBody>
      </p:sp>
      <p:sp>
        <p:nvSpPr>
          <p:cNvPr id="314" name="slide-heading-text-11">
            <a:extLst xmlns:a="http://schemas.openxmlformats.org/drawingml/2006/main">
              <a:ext uri="{FF2B5EF4-FFF2-40B4-BE49-F238E27FC236}">
                <a16:creationId xmlns:a16="http://schemas.microsoft.com/office/drawing/2014/main" id="{74AE04A5-E1E4-4AAB-8943-1A4D69573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28625"/>
            <a:ext cx="561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Know the Teams channels</a:t>
            </a:r>
          </a:p>
        </p:txBody>
      </p:sp>
    </p:spTree>
    <p:extLst>
      <p:ext uri="{BB962C8B-B14F-4D97-AF65-F5344CB8AC3E}">
        <p14:creationId xmlns:p14="http://schemas.microsoft.com/office/powerpoint/2010/main" val="694519266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2" name="Google Shape;302;p30">
            <a:extLst xmlns:a="http://schemas.openxmlformats.org/drawingml/2006/main">
              <a:ext uri="{FF2B5EF4-FFF2-40B4-BE49-F238E27FC236}">
                <a16:creationId xmlns:a16="http://schemas.microsoft.com/office/drawing/2014/main" id="{069093DC-4E13-45FD-972F-EFACFB762C06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1252403" y="2857500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Homework, classwork, or setup</a:t>
            </a:r>
          </a:p>
        </p:txBody>
      </p:sp>
      <p:sp>
        <p:nvSpPr>
          <p:cNvPr id="303" name="Google Shape;303;p30">
            <a:extLst xmlns:a="http://schemas.openxmlformats.org/drawingml/2006/main">
              <a:ext uri="{FF2B5EF4-FFF2-40B4-BE49-F238E27FC236}">
                <a16:creationId xmlns:a16="http://schemas.microsoft.com/office/drawing/2014/main" id="{22068794-3762-46E6-9FE4-6EE3ED61B7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52403" y="1022536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accent2"/>
                </a:solidFill>
              </a:rPr>
              <a:t>{4:30-5:30}</a:t>
            </a:r>
          </a:p>
        </p:txBody>
      </p:sp>
      <p:sp>
        <p:nvSpPr>
          <p:cNvPr id="304" name="Google Shape;304;p30">
            <a:extLst xmlns:a="http://schemas.openxmlformats.org/drawingml/2006/main">
              <a:ext uri="{FF2B5EF4-FFF2-40B4-BE49-F238E27FC236}">
                <a16:creationId xmlns:a16="http://schemas.microsoft.com/office/drawing/2014/main" id="{4B083477-9C13-4431-934E-B2803526A8A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252403" y="1790700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Pacific Time</a:t>
            </a:r>
          </a:p>
        </p:txBody>
      </p:sp>
      <p:sp>
        <p:nvSpPr>
          <p:cNvPr id="305" name="Google Shape;305;p30">
            <a:extLst xmlns:a="http://schemas.openxmlformats.org/drawingml/2006/main">
              <a:ext uri="{FF2B5EF4-FFF2-40B4-BE49-F238E27FC236}">
                <a16:creationId xmlns:a16="http://schemas.microsoft.com/office/drawing/2014/main" id="{8FB84568-B635-4D96-BECD-DDAB98281B56}"/>
              </a:ext>
            </a:extLst>
          </p:cNvPr>
          <p:cNvSpPr>
            <a:spLocks xmlns:a="http://schemas.openxmlformats.org/drawingml/2006/main" noGrp="1"/>
          </p:cNvSpPr>
          <p:nvPr>
            <p:ph type="title" idx="2"/>
          </p:nvPr>
        </p:nvSpPr>
        <p:spPr>
          <a:xfrm xmlns:a="http://schemas.openxmlformats.org/drawingml/2006/main">
            <a:off x="1252403" y="2080661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{Questions}</a:t>
            </a:r>
          </a:p>
        </p:txBody>
      </p:sp>
      <p:sp>
        <p:nvSpPr>
          <p:cNvPr id="306" name="Google Shape;306;p30">
            <a:extLst xmlns:a="http://schemas.openxmlformats.org/drawingml/2006/main">
              <a:ext uri="{FF2B5EF4-FFF2-40B4-BE49-F238E27FC236}">
                <a16:creationId xmlns:a16="http://schemas.microsoft.com/office/drawing/2014/main" id="{39D7BB6A-B939-4CF0-8868-1E889722D03D}"/>
              </a:ext>
            </a:extLst>
          </p:cNvPr>
          <p:cNvSpPr>
            <a:spLocks xmlns:a="http://schemas.openxmlformats.org/drawingml/2006/main" noGrp="1"/>
          </p:cNvSpPr>
          <p:nvPr>
            <p:ph type="title" idx="4"/>
          </p:nvPr>
        </p:nvSpPr>
        <p:spPr>
          <a:xfrm xmlns:a="http://schemas.openxmlformats.org/drawingml/2006/main">
            <a:off x="1252404" y="3138786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lt2"/>
                </a:solidFill>
              </a:rPr>
              <a:t>{Join Hangout}</a:t>
            </a:r>
          </a:p>
        </p:txBody>
      </p:sp>
      <p:sp>
        <p:nvSpPr>
          <p:cNvPr id="307" name="Google Shape;307;p30">
            <a:extLst xmlns:a="http://schemas.openxmlformats.org/drawingml/2006/main">
              <a:ext uri="{FF2B5EF4-FFF2-40B4-BE49-F238E27FC236}">
                <a16:creationId xmlns:a16="http://schemas.microsoft.com/office/drawing/2014/main" id="{B1468CD5-D03B-4903-8BF7-9F0C7E81B677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1252404" y="3914775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Assistant teachers are ready to help</a:t>
            </a:r>
          </a:p>
        </p:txBody>
      </p:sp>
      <p:sp>
        <p:nvSpPr>
          <p:cNvPr id="308" name="Google Shape;308;p30">
            <a:extLst xmlns:a="http://schemas.openxmlformats.org/drawingml/2006/main">
              <a:ext uri="{FF2B5EF4-FFF2-40B4-BE49-F238E27FC236}">
                <a16:creationId xmlns:a16="http://schemas.microsoft.com/office/drawing/2014/main" id="{B78C6BA0-ED32-48DC-85F2-B4E00038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100" y="38683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310" name="Google Shape;310;p30">
            <a:extLst xmlns:a="http://schemas.openxmlformats.org/drawingml/2006/main">
              <a:ext uri="{FF2B5EF4-FFF2-40B4-BE49-F238E27FC236}">
                <a16:creationId xmlns:a16="http://schemas.microsoft.com/office/drawing/2014/main" id="{09B6DAF8-8302-4623-897D-26165EA5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0" y="697350"/>
            <a:ext cx="2119744" cy="1127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1" name="Google Shape;311;p30">
            <a:extLst xmlns:a="http://schemas.openxmlformats.org/drawingml/2006/main">
              <a:ext uri="{FF2B5EF4-FFF2-40B4-BE49-F238E27FC236}">
                <a16:creationId xmlns:a16="http://schemas.microsoft.com/office/drawing/2014/main" id="{742D31F6-3221-48C9-8E30-90EE2ECD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3" y="697350"/>
            <a:ext cx="2119744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2" name="Google Shape;312;p30">
            <a:extLst xmlns:a="http://schemas.openxmlformats.org/drawingml/2006/main">
              <a:ext uri="{FF2B5EF4-FFF2-40B4-BE49-F238E27FC236}">
                <a16:creationId xmlns:a16="http://schemas.microsoft.com/office/drawing/2014/main" id="{1197A6D5-E686-4D9D-B748-4B534E59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082" y="101675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  <p:sp>
        <p:nvSpPr>
          <p:cNvPr id="313" name="slide-heading-marker-12">
            <a:extLst xmlns:a="http://schemas.openxmlformats.org/drawingml/2006/main">
              <a:ext uri="{FF2B5EF4-FFF2-40B4-BE49-F238E27FC236}">
                <a16:creationId xmlns:a16="http://schemas.microsoft.com/office/drawing/2014/main" id="{C4AC6F95-A342-4001-9E57-59639F66F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7675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DB5D"/>
                </a:solidFill>
                <a:latin typeface="Source Code Pro"/>
                <a:ea typeface="Source Code Pro"/>
                <a:cs typeface="Source Code Pro"/>
              </a:defRPr>
            </a:pPr>
            <a:r>
              <a:rPr sz="1950" b="1">
                <a:solidFill>
                  <a:srgbClr val="FFDB5D"/>
                </a:solidFill>
                <a:latin typeface="Source Code Pro"/>
                <a:ea typeface="Source Code Pro"/>
                <a:cs typeface="Source Code Pro"/>
              </a:rPr>
              <a:t>&lt;/</a:t>
            </a:r>
          </a:p>
        </p:txBody>
      </p:sp>
      <p:sp>
        <p:nvSpPr>
          <p:cNvPr id="314" name="slide-heading-text-12">
            <a:extLst xmlns:a="http://schemas.openxmlformats.org/drawingml/2006/main">
              <a:ext uri="{FF2B5EF4-FFF2-40B4-BE49-F238E27FC236}">
                <a16:creationId xmlns:a16="http://schemas.microsoft.com/office/drawing/2014/main" id="{920E5DF7-A4E8-401B-BA5A-CC8F5995B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28625"/>
            <a:ext cx="561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Use hangout for extra help</a:t>
            </a:r>
          </a:p>
        </p:txBody>
      </p:sp>
    </p:spTree>
    <p:extLst>
      <p:ext uri="{BB962C8B-B14F-4D97-AF65-F5344CB8AC3E}">
        <p14:creationId xmlns:p14="http://schemas.microsoft.com/office/powerpoint/2010/main" val="694519266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2" name="Google Shape;302;p30">
            <a:extLst xmlns:a="http://schemas.openxmlformats.org/drawingml/2006/main">
              <a:ext uri="{FF2B5EF4-FFF2-40B4-BE49-F238E27FC236}">
                <a16:creationId xmlns:a16="http://schemas.microsoft.com/office/drawing/2014/main" id="{069093DC-4E13-45FD-972F-EFACFB762C06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1252403" y="2857500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Attend the class on time to be successful</a:t>
            </a:r>
          </a:p>
        </p:txBody>
      </p:sp>
      <p:sp>
        <p:nvSpPr>
          <p:cNvPr id="303" name="Google Shape;303;p30">
            <a:extLst xmlns:a="http://schemas.openxmlformats.org/drawingml/2006/main">
              <a:ext uri="{FF2B5EF4-FFF2-40B4-BE49-F238E27FC236}">
                <a16:creationId xmlns:a16="http://schemas.microsoft.com/office/drawing/2014/main" id="{22068794-3762-46E6-9FE4-6EE3ED61B7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52403" y="1022536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accent2"/>
                </a:solidFill>
              </a:rPr>
              <a:t>{</a:t>
            </a:r>
            <a:r>
              <a:t>Be respectful}</a:t>
            </a:r>
          </a:p>
        </p:txBody>
      </p:sp>
      <p:sp>
        <p:nvSpPr>
          <p:cNvPr id="304" name="Google Shape;304;p30">
            <a:extLst xmlns:a="http://schemas.openxmlformats.org/drawingml/2006/main">
              <a:ext uri="{FF2B5EF4-FFF2-40B4-BE49-F238E27FC236}">
                <a16:creationId xmlns:a16="http://schemas.microsoft.com/office/drawing/2014/main" id="{4B083477-9C13-4431-934E-B2803526A8A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252403" y="1790700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Respect your fellow students and treat them as you want to be treated</a:t>
            </a:r>
          </a:p>
        </p:txBody>
      </p:sp>
      <p:sp>
        <p:nvSpPr>
          <p:cNvPr id="305" name="Google Shape;305;p30">
            <a:extLst xmlns:a="http://schemas.openxmlformats.org/drawingml/2006/main">
              <a:ext uri="{FF2B5EF4-FFF2-40B4-BE49-F238E27FC236}">
                <a16:creationId xmlns:a16="http://schemas.microsoft.com/office/drawing/2014/main" id="{8FB84568-B635-4D96-BECD-DDAB98281B56}"/>
              </a:ext>
            </a:extLst>
          </p:cNvPr>
          <p:cNvSpPr>
            <a:spLocks xmlns:a="http://schemas.openxmlformats.org/drawingml/2006/main" noGrp="1"/>
          </p:cNvSpPr>
          <p:nvPr>
            <p:ph type="title" idx="2"/>
          </p:nvPr>
        </p:nvSpPr>
        <p:spPr>
          <a:xfrm xmlns:a="http://schemas.openxmlformats.org/drawingml/2006/main">
            <a:off x="1252403" y="2080661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{Be on time</a:t>
            </a:r>
            <a:r>
              <a:rPr>
                <a:solidFill>
                  <a:schemeClr val="accent1"/>
                </a:solidFill>
              </a:rPr>
              <a:t>}</a:t>
            </a:r>
          </a:p>
        </p:txBody>
      </p:sp>
      <p:sp>
        <p:nvSpPr>
          <p:cNvPr id="306" name="Google Shape;306;p30">
            <a:extLst xmlns:a="http://schemas.openxmlformats.org/drawingml/2006/main">
              <a:ext uri="{FF2B5EF4-FFF2-40B4-BE49-F238E27FC236}">
                <a16:creationId xmlns:a16="http://schemas.microsoft.com/office/drawing/2014/main" id="{39D7BB6A-B939-4CF0-8868-1E889722D03D}"/>
              </a:ext>
            </a:extLst>
          </p:cNvPr>
          <p:cNvSpPr>
            <a:spLocks xmlns:a="http://schemas.openxmlformats.org/drawingml/2006/main" noGrp="1"/>
          </p:cNvSpPr>
          <p:nvPr>
            <p:ph type="title" idx="4"/>
          </p:nvPr>
        </p:nvSpPr>
        <p:spPr>
          <a:xfrm xmlns:a="http://schemas.openxmlformats.org/drawingml/2006/main">
            <a:off x="1252404" y="3138786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lt2"/>
                </a:solidFill>
              </a:rPr>
              <a:t>{</a:t>
            </a:r>
            <a:r>
              <a:t>Be ready}</a:t>
            </a:r>
          </a:p>
        </p:txBody>
      </p:sp>
      <p:sp>
        <p:nvSpPr>
          <p:cNvPr id="307" name="Google Shape;307;p30">
            <a:extLst xmlns:a="http://schemas.openxmlformats.org/drawingml/2006/main">
              <a:ext uri="{FF2B5EF4-FFF2-40B4-BE49-F238E27FC236}">
                <a16:creationId xmlns:a16="http://schemas.microsoft.com/office/drawing/2014/main" id="{B1468CD5-D03B-4903-8BF7-9F0C7E81B677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1252404" y="3914775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Set yourself up for success by bringing the necessary tools</a:t>
            </a:r>
          </a:p>
        </p:txBody>
      </p:sp>
      <p:sp>
        <p:nvSpPr>
          <p:cNvPr id="308" name="Google Shape;308;p30">
            <a:extLst xmlns:a="http://schemas.openxmlformats.org/drawingml/2006/main">
              <a:ext uri="{FF2B5EF4-FFF2-40B4-BE49-F238E27FC236}">
                <a16:creationId xmlns:a16="http://schemas.microsoft.com/office/drawing/2014/main" id="{B78C6BA0-ED32-48DC-85F2-B4E00038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100" y="38683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310" name="Google Shape;310;p30">
            <a:extLst xmlns:a="http://schemas.openxmlformats.org/drawingml/2006/main">
              <a:ext uri="{FF2B5EF4-FFF2-40B4-BE49-F238E27FC236}">
                <a16:creationId xmlns:a16="http://schemas.microsoft.com/office/drawing/2014/main" id="{09B6DAF8-8302-4623-897D-26165EA5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0" y="697350"/>
            <a:ext cx="2119744" cy="1127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1" name="Google Shape;311;p30">
            <a:extLst xmlns:a="http://schemas.openxmlformats.org/drawingml/2006/main">
              <a:ext uri="{FF2B5EF4-FFF2-40B4-BE49-F238E27FC236}">
                <a16:creationId xmlns:a16="http://schemas.microsoft.com/office/drawing/2014/main" id="{742D31F6-3221-48C9-8E30-90EE2ECD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3" y="697350"/>
            <a:ext cx="2119744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2" name="Google Shape;312;p30">
            <a:extLst xmlns:a="http://schemas.openxmlformats.org/drawingml/2006/main">
              <a:ext uri="{FF2B5EF4-FFF2-40B4-BE49-F238E27FC236}">
                <a16:creationId xmlns:a16="http://schemas.microsoft.com/office/drawing/2014/main" id="{1197A6D5-E686-4D9D-B748-4B534E59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082" y="101675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  <p:sp>
        <p:nvSpPr>
          <p:cNvPr id="313" name="slide-heading-marker-13">
            <a:extLst xmlns:a="http://schemas.openxmlformats.org/drawingml/2006/main">
              <a:ext uri="{FF2B5EF4-FFF2-40B4-BE49-F238E27FC236}">
                <a16:creationId xmlns:a16="http://schemas.microsoft.com/office/drawing/2014/main" id="{4F82ACE8-61F6-46BC-A2E0-C802663B9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7675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DB5D"/>
                </a:solidFill>
                <a:latin typeface="Source Code Pro"/>
                <a:ea typeface="Source Code Pro"/>
                <a:cs typeface="Source Code Pro"/>
              </a:defRPr>
            </a:pPr>
            <a:r>
              <a:rPr sz="1950" b="1">
                <a:solidFill>
                  <a:srgbClr val="FFDB5D"/>
                </a:solidFill>
                <a:latin typeface="Source Code Pro"/>
                <a:ea typeface="Source Code Pro"/>
                <a:cs typeface="Source Code Pro"/>
              </a:rPr>
              <a:t>&lt;/</a:t>
            </a:r>
          </a:p>
        </p:txBody>
      </p:sp>
      <p:sp>
        <p:nvSpPr>
          <p:cNvPr id="314" name="slide-heading-text-13">
            <a:extLst xmlns:a="http://schemas.openxmlformats.org/drawingml/2006/main">
              <a:ext uri="{FF2B5EF4-FFF2-40B4-BE49-F238E27FC236}">
                <a16:creationId xmlns:a16="http://schemas.microsoft.com/office/drawing/2014/main" id="{BD1026FB-DB3E-426C-9133-827B9BDA3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28625"/>
            <a:ext cx="561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Class habits that help everyone</a:t>
            </a:r>
          </a:p>
        </p:txBody>
      </p:sp>
    </p:spTree>
    <p:extLst>
      <p:ext uri="{BB962C8B-B14F-4D97-AF65-F5344CB8AC3E}">
        <p14:creationId xmlns:p14="http://schemas.microsoft.com/office/powerpoint/2010/main" val="69451926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3" name="Google Shape;203;p24">
            <a:extLst xmlns:a="http://schemas.openxmlformats.org/drawingml/2006/main">
              <a:ext uri="{FF2B5EF4-FFF2-40B4-BE49-F238E27FC236}">
                <a16:creationId xmlns:a16="http://schemas.microsoft.com/office/drawing/2014/main" id="{04D2E2B3-22FD-441D-93E4-32F09B56D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2525" y="726625"/>
            <a:ext cx="6578100" cy="3438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4" name="Google Shape;204;p24">
            <a:extLst xmlns:a="http://schemas.openxmlformats.org/drawingml/2006/main">
              <a:ext uri="{FF2B5EF4-FFF2-40B4-BE49-F238E27FC236}">
                <a16:creationId xmlns:a16="http://schemas.microsoft.com/office/drawing/2014/main" id="{B1D93451-B164-4654-813D-9B921C836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2525" y="726625"/>
            <a:ext cx="6578100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6" name="Google Shape;206;p24">
            <a:extLst xmlns:a="http://schemas.openxmlformats.org/drawingml/2006/main">
              <a:ext uri="{FF2B5EF4-FFF2-40B4-BE49-F238E27FC236}">
                <a16:creationId xmlns:a16="http://schemas.microsoft.com/office/drawing/2014/main" id="{EE5B2A1D-12A2-40AB-8D58-2E80CD3BF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06625" y="3349925"/>
            <a:ext cx="3447300" cy="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7" name="Google Shape;207;p24">
            <a:extLst xmlns:a="http://schemas.openxmlformats.org/drawingml/2006/main">
              <a:ext uri="{FF2B5EF4-FFF2-40B4-BE49-F238E27FC236}">
                <a16:creationId xmlns:a16="http://schemas.microsoft.com/office/drawing/2014/main" id="{2045E92C-FD95-4F72-B1D3-175AA5BC6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06625" y="3349925"/>
            <a:ext cx="3447300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9" name="Google Shape;209;p24">
            <a:extLst xmlns:a="http://schemas.openxmlformats.org/drawingml/2006/main">
              <a:ext uri="{FF2B5EF4-FFF2-40B4-BE49-F238E27FC236}">
                <a16:creationId xmlns:a16="http://schemas.microsoft.com/office/drawing/2014/main" id="{0AE4C7F2-E08C-4333-A7CB-F563247B9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49418" y="1309987"/>
            <a:ext cx="1864825" cy="163703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0" name="Google Shape;210;p24">
            <a:extLst xmlns:a="http://schemas.openxmlformats.org/drawingml/2006/main">
              <a:ext uri="{FF2B5EF4-FFF2-40B4-BE49-F238E27FC236}">
                <a16:creationId xmlns:a16="http://schemas.microsoft.com/office/drawing/2014/main" id="{976E2B22-EB9F-4CC7-ABF6-B9854C645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49425" y="1309976"/>
            <a:ext cx="1864825" cy="25530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1" name="Google Shape;211;p24">
            <a:extLst xmlns:a="http://schemas.openxmlformats.org/drawingml/2006/main">
              <a:ext uri="{FF2B5EF4-FFF2-40B4-BE49-F238E27FC236}">
                <a16:creationId xmlns:a16="http://schemas.microsoft.com/office/drawing/2014/main" id="{6775FBA8-32A6-4C5D-858A-FBE91F9F8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4325" y="20128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lt2"/>
                </a:solidFill>
                <a:latin typeface="Quantico"/>
                <a:ea typeface="Quantico"/>
                <a:cs typeface="Quantico"/>
              </a:rPr>
              <a:t>&lt;/</a:t>
            </a:r>
          </a:p>
        </p:txBody>
      </p:sp>
      <p:sp>
        <p:nvSpPr>
          <p:cNvPr id="212" name="Google Shape;212;p24">
            <a:extLst xmlns:a="http://schemas.openxmlformats.org/drawingml/2006/main">
              <a:ext uri="{FF2B5EF4-FFF2-40B4-BE49-F238E27FC236}">
                <a16:creationId xmlns:a16="http://schemas.microsoft.com/office/drawing/2014/main" id="{E705969D-D0F1-46F7-91BE-19AAFA3F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8825" y="1974375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213" name="Google Shape;213;p24">
            <a:extLst xmlns:a="http://schemas.openxmlformats.org/drawingml/2006/main">
              <a:ext uri="{FF2B5EF4-FFF2-40B4-BE49-F238E27FC236}">
                <a16:creationId xmlns:a16="http://schemas.microsoft.com/office/drawing/2014/main" id="{FBDE6D5E-521E-4730-84D0-2601494F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8457" y="187360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  <p:sp>
        <p:nvSpPr>
          <p:cNvPr id="214" name="Google Shape;214;p24">
            <a:extLst xmlns:a="http://schemas.openxmlformats.org/drawingml/2006/main">
              <a:ext uri="{FF2B5EF4-FFF2-40B4-BE49-F238E27FC236}">
                <a16:creationId xmlns:a16="http://schemas.microsoft.com/office/drawing/2014/main" id="{5EE6EEBD-605C-4EFD-803C-779B4C388CA3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875450" y="1974375"/>
            <a:ext cx="4148400" cy="746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Kahoot time!</a:t>
            </a:r>
          </a:p>
        </p:txBody>
      </p:sp>
      <p:sp>
        <p:nvSpPr>
          <p:cNvPr id="215" name="Google Shape;215;p24">
            <a:extLst xmlns:a="http://schemas.openxmlformats.org/drawingml/2006/main">
              <a:ext uri="{FF2B5EF4-FFF2-40B4-BE49-F238E27FC236}">
                <a16:creationId xmlns:a16="http://schemas.microsoft.com/office/drawing/2014/main" id="{561222E6-86D3-4D0D-888F-08411327808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4751650" y="3680600"/>
            <a:ext cx="3043800" cy="5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>15 fun questions. Learn the game.</a:t>
            </a:r>
          </a:p>
        </p:txBody>
      </p:sp>
      <p:sp>
        <p:nvSpPr>
          <p:cNvPr id="216" name="Google Shape;216;p24">
            <a:extLst xmlns:a="http://schemas.openxmlformats.org/drawingml/2006/main">
              <a:ext uri="{FF2B5EF4-FFF2-40B4-BE49-F238E27FC236}">
                <a16:creationId xmlns:a16="http://schemas.microsoft.com/office/drawing/2014/main" id="{3CB2B6C1-3795-43B8-9621-54C5BB056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125" y="117311"/>
            <a:ext cx="19995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Classroom Presentation</a:t>
            </a:r>
          </a:p>
        </p:txBody>
      </p:sp>
      <p:sp>
        <p:nvSpPr>
          <p:cNvPr id="217" name="Google Shape;217;p24">
            <a:extLst xmlns:a="http://schemas.openxmlformats.org/drawingml/2006/main">
              <a:ext uri="{FF2B5EF4-FFF2-40B4-BE49-F238E27FC236}">
                <a16:creationId xmlns:a16="http://schemas.microsoft.com/office/drawing/2014/main" id="{1BCE298B-ADAB-4360-9E4B-303C95BFA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0325" y="117311"/>
            <a:ext cx="19995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. . .</a:t>
            </a:r>
          </a:p>
        </p:txBody>
      </p:sp>
    </p:spTree>
    <p:extLst>
      <p:ext uri="{BB962C8B-B14F-4D97-AF65-F5344CB8AC3E}">
        <p14:creationId xmlns:p14="http://schemas.microsoft.com/office/powerpoint/2010/main" val="59229594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3" name="Google Shape;203;p24">
            <a:extLst xmlns:a="http://schemas.openxmlformats.org/drawingml/2006/main">
              <a:ext uri="{FF2B5EF4-FFF2-40B4-BE49-F238E27FC236}">
                <a16:creationId xmlns:a16="http://schemas.microsoft.com/office/drawing/2014/main" id="{04D2E2B3-22FD-441D-93E4-32F09B56D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2525" y="726625"/>
            <a:ext cx="6578100" cy="3438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4" name="Google Shape;204;p24">
            <a:extLst xmlns:a="http://schemas.openxmlformats.org/drawingml/2006/main">
              <a:ext uri="{FF2B5EF4-FFF2-40B4-BE49-F238E27FC236}">
                <a16:creationId xmlns:a16="http://schemas.microsoft.com/office/drawing/2014/main" id="{B1D93451-B164-4654-813D-9B921C836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2525" y="726625"/>
            <a:ext cx="6578100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6" name="Google Shape;206;p24">
            <a:extLst xmlns:a="http://schemas.openxmlformats.org/drawingml/2006/main">
              <a:ext uri="{FF2B5EF4-FFF2-40B4-BE49-F238E27FC236}">
                <a16:creationId xmlns:a16="http://schemas.microsoft.com/office/drawing/2014/main" id="{EE5B2A1D-12A2-40AB-8D58-2E80CD3BF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06625" y="3349925"/>
            <a:ext cx="3447300" cy="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7" name="Google Shape;207;p24">
            <a:extLst xmlns:a="http://schemas.openxmlformats.org/drawingml/2006/main">
              <a:ext uri="{FF2B5EF4-FFF2-40B4-BE49-F238E27FC236}">
                <a16:creationId xmlns:a16="http://schemas.microsoft.com/office/drawing/2014/main" id="{2045E92C-FD95-4F72-B1D3-175AA5BC6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06625" y="3349925"/>
            <a:ext cx="3447300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9" name="Google Shape;209;p24">
            <a:extLst xmlns:a="http://schemas.openxmlformats.org/drawingml/2006/main">
              <a:ext uri="{FF2B5EF4-FFF2-40B4-BE49-F238E27FC236}">
                <a16:creationId xmlns:a16="http://schemas.microsoft.com/office/drawing/2014/main" id="{0AE4C7F2-E08C-4333-A7CB-F563247B9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49418" y="1309987"/>
            <a:ext cx="1864825" cy="163703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0" name="Google Shape;210;p24">
            <a:extLst xmlns:a="http://schemas.openxmlformats.org/drawingml/2006/main">
              <a:ext uri="{FF2B5EF4-FFF2-40B4-BE49-F238E27FC236}">
                <a16:creationId xmlns:a16="http://schemas.microsoft.com/office/drawing/2014/main" id="{976E2B22-EB9F-4CC7-ABF6-B9854C645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49425" y="1309976"/>
            <a:ext cx="1864825" cy="25530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1" name="Google Shape;211;p24">
            <a:extLst xmlns:a="http://schemas.openxmlformats.org/drawingml/2006/main">
              <a:ext uri="{FF2B5EF4-FFF2-40B4-BE49-F238E27FC236}">
                <a16:creationId xmlns:a16="http://schemas.microsoft.com/office/drawing/2014/main" id="{6775FBA8-32A6-4C5D-858A-FBE91F9F8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4325" y="20128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lt2"/>
                </a:solidFill>
                <a:latin typeface="Quantico"/>
                <a:ea typeface="Quantico"/>
                <a:cs typeface="Quantico"/>
              </a:rPr>
              <a:t>&lt;/</a:t>
            </a:r>
          </a:p>
        </p:txBody>
      </p:sp>
      <p:sp>
        <p:nvSpPr>
          <p:cNvPr id="212" name="Google Shape;212;p24">
            <a:extLst xmlns:a="http://schemas.openxmlformats.org/drawingml/2006/main">
              <a:ext uri="{FF2B5EF4-FFF2-40B4-BE49-F238E27FC236}">
                <a16:creationId xmlns:a16="http://schemas.microsoft.com/office/drawing/2014/main" id="{E705969D-D0F1-46F7-91BE-19AAFA3F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8825" y="1974375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213" name="Google Shape;213;p24">
            <a:extLst xmlns:a="http://schemas.openxmlformats.org/drawingml/2006/main">
              <a:ext uri="{FF2B5EF4-FFF2-40B4-BE49-F238E27FC236}">
                <a16:creationId xmlns:a16="http://schemas.microsoft.com/office/drawing/2014/main" id="{FBDE6D5E-521E-4730-84D0-2601494F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8457" y="187360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  <p:sp>
        <p:nvSpPr>
          <p:cNvPr id="214" name="Google Shape;214;p24">
            <a:extLst xmlns:a="http://schemas.openxmlformats.org/drawingml/2006/main">
              <a:ext uri="{FF2B5EF4-FFF2-40B4-BE49-F238E27FC236}">
                <a16:creationId xmlns:a16="http://schemas.microsoft.com/office/drawing/2014/main" id="{5EE6EEBD-605C-4EFD-803C-779B4C388CA3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875450" y="1974375"/>
            <a:ext cx="4148400" cy="746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Break time</a:t>
            </a:r>
          </a:p>
        </p:txBody>
      </p:sp>
      <p:sp>
        <p:nvSpPr>
          <p:cNvPr id="215" name="Google Shape;215;p24">
            <a:extLst xmlns:a="http://schemas.openxmlformats.org/drawingml/2006/main">
              <a:ext uri="{FF2B5EF4-FFF2-40B4-BE49-F238E27FC236}">
                <a16:creationId xmlns:a16="http://schemas.microsoft.com/office/drawing/2014/main" id="{561222E6-86D3-4D0D-888F-08411327808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4751650" y="3680600"/>
            <a:ext cx="3043800" cy="5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>Return at 11:00 AM Pacific.</a:t>
            </a:r>
          </a:p>
        </p:txBody>
      </p:sp>
      <p:sp>
        <p:nvSpPr>
          <p:cNvPr id="216" name="Google Shape;216;p24">
            <a:extLst xmlns:a="http://schemas.openxmlformats.org/drawingml/2006/main">
              <a:ext uri="{FF2B5EF4-FFF2-40B4-BE49-F238E27FC236}">
                <a16:creationId xmlns:a16="http://schemas.microsoft.com/office/drawing/2014/main" id="{3CB2B6C1-3795-43B8-9621-54C5BB056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125" y="117311"/>
            <a:ext cx="19995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Classroom Presentation</a:t>
            </a:r>
          </a:p>
        </p:txBody>
      </p:sp>
      <p:sp>
        <p:nvSpPr>
          <p:cNvPr id="217" name="Google Shape;217;p24">
            <a:extLst xmlns:a="http://schemas.openxmlformats.org/drawingml/2006/main">
              <a:ext uri="{FF2B5EF4-FFF2-40B4-BE49-F238E27FC236}">
                <a16:creationId xmlns:a16="http://schemas.microsoft.com/office/drawing/2014/main" id="{1BCE298B-ADAB-4360-9E4B-303C95BFA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0325" y="117311"/>
            <a:ext cx="19995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. . .</a:t>
            </a:r>
          </a:p>
        </p:txBody>
      </p:sp>
    </p:spTree>
    <p:extLst>
      <p:ext uri="{BB962C8B-B14F-4D97-AF65-F5344CB8AC3E}">
        <p14:creationId xmlns:p14="http://schemas.microsoft.com/office/powerpoint/2010/main" val="59229594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3" name="Google Shape;203;p24">
            <a:extLst xmlns:a="http://schemas.openxmlformats.org/drawingml/2006/main">
              <a:ext uri="{FF2B5EF4-FFF2-40B4-BE49-F238E27FC236}">
                <a16:creationId xmlns:a16="http://schemas.microsoft.com/office/drawing/2014/main" id="{04D2E2B3-22FD-441D-93E4-32F09B56D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2525" y="726625"/>
            <a:ext cx="6578100" cy="3438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4" name="Google Shape;204;p24">
            <a:extLst xmlns:a="http://schemas.openxmlformats.org/drawingml/2006/main">
              <a:ext uri="{FF2B5EF4-FFF2-40B4-BE49-F238E27FC236}">
                <a16:creationId xmlns:a16="http://schemas.microsoft.com/office/drawing/2014/main" id="{B1D93451-B164-4654-813D-9B921C836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2525" y="726625"/>
            <a:ext cx="6578100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6" name="Google Shape;206;p24">
            <a:extLst xmlns:a="http://schemas.openxmlformats.org/drawingml/2006/main">
              <a:ext uri="{FF2B5EF4-FFF2-40B4-BE49-F238E27FC236}">
                <a16:creationId xmlns:a16="http://schemas.microsoft.com/office/drawing/2014/main" id="{EE5B2A1D-12A2-40AB-8D58-2E80CD3BF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06625" y="3349925"/>
            <a:ext cx="3447300" cy="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7" name="Google Shape;207;p24">
            <a:extLst xmlns:a="http://schemas.openxmlformats.org/drawingml/2006/main">
              <a:ext uri="{FF2B5EF4-FFF2-40B4-BE49-F238E27FC236}">
                <a16:creationId xmlns:a16="http://schemas.microsoft.com/office/drawing/2014/main" id="{2045E92C-FD95-4F72-B1D3-175AA5BC6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06625" y="3349925"/>
            <a:ext cx="3447300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9" name="Google Shape;209;p24">
            <a:extLst xmlns:a="http://schemas.openxmlformats.org/drawingml/2006/main">
              <a:ext uri="{FF2B5EF4-FFF2-40B4-BE49-F238E27FC236}">
                <a16:creationId xmlns:a16="http://schemas.microsoft.com/office/drawing/2014/main" id="{0AE4C7F2-E08C-4333-A7CB-F563247B9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49418" y="1309987"/>
            <a:ext cx="1864825" cy="163703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0" name="Google Shape;210;p24">
            <a:extLst xmlns:a="http://schemas.openxmlformats.org/drawingml/2006/main">
              <a:ext uri="{FF2B5EF4-FFF2-40B4-BE49-F238E27FC236}">
                <a16:creationId xmlns:a16="http://schemas.microsoft.com/office/drawing/2014/main" id="{976E2B22-EB9F-4CC7-ABF6-B9854C645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49425" y="1309976"/>
            <a:ext cx="1864825" cy="25530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1" name="Google Shape;211;p24">
            <a:extLst xmlns:a="http://schemas.openxmlformats.org/drawingml/2006/main">
              <a:ext uri="{FF2B5EF4-FFF2-40B4-BE49-F238E27FC236}">
                <a16:creationId xmlns:a16="http://schemas.microsoft.com/office/drawing/2014/main" id="{6775FBA8-32A6-4C5D-858A-FBE91F9F8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4325" y="20128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lt2"/>
                </a:solidFill>
                <a:latin typeface="Quantico"/>
                <a:ea typeface="Quantico"/>
                <a:cs typeface="Quantico"/>
              </a:rPr>
              <a:t>&lt;/</a:t>
            </a:r>
          </a:p>
        </p:txBody>
      </p:sp>
      <p:sp>
        <p:nvSpPr>
          <p:cNvPr id="212" name="Google Shape;212;p24">
            <a:extLst xmlns:a="http://schemas.openxmlformats.org/drawingml/2006/main">
              <a:ext uri="{FF2B5EF4-FFF2-40B4-BE49-F238E27FC236}">
                <a16:creationId xmlns:a16="http://schemas.microsoft.com/office/drawing/2014/main" id="{E705969D-D0F1-46F7-91BE-19AAFA3F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8825" y="1974375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213" name="Google Shape;213;p24">
            <a:extLst xmlns:a="http://schemas.openxmlformats.org/drawingml/2006/main">
              <a:ext uri="{FF2B5EF4-FFF2-40B4-BE49-F238E27FC236}">
                <a16:creationId xmlns:a16="http://schemas.microsoft.com/office/drawing/2014/main" id="{FBDE6D5E-521E-4730-84D0-2601494F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8457" y="187360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  <p:sp>
        <p:nvSpPr>
          <p:cNvPr id="214" name="Google Shape;214;p24">
            <a:extLst xmlns:a="http://schemas.openxmlformats.org/drawingml/2006/main">
              <a:ext uri="{FF2B5EF4-FFF2-40B4-BE49-F238E27FC236}">
                <a16:creationId xmlns:a16="http://schemas.microsoft.com/office/drawing/2014/main" id="{5EE6EEBD-605C-4EFD-803C-779B4C388CA3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875450" y="1974375"/>
            <a:ext cx="4148400" cy="746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Typing practice</a:t>
            </a:r>
          </a:p>
        </p:txBody>
      </p:sp>
      <p:sp>
        <p:nvSpPr>
          <p:cNvPr id="215" name="Google Shape;215;p24">
            <a:extLst xmlns:a="http://schemas.openxmlformats.org/drawingml/2006/main">
              <a:ext uri="{FF2B5EF4-FFF2-40B4-BE49-F238E27FC236}">
                <a16:creationId xmlns:a16="http://schemas.microsoft.com/office/drawing/2014/main" id="{561222E6-86D3-4D0D-888F-08411327808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4751650" y="3680600"/>
            <a:ext cx="3043800" cy="5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>Accuracy first. Speed comes later.</a:t>
            </a:r>
          </a:p>
        </p:txBody>
      </p:sp>
      <p:sp>
        <p:nvSpPr>
          <p:cNvPr id="216" name="Google Shape;216;p24">
            <a:extLst xmlns:a="http://schemas.openxmlformats.org/drawingml/2006/main">
              <a:ext uri="{FF2B5EF4-FFF2-40B4-BE49-F238E27FC236}">
                <a16:creationId xmlns:a16="http://schemas.microsoft.com/office/drawing/2014/main" id="{3CB2B6C1-3795-43B8-9621-54C5BB056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125" y="117311"/>
            <a:ext cx="19995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Classroom Presentation</a:t>
            </a:r>
          </a:p>
        </p:txBody>
      </p:sp>
      <p:sp>
        <p:nvSpPr>
          <p:cNvPr id="217" name="Google Shape;217;p24">
            <a:extLst xmlns:a="http://schemas.openxmlformats.org/drawingml/2006/main">
              <a:ext uri="{FF2B5EF4-FFF2-40B4-BE49-F238E27FC236}">
                <a16:creationId xmlns:a16="http://schemas.microsoft.com/office/drawing/2014/main" id="{1BCE298B-ADAB-4360-9E4B-303C95BFA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0325" y="117311"/>
            <a:ext cx="19995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. . .</a:t>
            </a:r>
          </a:p>
        </p:txBody>
      </p:sp>
    </p:spTree>
    <p:extLst>
      <p:ext uri="{BB962C8B-B14F-4D97-AF65-F5344CB8AC3E}">
        <p14:creationId xmlns:p14="http://schemas.microsoft.com/office/powerpoint/2010/main" val="592295941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2" name="Google Shape;302;p30">
            <a:extLst xmlns:a="http://schemas.openxmlformats.org/drawingml/2006/main">
              <a:ext uri="{FF2B5EF4-FFF2-40B4-BE49-F238E27FC236}">
                <a16:creationId xmlns:a16="http://schemas.microsoft.com/office/drawing/2014/main" id="{069093DC-4E13-45FD-972F-EFACFB762C06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1252403" y="2857500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Helps when someone gets stuck</a:t>
            </a:r>
          </a:p>
        </p:txBody>
      </p:sp>
      <p:sp>
        <p:nvSpPr>
          <p:cNvPr id="303" name="Google Shape;303;p30">
            <a:extLst xmlns:a="http://schemas.openxmlformats.org/drawingml/2006/main">
              <a:ext uri="{FF2B5EF4-FFF2-40B4-BE49-F238E27FC236}">
                <a16:creationId xmlns:a16="http://schemas.microsoft.com/office/drawing/2014/main" id="{22068794-3762-46E6-9FE4-6EE3ED61B7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52403" y="1022536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accent2"/>
                </a:solidFill>
              </a:rPr>
              <a:t>{Captain}</a:t>
            </a:r>
          </a:p>
        </p:txBody>
      </p:sp>
      <p:sp>
        <p:nvSpPr>
          <p:cNvPr id="304" name="Google Shape;304;p30">
            <a:extLst xmlns:a="http://schemas.openxmlformats.org/drawingml/2006/main">
              <a:ext uri="{FF2B5EF4-FFF2-40B4-BE49-F238E27FC236}">
                <a16:creationId xmlns:a16="http://schemas.microsoft.com/office/drawing/2014/main" id="{4B083477-9C13-4431-934E-B2803526A8A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252403" y="1790700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Keeps the crew on the mission</a:t>
            </a:r>
          </a:p>
        </p:txBody>
      </p:sp>
      <p:sp>
        <p:nvSpPr>
          <p:cNvPr id="305" name="Google Shape;305;p30">
            <a:extLst xmlns:a="http://schemas.openxmlformats.org/drawingml/2006/main">
              <a:ext uri="{FF2B5EF4-FFF2-40B4-BE49-F238E27FC236}">
                <a16:creationId xmlns:a16="http://schemas.microsoft.com/office/drawing/2014/main" id="{8FB84568-B635-4D96-BECD-DDAB98281B56}"/>
              </a:ext>
            </a:extLst>
          </p:cNvPr>
          <p:cNvSpPr>
            <a:spLocks xmlns:a="http://schemas.openxmlformats.org/drawingml/2006/main" noGrp="1"/>
          </p:cNvSpPr>
          <p:nvPr>
            <p:ph type="title" idx="2"/>
          </p:nvPr>
        </p:nvSpPr>
        <p:spPr>
          <a:xfrm xmlns:a="http://schemas.openxmlformats.org/drawingml/2006/main">
            <a:off x="1252403" y="2080661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{Coach}</a:t>
            </a:r>
          </a:p>
        </p:txBody>
      </p:sp>
      <p:sp>
        <p:nvSpPr>
          <p:cNvPr id="306" name="Google Shape;306;p30">
            <a:extLst xmlns:a="http://schemas.openxmlformats.org/drawingml/2006/main">
              <a:ext uri="{FF2B5EF4-FFF2-40B4-BE49-F238E27FC236}">
                <a16:creationId xmlns:a16="http://schemas.microsoft.com/office/drawing/2014/main" id="{39D7BB6A-B939-4CF0-8868-1E889722D03D}"/>
              </a:ext>
            </a:extLst>
          </p:cNvPr>
          <p:cNvSpPr>
            <a:spLocks xmlns:a="http://schemas.openxmlformats.org/drawingml/2006/main" noGrp="1"/>
          </p:cNvSpPr>
          <p:nvPr>
            <p:ph type="title" idx="4"/>
          </p:nvPr>
        </p:nvSpPr>
        <p:spPr>
          <a:xfrm xmlns:a="http://schemas.openxmlformats.org/drawingml/2006/main">
            <a:off x="1252404" y="3138786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lt2"/>
                </a:solidFill>
              </a:rPr>
              <a:t>{Reporter}</a:t>
            </a:r>
          </a:p>
        </p:txBody>
      </p:sp>
      <p:sp>
        <p:nvSpPr>
          <p:cNvPr id="307" name="Google Shape;307;p30">
            <a:extLst xmlns:a="http://schemas.openxmlformats.org/drawingml/2006/main">
              <a:ext uri="{FF2B5EF4-FFF2-40B4-BE49-F238E27FC236}">
                <a16:creationId xmlns:a16="http://schemas.microsoft.com/office/drawing/2014/main" id="{B1468CD5-D03B-4903-8BF7-9F0C7E81B677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1252404" y="3914775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Shares one discovery</a:t>
            </a:r>
          </a:p>
        </p:txBody>
      </p:sp>
      <p:sp>
        <p:nvSpPr>
          <p:cNvPr id="308" name="Google Shape;308;p30">
            <a:extLst xmlns:a="http://schemas.openxmlformats.org/drawingml/2006/main">
              <a:ext uri="{FF2B5EF4-FFF2-40B4-BE49-F238E27FC236}">
                <a16:creationId xmlns:a16="http://schemas.microsoft.com/office/drawing/2014/main" id="{B78C6BA0-ED32-48DC-85F2-B4E00038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100" y="38683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310" name="Google Shape;310;p30">
            <a:extLst xmlns:a="http://schemas.openxmlformats.org/drawingml/2006/main">
              <a:ext uri="{FF2B5EF4-FFF2-40B4-BE49-F238E27FC236}">
                <a16:creationId xmlns:a16="http://schemas.microsoft.com/office/drawing/2014/main" id="{09B6DAF8-8302-4623-897D-26165EA5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0" y="697350"/>
            <a:ext cx="2119744" cy="1127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1" name="Google Shape;311;p30">
            <a:extLst xmlns:a="http://schemas.openxmlformats.org/drawingml/2006/main">
              <a:ext uri="{FF2B5EF4-FFF2-40B4-BE49-F238E27FC236}">
                <a16:creationId xmlns:a16="http://schemas.microsoft.com/office/drawing/2014/main" id="{742D31F6-3221-48C9-8E30-90EE2ECD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3" y="697350"/>
            <a:ext cx="2119744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2" name="Google Shape;312;p30">
            <a:extLst xmlns:a="http://schemas.openxmlformats.org/drawingml/2006/main">
              <a:ext uri="{FF2B5EF4-FFF2-40B4-BE49-F238E27FC236}">
                <a16:creationId xmlns:a16="http://schemas.microsoft.com/office/drawing/2014/main" id="{1197A6D5-E686-4D9D-B748-4B534E59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082" y="101675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  <p:sp>
        <p:nvSpPr>
          <p:cNvPr id="313" name="slide-heading-marker-17">
            <a:extLst xmlns:a="http://schemas.openxmlformats.org/drawingml/2006/main">
              <a:ext uri="{FF2B5EF4-FFF2-40B4-BE49-F238E27FC236}">
                <a16:creationId xmlns:a16="http://schemas.microsoft.com/office/drawing/2014/main" id="{30254FC8-4B32-4F09-819D-7B9FB14DF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7675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DB5D"/>
                </a:solidFill>
                <a:latin typeface="Source Code Pro"/>
                <a:ea typeface="Source Code Pro"/>
                <a:cs typeface="Source Code Pro"/>
              </a:defRPr>
            </a:pPr>
            <a:r>
              <a:rPr sz="1950" b="1">
                <a:solidFill>
                  <a:srgbClr val="FFDB5D"/>
                </a:solidFill>
                <a:latin typeface="Source Code Pro"/>
                <a:ea typeface="Source Code Pro"/>
                <a:cs typeface="Source Code Pro"/>
              </a:rPr>
              <a:t>&lt;/</a:t>
            </a:r>
          </a:p>
        </p:txBody>
      </p:sp>
      <p:sp>
        <p:nvSpPr>
          <p:cNvPr id="314" name="slide-heading-text-17">
            <a:extLst xmlns:a="http://schemas.openxmlformats.org/drawingml/2006/main">
              <a:ext uri="{FF2B5EF4-FFF2-40B4-BE49-F238E27FC236}">
                <a16:creationId xmlns:a16="http://schemas.microsoft.com/office/drawing/2014/main" id="{F3293156-3E19-41AA-99C6-7A740EB56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28625"/>
            <a:ext cx="561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Breakout room jobs</a:t>
            </a:r>
          </a:p>
        </p:txBody>
      </p:sp>
    </p:spTree>
    <p:extLst>
      <p:ext uri="{BB962C8B-B14F-4D97-AF65-F5344CB8AC3E}">
        <p14:creationId xmlns:p14="http://schemas.microsoft.com/office/powerpoint/2010/main" val="694519266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2" name="Google Shape;302;p30">
            <a:extLst xmlns:a="http://schemas.openxmlformats.org/drawingml/2006/main">
              <a:ext uri="{FF2B5EF4-FFF2-40B4-BE49-F238E27FC236}">
                <a16:creationId xmlns:a16="http://schemas.microsoft.com/office/drawing/2014/main" id="{069093DC-4E13-45FD-972F-EFACFB762C06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1252403" y="2857500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Help by asking questions</a:t>
            </a:r>
          </a:p>
        </p:txBody>
      </p:sp>
      <p:sp>
        <p:nvSpPr>
          <p:cNvPr id="303" name="Google Shape;303;p30">
            <a:extLst xmlns:a="http://schemas.openxmlformats.org/drawingml/2006/main">
              <a:ext uri="{FF2B5EF4-FFF2-40B4-BE49-F238E27FC236}">
                <a16:creationId xmlns:a16="http://schemas.microsoft.com/office/drawing/2014/main" id="{22068794-3762-46E6-9FE4-6EE3ED61B7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52403" y="1022536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accent2"/>
                </a:solidFill>
              </a:rPr>
              <a:t>{Own project}</a:t>
            </a:r>
          </a:p>
        </p:txBody>
      </p:sp>
      <p:sp>
        <p:nvSpPr>
          <p:cNvPr id="304" name="Google Shape;304;p30">
            <a:extLst xmlns:a="http://schemas.openxmlformats.org/drawingml/2006/main">
              <a:ext uri="{FF2B5EF4-FFF2-40B4-BE49-F238E27FC236}">
                <a16:creationId xmlns:a16="http://schemas.microsoft.com/office/drawing/2014/main" id="{4B083477-9C13-4431-934E-B2803526A8A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252403" y="1790700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Work on your computer</a:t>
            </a:r>
          </a:p>
        </p:txBody>
      </p:sp>
      <p:sp>
        <p:nvSpPr>
          <p:cNvPr id="305" name="Google Shape;305;p30">
            <a:extLst xmlns:a="http://schemas.openxmlformats.org/drawingml/2006/main">
              <a:ext uri="{FF2B5EF4-FFF2-40B4-BE49-F238E27FC236}">
                <a16:creationId xmlns:a16="http://schemas.microsoft.com/office/drawing/2014/main" id="{8FB84568-B635-4D96-BECD-DDAB98281B56}"/>
              </a:ext>
            </a:extLst>
          </p:cNvPr>
          <p:cNvSpPr>
            <a:spLocks xmlns:a="http://schemas.openxmlformats.org/drawingml/2006/main" noGrp="1"/>
          </p:cNvSpPr>
          <p:nvPr>
            <p:ph type="title" idx="2"/>
          </p:nvPr>
        </p:nvSpPr>
        <p:spPr>
          <a:xfrm xmlns:a="http://schemas.openxmlformats.org/drawingml/2006/main">
            <a:off x="1252403" y="2080661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{Explain}</a:t>
            </a:r>
          </a:p>
        </p:txBody>
      </p:sp>
      <p:sp>
        <p:nvSpPr>
          <p:cNvPr id="306" name="Google Shape;306;p30">
            <a:extLst xmlns:a="http://schemas.openxmlformats.org/drawingml/2006/main">
              <a:ext uri="{FF2B5EF4-FFF2-40B4-BE49-F238E27FC236}">
                <a16:creationId xmlns:a16="http://schemas.microsoft.com/office/drawing/2014/main" id="{39D7BB6A-B939-4CF0-8868-1E889722D03D}"/>
              </a:ext>
            </a:extLst>
          </p:cNvPr>
          <p:cNvSpPr>
            <a:spLocks xmlns:a="http://schemas.openxmlformats.org/drawingml/2006/main" noGrp="1"/>
          </p:cNvSpPr>
          <p:nvPr>
            <p:ph type="title" idx="4"/>
          </p:nvPr>
        </p:nvSpPr>
        <p:spPr>
          <a:xfrm xmlns:a="http://schemas.openxmlformats.org/drawingml/2006/main">
            <a:off x="1252404" y="3138786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lt2"/>
                </a:solidFill>
              </a:rPr>
              <a:t>{Everyone}</a:t>
            </a:r>
          </a:p>
        </p:txBody>
      </p:sp>
      <p:sp>
        <p:nvSpPr>
          <p:cNvPr id="307" name="Google Shape;307;p30">
            <a:extLst xmlns:a="http://schemas.openxmlformats.org/drawingml/2006/main">
              <a:ext uri="{FF2B5EF4-FFF2-40B4-BE49-F238E27FC236}">
                <a16:creationId xmlns:a16="http://schemas.microsoft.com/office/drawing/2014/main" id="{B1468CD5-D03B-4903-8BF7-9F0C7E81B677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1252404" y="3914775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 crew succeeds together</a:t>
            </a:r>
          </a:p>
        </p:txBody>
      </p:sp>
      <p:sp>
        <p:nvSpPr>
          <p:cNvPr id="308" name="Google Shape;308;p30">
            <a:extLst xmlns:a="http://schemas.openxmlformats.org/drawingml/2006/main">
              <a:ext uri="{FF2B5EF4-FFF2-40B4-BE49-F238E27FC236}">
                <a16:creationId xmlns:a16="http://schemas.microsoft.com/office/drawing/2014/main" id="{B78C6BA0-ED32-48DC-85F2-B4E00038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100" y="38683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310" name="Google Shape;310;p30">
            <a:extLst xmlns:a="http://schemas.openxmlformats.org/drawingml/2006/main">
              <a:ext uri="{FF2B5EF4-FFF2-40B4-BE49-F238E27FC236}">
                <a16:creationId xmlns:a16="http://schemas.microsoft.com/office/drawing/2014/main" id="{09B6DAF8-8302-4623-897D-26165EA5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0" y="697350"/>
            <a:ext cx="2119744" cy="1127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1" name="Google Shape;311;p30">
            <a:extLst xmlns:a="http://schemas.openxmlformats.org/drawingml/2006/main">
              <a:ext uri="{FF2B5EF4-FFF2-40B4-BE49-F238E27FC236}">
                <a16:creationId xmlns:a16="http://schemas.microsoft.com/office/drawing/2014/main" id="{742D31F6-3221-48C9-8E30-90EE2ECD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3" y="697350"/>
            <a:ext cx="2119744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2" name="Google Shape;312;p30">
            <a:extLst xmlns:a="http://schemas.openxmlformats.org/drawingml/2006/main">
              <a:ext uri="{FF2B5EF4-FFF2-40B4-BE49-F238E27FC236}">
                <a16:creationId xmlns:a16="http://schemas.microsoft.com/office/drawing/2014/main" id="{1197A6D5-E686-4D9D-B748-4B534E59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082" y="101675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  <p:sp>
        <p:nvSpPr>
          <p:cNvPr id="313" name="slide-heading-marker-18">
            <a:extLst xmlns:a="http://schemas.openxmlformats.org/drawingml/2006/main">
              <a:ext uri="{FF2B5EF4-FFF2-40B4-BE49-F238E27FC236}">
                <a16:creationId xmlns:a16="http://schemas.microsoft.com/office/drawing/2014/main" id="{E36D6877-1446-411F-92B3-D0E3487DA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7675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DB5D"/>
                </a:solidFill>
                <a:latin typeface="Source Code Pro"/>
                <a:ea typeface="Source Code Pro"/>
                <a:cs typeface="Source Code Pro"/>
              </a:defRPr>
            </a:pPr>
            <a:r>
              <a:rPr sz="1950" b="1">
                <a:solidFill>
                  <a:srgbClr val="FFDB5D"/>
                </a:solidFill>
                <a:latin typeface="Source Code Pro"/>
                <a:ea typeface="Source Code Pro"/>
                <a:cs typeface="Source Code Pro"/>
              </a:rPr>
              <a:t>&lt;/</a:t>
            </a:r>
          </a:p>
        </p:txBody>
      </p:sp>
      <p:sp>
        <p:nvSpPr>
          <p:cNvPr id="314" name="slide-heading-text-18">
            <a:extLst xmlns:a="http://schemas.openxmlformats.org/drawingml/2006/main">
              <a:ext uri="{FF2B5EF4-FFF2-40B4-BE49-F238E27FC236}">
                <a16:creationId xmlns:a16="http://schemas.microsoft.com/office/drawing/2014/main" id="{A478548A-7D1A-4FA2-B6C5-F097C5C70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28625"/>
            <a:ext cx="561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How to work as a code crew</a:t>
            </a:r>
          </a:p>
        </p:txBody>
      </p:sp>
    </p:spTree>
    <p:extLst>
      <p:ext uri="{BB962C8B-B14F-4D97-AF65-F5344CB8AC3E}">
        <p14:creationId xmlns:p14="http://schemas.microsoft.com/office/powerpoint/2010/main" val="694519266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2" name="Google Shape;302;p30">
            <a:extLst xmlns:a="http://schemas.openxmlformats.org/drawingml/2006/main">
              <a:ext uri="{FF2B5EF4-FFF2-40B4-BE49-F238E27FC236}">
                <a16:creationId xmlns:a16="http://schemas.microsoft.com/office/drawing/2014/main" id="{069093DC-4E13-45FD-972F-EFACFB762C06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1252403" y="2857500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Combine at least two sounds</a:t>
            </a:r>
          </a:p>
        </p:txBody>
      </p:sp>
      <p:sp>
        <p:nvSpPr>
          <p:cNvPr id="303" name="Google Shape;303;p30">
            <a:extLst xmlns:a="http://schemas.openxmlformats.org/drawingml/2006/main">
              <a:ext uri="{FF2B5EF4-FFF2-40B4-BE49-F238E27FC236}">
                <a16:creationId xmlns:a16="http://schemas.microsoft.com/office/drawing/2014/main" id="{22068794-3762-46E6-9FE4-6EE3ED61B7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52403" y="1022536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accent2"/>
                </a:solidFill>
              </a:rPr>
              <a:t>{Music Lab}</a:t>
            </a:r>
          </a:p>
        </p:txBody>
      </p:sp>
      <p:sp>
        <p:nvSpPr>
          <p:cNvPr id="304" name="Google Shape;304;p30">
            <a:extLst xmlns:a="http://schemas.openxmlformats.org/drawingml/2006/main">
              <a:ext uri="{FF2B5EF4-FFF2-40B4-BE49-F238E27FC236}">
                <a16:creationId xmlns:a16="http://schemas.microsoft.com/office/drawing/2014/main" id="{4B083477-9C13-4431-934E-B2803526A8A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252403" y="1790700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Use the link in Teams</a:t>
            </a:r>
          </a:p>
        </p:txBody>
      </p:sp>
      <p:sp>
        <p:nvSpPr>
          <p:cNvPr id="305" name="Google Shape;305;p30">
            <a:extLst xmlns:a="http://schemas.openxmlformats.org/drawingml/2006/main">
              <a:ext uri="{FF2B5EF4-FFF2-40B4-BE49-F238E27FC236}">
                <a16:creationId xmlns:a16="http://schemas.microsoft.com/office/drawing/2014/main" id="{8FB84568-B635-4D96-BECD-DDAB98281B56}"/>
              </a:ext>
            </a:extLst>
          </p:cNvPr>
          <p:cNvSpPr>
            <a:spLocks xmlns:a="http://schemas.openxmlformats.org/drawingml/2006/main" noGrp="1"/>
          </p:cNvSpPr>
          <p:nvPr>
            <p:ph type="title" idx="2"/>
          </p:nvPr>
        </p:nvSpPr>
        <p:spPr>
          <a:xfrm xmlns:a="http://schemas.openxmlformats.org/drawingml/2006/main">
            <a:off x="1252403" y="2080661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{Build a mix}</a:t>
            </a:r>
          </a:p>
        </p:txBody>
      </p:sp>
      <p:sp>
        <p:nvSpPr>
          <p:cNvPr id="306" name="Google Shape;306;p30">
            <a:extLst xmlns:a="http://schemas.openxmlformats.org/drawingml/2006/main">
              <a:ext uri="{FF2B5EF4-FFF2-40B4-BE49-F238E27FC236}">
                <a16:creationId xmlns:a16="http://schemas.microsoft.com/office/drawing/2014/main" id="{39D7BB6A-B939-4CF0-8868-1E889722D03D}"/>
              </a:ext>
            </a:extLst>
          </p:cNvPr>
          <p:cNvSpPr>
            <a:spLocks xmlns:a="http://schemas.openxmlformats.org/drawingml/2006/main" noGrp="1"/>
          </p:cNvSpPr>
          <p:nvPr>
            <p:ph type="title" idx="4"/>
          </p:nvPr>
        </p:nvSpPr>
        <p:spPr>
          <a:xfrm xmlns:a="http://schemas.openxmlformats.org/drawingml/2006/main">
            <a:off x="1252404" y="3138786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lt2"/>
                </a:solidFill>
              </a:rPr>
              <a:t>{Try AI drums}</a:t>
            </a:r>
          </a:p>
        </p:txBody>
      </p:sp>
      <p:sp>
        <p:nvSpPr>
          <p:cNvPr id="307" name="Google Shape;307;p30">
            <a:extLst xmlns:a="http://schemas.openxmlformats.org/drawingml/2006/main">
              <a:ext uri="{FF2B5EF4-FFF2-40B4-BE49-F238E27FC236}">
                <a16:creationId xmlns:a16="http://schemas.microsoft.com/office/drawing/2014/main" id="{B1468CD5-D03B-4903-8BF7-9F0C7E81B677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1252404" y="3914775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Notice what changes</a:t>
            </a:r>
          </a:p>
        </p:txBody>
      </p:sp>
      <p:sp>
        <p:nvSpPr>
          <p:cNvPr id="308" name="Google Shape;308;p30">
            <a:extLst xmlns:a="http://schemas.openxmlformats.org/drawingml/2006/main">
              <a:ext uri="{FF2B5EF4-FFF2-40B4-BE49-F238E27FC236}">
                <a16:creationId xmlns:a16="http://schemas.microsoft.com/office/drawing/2014/main" id="{B78C6BA0-ED32-48DC-85F2-B4E00038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100" y="38683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310" name="Google Shape;310;p30">
            <a:extLst xmlns:a="http://schemas.openxmlformats.org/drawingml/2006/main">
              <a:ext uri="{FF2B5EF4-FFF2-40B4-BE49-F238E27FC236}">
                <a16:creationId xmlns:a16="http://schemas.microsoft.com/office/drawing/2014/main" id="{09B6DAF8-8302-4623-897D-26165EA5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0" y="697350"/>
            <a:ext cx="2119744" cy="1127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1" name="Google Shape;311;p30">
            <a:extLst xmlns:a="http://schemas.openxmlformats.org/drawingml/2006/main">
              <a:ext uri="{FF2B5EF4-FFF2-40B4-BE49-F238E27FC236}">
                <a16:creationId xmlns:a16="http://schemas.microsoft.com/office/drawing/2014/main" id="{742D31F6-3221-48C9-8E30-90EE2ECD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3" y="697350"/>
            <a:ext cx="2119744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2" name="Google Shape;312;p30">
            <a:extLst xmlns:a="http://schemas.openxmlformats.org/drawingml/2006/main">
              <a:ext uri="{FF2B5EF4-FFF2-40B4-BE49-F238E27FC236}">
                <a16:creationId xmlns:a16="http://schemas.microsoft.com/office/drawing/2014/main" id="{1197A6D5-E686-4D9D-B748-4B534E59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082" y="101675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  <p:sp>
        <p:nvSpPr>
          <p:cNvPr id="313" name="slide-heading-marker-19">
            <a:extLst xmlns:a="http://schemas.openxmlformats.org/drawingml/2006/main">
              <a:ext uri="{FF2B5EF4-FFF2-40B4-BE49-F238E27FC236}">
                <a16:creationId xmlns:a16="http://schemas.microsoft.com/office/drawing/2014/main" id="{475FEE72-9290-4A89-B379-B0B50BB76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7675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DB5D"/>
                </a:solidFill>
                <a:latin typeface="Source Code Pro"/>
                <a:ea typeface="Source Code Pro"/>
                <a:cs typeface="Source Code Pro"/>
              </a:defRPr>
            </a:pPr>
            <a:r>
              <a:rPr sz="1950" b="1">
                <a:solidFill>
                  <a:srgbClr val="FFDB5D"/>
                </a:solidFill>
                <a:latin typeface="Source Code Pro"/>
                <a:ea typeface="Source Code Pro"/>
                <a:cs typeface="Source Code Pro"/>
              </a:rPr>
              <a:t>&lt;/</a:t>
            </a:r>
          </a:p>
        </p:txBody>
      </p:sp>
      <p:sp>
        <p:nvSpPr>
          <p:cNvPr id="314" name="slide-heading-text-19">
            <a:extLst xmlns:a="http://schemas.openxmlformats.org/drawingml/2006/main">
              <a:ext uri="{FF2B5EF4-FFF2-40B4-BE49-F238E27FC236}">
                <a16:creationId xmlns:a16="http://schemas.microsoft.com/office/drawing/2014/main" id="{B6815240-3FFD-4F2A-A724-38F38F28C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28625"/>
            <a:ext cx="561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Code.org Music Lab</a:t>
            </a:r>
          </a:p>
        </p:txBody>
      </p:sp>
    </p:spTree>
    <p:extLst>
      <p:ext uri="{BB962C8B-B14F-4D97-AF65-F5344CB8AC3E}">
        <p14:creationId xmlns:p14="http://schemas.microsoft.com/office/powerpoint/2010/main" val="694519266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2" name="Google Shape;302;p30">
            <a:extLst xmlns:a="http://schemas.openxmlformats.org/drawingml/2006/main">
              <a:ext uri="{FF2B5EF4-FFF2-40B4-BE49-F238E27FC236}">
                <a16:creationId xmlns:a16="http://schemas.microsoft.com/office/drawing/2014/main" id="{069093DC-4E13-45FD-972F-EFACFB762C06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1252403" y="2857500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An action starts something</a:t>
            </a:r>
          </a:p>
        </p:txBody>
      </p:sp>
      <p:sp>
        <p:nvSpPr>
          <p:cNvPr id="303" name="Google Shape;303;p30">
            <a:extLst xmlns:a="http://schemas.openxmlformats.org/drawingml/2006/main">
              <a:ext uri="{FF2B5EF4-FFF2-40B4-BE49-F238E27FC236}">
                <a16:creationId xmlns:a16="http://schemas.microsoft.com/office/drawing/2014/main" id="{22068794-3762-46E6-9FE4-6EE3ED61B7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52403" y="1022536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accent2"/>
                </a:solidFill>
              </a:rPr>
              <a:t>{Sequence}</a:t>
            </a:r>
          </a:p>
        </p:txBody>
      </p:sp>
      <p:sp>
        <p:nvSpPr>
          <p:cNvPr id="304" name="Google Shape;304;p30">
            <a:extLst xmlns:a="http://schemas.openxmlformats.org/drawingml/2006/main">
              <a:ext uri="{FF2B5EF4-FFF2-40B4-BE49-F238E27FC236}">
                <a16:creationId xmlns:a16="http://schemas.microsoft.com/office/drawing/2014/main" id="{4B083477-9C13-4431-934E-B2803526A8A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252403" y="1790700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Steps run in an order</a:t>
            </a:r>
          </a:p>
        </p:txBody>
      </p:sp>
      <p:sp>
        <p:nvSpPr>
          <p:cNvPr id="305" name="Google Shape;305;p30">
            <a:extLst xmlns:a="http://schemas.openxmlformats.org/drawingml/2006/main">
              <a:ext uri="{FF2B5EF4-FFF2-40B4-BE49-F238E27FC236}">
                <a16:creationId xmlns:a16="http://schemas.microsoft.com/office/drawing/2014/main" id="{8FB84568-B635-4D96-BECD-DDAB98281B56}"/>
              </a:ext>
            </a:extLst>
          </p:cNvPr>
          <p:cNvSpPr>
            <a:spLocks xmlns:a="http://schemas.openxmlformats.org/drawingml/2006/main" noGrp="1"/>
          </p:cNvSpPr>
          <p:nvPr>
            <p:ph type="title" idx="2"/>
          </p:nvPr>
        </p:nvSpPr>
        <p:spPr>
          <a:xfrm xmlns:a="http://schemas.openxmlformats.org/drawingml/2006/main">
            <a:off x="1252403" y="2080661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{Event}</a:t>
            </a:r>
          </a:p>
        </p:txBody>
      </p:sp>
      <p:sp>
        <p:nvSpPr>
          <p:cNvPr id="306" name="Google Shape;306;p30">
            <a:extLst xmlns:a="http://schemas.openxmlformats.org/drawingml/2006/main">
              <a:ext uri="{FF2B5EF4-FFF2-40B4-BE49-F238E27FC236}">
                <a16:creationId xmlns:a16="http://schemas.microsoft.com/office/drawing/2014/main" id="{39D7BB6A-B939-4CF0-8868-1E889722D03D}"/>
              </a:ext>
            </a:extLst>
          </p:cNvPr>
          <p:cNvSpPr>
            <a:spLocks xmlns:a="http://schemas.openxmlformats.org/drawingml/2006/main" noGrp="1"/>
          </p:cNvSpPr>
          <p:nvPr>
            <p:ph type="title" idx="4"/>
          </p:nvPr>
        </p:nvSpPr>
        <p:spPr>
          <a:xfrm xmlns:a="http://schemas.openxmlformats.org/drawingml/2006/main">
            <a:off x="1252404" y="3138786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lt2"/>
                </a:solidFill>
              </a:rPr>
              <a:t>{Debug}</a:t>
            </a:r>
          </a:p>
        </p:txBody>
      </p:sp>
      <p:sp>
        <p:nvSpPr>
          <p:cNvPr id="307" name="Google Shape;307;p30">
            <a:extLst xmlns:a="http://schemas.openxmlformats.org/drawingml/2006/main">
              <a:ext uri="{FF2B5EF4-FFF2-40B4-BE49-F238E27FC236}">
                <a16:creationId xmlns:a16="http://schemas.microsoft.com/office/drawing/2014/main" id="{B1468CD5-D03B-4903-8BF7-9F0C7E81B677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1252404" y="3914775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Find and fix a problem</a:t>
            </a:r>
          </a:p>
        </p:txBody>
      </p:sp>
      <p:sp>
        <p:nvSpPr>
          <p:cNvPr id="308" name="Google Shape;308;p30">
            <a:extLst xmlns:a="http://schemas.openxmlformats.org/drawingml/2006/main">
              <a:ext uri="{FF2B5EF4-FFF2-40B4-BE49-F238E27FC236}">
                <a16:creationId xmlns:a16="http://schemas.microsoft.com/office/drawing/2014/main" id="{B78C6BA0-ED32-48DC-85F2-B4E00038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100" y="38683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310" name="Google Shape;310;p30">
            <a:extLst xmlns:a="http://schemas.openxmlformats.org/drawingml/2006/main">
              <a:ext uri="{FF2B5EF4-FFF2-40B4-BE49-F238E27FC236}">
                <a16:creationId xmlns:a16="http://schemas.microsoft.com/office/drawing/2014/main" id="{09B6DAF8-8302-4623-897D-26165EA5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0" y="697350"/>
            <a:ext cx="2119744" cy="1127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1" name="Google Shape;311;p30">
            <a:extLst xmlns:a="http://schemas.openxmlformats.org/drawingml/2006/main">
              <a:ext uri="{FF2B5EF4-FFF2-40B4-BE49-F238E27FC236}">
                <a16:creationId xmlns:a16="http://schemas.microsoft.com/office/drawing/2014/main" id="{742D31F6-3221-48C9-8E30-90EE2ECD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3" y="697350"/>
            <a:ext cx="2119744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2" name="Google Shape;312;p30">
            <a:extLst xmlns:a="http://schemas.openxmlformats.org/drawingml/2006/main">
              <a:ext uri="{FF2B5EF4-FFF2-40B4-BE49-F238E27FC236}">
                <a16:creationId xmlns:a16="http://schemas.microsoft.com/office/drawing/2014/main" id="{1197A6D5-E686-4D9D-B748-4B534E59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082" y="101675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  <p:sp>
        <p:nvSpPr>
          <p:cNvPr id="313" name="slide-heading-marker-20">
            <a:extLst xmlns:a="http://schemas.openxmlformats.org/drawingml/2006/main">
              <a:ext uri="{FF2B5EF4-FFF2-40B4-BE49-F238E27FC236}">
                <a16:creationId xmlns:a16="http://schemas.microsoft.com/office/drawing/2014/main" id="{214EDE73-A2E7-4A5F-A356-10F8C73F8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7675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DB5D"/>
                </a:solidFill>
                <a:latin typeface="Source Code Pro"/>
                <a:ea typeface="Source Code Pro"/>
                <a:cs typeface="Source Code Pro"/>
              </a:defRPr>
            </a:pPr>
            <a:r>
              <a:rPr sz="1950" b="1">
                <a:solidFill>
                  <a:srgbClr val="FFDB5D"/>
                </a:solidFill>
                <a:latin typeface="Source Code Pro"/>
                <a:ea typeface="Source Code Pro"/>
                <a:cs typeface="Source Code Pro"/>
              </a:rPr>
              <a:t>&lt;/</a:t>
            </a:r>
          </a:p>
        </p:txBody>
      </p:sp>
      <p:sp>
        <p:nvSpPr>
          <p:cNvPr id="314" name="slide-heading-text-20">
            <a:extLst xmlns:a="http://schemas.openxmlformats.org/drawingml/2006/main">
              <a:ext uri="{FF2B5EF4-FFF2-40B4-BE49-F238E27FC236}">
                <a16:creationId xmlns:a16="http://schemas.microsoft.com/office/drawing/2014/main" id="{84CD7BA5-0ACA-4CB0-ADBF-BE0EC5133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28625"/>
            <a:ext cx="561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Programming words we will use</a:t>
            </a:r>
          </a:p>
        </p:txBody>
      </p:sp>
    </p:spTree>
    <p:extLst>
      <p:ext uri="{BB962C8B-B14F-4D97-AF65-F5344CB8AC3E}">
        <p14:creationId xmlns:p14="http://schemas.microsoft.com/office/powerpoint/2010/main" val="694519266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2" name="Google Shape;302;p30">
            <a:extLst xmlns:a="http://schemas.openxmlformats.org/drawingml/2006/main">
              <a:ext uri="{FF2B5EF4-FFF2-40B4-BE49-F238E27FC236}">
                <a16:creationId xmlns:a16="http://schemas.microsoft.com/office/drawing/2014/main" id="{069093DC-4E13-45FD-972F-EFACFB762C06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1252403" y="2857500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Keep, change, or remix</a:t>
            </a:r>
          </a:p>
        </p:txBody>
      </p:sp>
      <p:sp>
        <p:nvSpPr>
          <p:cNvPr id="303" name="Google Shape;303;p30">
            <a:extLst xmlns:a="http://schemas.openxmlformats.org/drawingml/2006/main">
              <a:ext uri="{FF2B5EF4-FFF2-40B4-BE49-F238E27FC236}">
                <a16:creationId xmlns:a16="http://schemas.microsoft.com/office/drawing/2014/main" id="{22068794-3762-46E6-9FE4-6EE3ED61B7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52403" y="1022536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accent2"/>
                </a:solidFill>
              </a:rPr>
              <a:t>{AI suggests}</a:t>
            </a:r>
          </a:p>
        </p:txBody>
      </p:sp>
      <p:sp>
        <p:nvSpPr>
          <p:cNvPr id="304" name="Google Shape;304;p30">
            <a:extLst xmlns:a="http://schemas.openxmlformats.org/drawingml/2006/main">
              <a:ext uri="{FF2B5EF4-FFF2-40B4-BE49-F238E27FC236}">
                <a16:creationId xmlns:a16="http://schemas.microsoft.com/office/drawing/2014/main" id="{4B083477-9C13-4431-934E-B2803526A8A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252403" y="1790700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Music Lab can generate beats</a:t>
            </a:r>
          </a:p>
        </p:txBody>
      </p:sp>
      <p:sp>
        <p:nvSpPr>
          <p:cNvPr id="305" name="Google Shape;305;p30">
            <a:extLst xmlns:a="http://schemas.openxmlformats.org/drawingml/2006/main">
              <a:ext uri="{FF2B5EF4-FFF2-40B4-BE49-F238E27FC236}">
                <a16:creationId xmlns:a16="http://schemas.microsoft.com/office/drawing/2014/main" id="{8FB84568-B635-4D96-BECD-DDAB98281B56}"/>
              </a:ext>
            </a:extLst>
          </p:cNvPr>
          <p:cNvSpPr>
            <a:spLocks xmlns:a="http://schemas.openxmlformats.org/drawingml/2006/main" noGrp="1"/>
          </p:cNvSpPr>
          <p:nvPr>
            <p:ph type="title" idx="2"/>
          </p:nvPr>
        </p:nvSpPr>
        <p:spPr>
          <a:xfrm xmlns:a="http://schemas.openxmlformats.org/drawingml/2006/main">
            <a:off x="1252403" y="2080661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{You choose}</a:t>
            </a:r>
          </a:p>
        </p:txBody>
      </p:sp>
      <p:sp>
        <p:nvSpPr>
          <p:cNvPr id="306" name="Google Shape;306;p30">
            <a:extLst xmlns:a="http://schemas.openxmlformats.org/drawingml/2006/main">
              <a:ext uri="{FF2B5EF4-FFF2-40B4-BE49-F238E27FC236}">
                <a16:creationId xmlns:a16="http://schemas.microsoft.com/office/drawing/2014/main" id="{39D7BB6A-B939-4CF0-8868-1E889722D03D}"/>
              </a:ext>
            </a:extLst>
          </p:cNvPr>
          <p:cNvSpPr>
            <a:spLocks xmlns:a="http://schemas.openxmlformats.org/drawingml/2006/main" noGrp="1"/>
          </p:cNvSpPr>
          <p:nvPr>
            <p:ph type="title" idx="4"/>
          </p:nvPr>
        </p:nvSpPr>
        <p:spPr>
          <a:xfrm xmlns:a="http://schemas.openxmlformats.org/drawingml/2006/main">
            <a:off x="1252404" y="3138786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lt2"/>
                </a:solidFill>
              </a:rPr>
              <a:t>{Humans lead}</a:t>
            </a:r>
          </a:p>
        </p:txBody>
      </p:sp>
      <p:sp>
        <p:nvSpPr>
          <p:cNvPr id="307" name="Google Shape;307;p30">
            <a:extLst xmlns:a="http://schemas.openxmlformats.org/drawingml/2006/main">
              <a:ext uri="{FF2B5EF4-FFF2-40B4-BE49-F238E27FC236}">
                <a16:creationId xmlns:a16="http://schemas.microsoft.com/office/drawing/2014/main" id="{B1468CD5-D03B-4903-8BF7-9F0C7E81B677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1252404" y="3914775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Creativity and judgment stay yours</a:t>
            </a:r>
          </a:p>
        </p:txBody>
      </p:sp>
      <p:sp>
        <p:nvSpPr>
          <p:cNvPr id="308" name="Google Shape;308;p30">
            <a:extLst xmlns:a="http://schemas.openxmlformats.org/drawingml/2006/main">
              <a:ext uri="{FF2B5EF4-FFF2-40B4-BE49-F238E27FC236}">
                <a16:creationId xmlns:a16="http://schemas.microsoft.com/office/drawing/2014/main" id="{B78C6BA0-ED32-48DC-85F2-B4E00038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100" y="38683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310" name="Google Shape;310;p30">
            <a:extLst xmlns:a="http://schemas.openxmlformats.org/drawingml/2006/main">
              <a:ext uri="{FF2B5EF4-FFF2-40B4-BE49-F238E27FC236}">
                <a16:creationId xmlns:a16="http://schemas.microsoft.com/office/drawing/2014/main" id="{09B6DAF8-8302-4623-897D-26165EA5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0" y="697350"/>
            <a:ext cx="2119744" cy="1127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1" name="Google Shape;311;p30">
            <a:extLst xmlns:a="http://schemas.openxmlformats.org/drawingml/2006/main">
              <a:ext uri="{FF2B5EF4-FFF2-40B4-BE49-F238E27FC236}">
                <a16:creationId xmlns:a16="http://schemas.microsoft.com/office/drawing/2014/main" id="{742D31F6-3221-48C9-8E30-90EE2ECD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3" y="697350"/>
            <a:ext cx="2119744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2" name="Google Shape;312;p30">
            <a:extLst xmlns:a="http://schemas.openxmlformats.org/drawingml/2006/main">
              <a:ext uri="{FF2B5EF4-FFF2-40B4-BE49-F238E27FC236}">
                <a16:creationId xmlns:a16="http://schemas.microsoft.com/office/drawing/2014/main" id="{1197A6D5-E686-4D9D-B748-4B534E59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082" y="101675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  <p:sp>
        <p:nvSpPr>
          <p:cNvPr id="313" name="slide-heading-marker-21">
            <a:extLst xmlns:a="http://schemas.openxmlformats.org/drawingml/2006/main">
              <a:ext uri="{FF2B5EF4-FFF2-40B4-BE49-F238E27FC236}">
                <a16:creationId xmlns:a16="http://schemas.microsoft.com/office/drawing/2014/main" id="{C96B5FFF-202C-4FA9-B527-10EB4F503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7675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DB5D"/>
                </a:solidFill>
                <a:latin typeface="Source Code Pro"/>
                <a:ea typeface="Source Code Pro"/>
                <a:cs typeface="Source Code Pro"/>
              </a:defRPr>
            </a:pPr>
            <a:r>
              <a:rPr sz="1950" b="1">
                <a:solidFill>
                  <a:srgbClr val="FFDB5D"/>
                </a:solidFill>
                <a:latin typeface="Source Code Pro"/>
                <a:ea typeface="Source Code Pro"/>
                <a:cs typeface="Source Code Pro"/>
              </a:rPr>
              <a:t>&lt;/</a:t>
            </a:r>
          </a:p>
        </p:txBody>
      </p:sp>
      <p:sp>
        <p:nvSpPr>
          <p:cNvPr id="314" name="slide-heading-text-21">
            <a:extLst xmlns:a="http://schemas.openxmlformats.org/drawingml/2006/main">
              <a:ext uri="{FF2B5EF4-FFF2-40B4-BE49-F238E27FC236}">
                <a16:creationId xmlns:a16="http://schemas.microsoft.com/office/drawing/2014/main" id="{B8A7CD00-A1A0-4A9A-A27D-DEEEA0B10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28625"/>
            <a:ext cx="561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AI can help, but you decide</a:t>
            </a:r>
          </a:p>
        </p:txBody>
      </p:sp>
    </p:spTree>
    <p:extLst>
      <p:ext uri="{BB962C8B-B14F-4D97-AF65-F5344CB8AC3E}">
        <p14:creationId xmlns:p14="http://schemas.microsoft.com/office/powerpoint/2010/main" val="694519266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2" name="Google Shape;302;p30">
            <a:extLst xmlns:a="http://schemas.openxmlformats.org/drawingml/2006/main">
              <a:ext uri="{FF2B5EF4-FFF2-40B4-BE49-F238E27FC236}">
                <a16:creationId xmlns:a16="http://schemas.microsoft.com/office/drawing/2014/main" id="{069093DC-4E13-45FD-972F-EFACFB762C06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1252403" y="2857500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Show a favorite moment</a:t>
            </a:r>
          </a:p>
        </p:txBody>
      </p:sp>
      <p:sp>
        <p:nvSpPr>
          <p:cNvPr id="303" name="Google Shape;303;p30">
            <a:extLst xmlns:a="http://schemas.openxmlformats.org/drawingml/2006/main">
              <a:ext uri="{FF2B5EF4-FFF2-40B4-BE49-F238E27FC236}">
                <a16:creationId xmlns:a16="http://schemas.microsoft.com/office/drawing/2014/main" id="{22068794-3762-46E6-9FE4-6EE3ED61B7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52403" y="1022536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accent2"/>
                </a:solidFill>
              </a:rPr>
              <a:t>{One discovery}</a:t>
            </a:r>
          </a:p>
        </p:txBody>
      </p:sp>
      <p:sp>
        <p:nvSpPr>
          <p:cNvPr id="304" name="Google Shape;304;p30">
            <a:extLst xmlns:a="http://schemas.openxmlformats.org/drawingml/2006/main">
              <a:ext uri="{FF2B5EF4-FFF2-40B4-BE49-F238E27FC236}">
                <a16:creationId xmlns:a16="http://schemas.microsoft.com/office/drawing/2014/main" id="{4B083477-9C13-4431-934E-B2803526A8A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252403" y="1790700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What did your crew learn?</a:t>
            </a:r>
          </a:p>
        </p:txBody>
      </p:sp>
      <p:sp>
        <p:nvSpPr>
          <p:cNvPr id="305" name="Google Shape;305;p30">
            <a:extLst xmlns:a="http://schemas.openxmlformats.org/drawingml/2006/main">
              <a:ext uri="{FF2B5EF4-FFF2-40B4-BE49-F238E27FC236}">
                <a16:creationId xmlns:a16="http://schemas.microsoft.com/office/drawing/2014/main" id="{8FB84568-B635-4D96-BECD-DDAB98281B56}"/>
              </a:ext>
            </a:extLst>
          </p:cNvPr>
          <p:cNvSpPr>
            <a:spLocks xmlns:a="http://schemas.openxmlformats.org/drawingml/2006/main" noGrp="1"/>
          </p:cNvSpPr>
          <p:nvPr>
            <p:ph type="title" idx="2"/>
          </p:nvPr>
        </p:nvSpPr>
        <p:spPr>
          <a:xfrm xmlns:a="http://schemas.openxmlformats.org/drawingml/2006/main">
            <a:off x="1252403" y="2080661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{One project}</a:t>
            </a:r>
          </a:p>
        </p:txBody>
      </p:sp>
      <p:sp>
        <p:nvSpPr>
          <p:cNvPr id="306" name="Google Shape;306;p30">
            <a:extLst xmlns:a="http://schemas.openxmlformats.org/drawingml/2006/main">
              <a:ext uri="{FF2B5EF4-FFF2-40B4-BE49-F238E27FC236}">
                <a16:creationId xmlns:a16="http://schemas.microsoft.com/office/drawing/2014/main" id="{39D7BB6A-B939-4CF0-8868-1E889722D03D}"/>
              </a:ext>
            </a:extLst>
          </p:cNvPr>
          <p:cNvSpPr>
            <a:spLocks xmlns:a="http://schemas.openxmlformats.org/drawingml/2006/main" noGrp="1"/>
          </p:cNvSpPr>
          <p:nvPr>
            <p:ph type="title" idx="4"/>
          </p:nvPr>
        </p:nvSpPr>
        <p:spPr>
          <a:xfrm xmlns:a="http://schemas.openxmlformats.org/drawingml/2006/main">
            <a:off x="1252404" y="3138786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lt2"/>
                </a:solidFill>
              </a:rPr>
              <a:t>{One shout-out}</a:t>
            </a:r>
          </a:p>
        </p:txBody>
      </p:sp>
      <p:sp>
        <p:nvSpPr>
          <p:cNvPr id="307" name="Google Shape;307;p30">
            <a:extLst xmlns:a="http://schemas.openxmlformats.org/drawingml/2006/main">
              <a:ext uri="{FF2B5EF4-FFF2-40B4-BE49-F238E27FC236}">
                <a16:creationId xmlns:a16="http://schemas.microsoft.com/office/drawing/2014/main" id="{B1468CD5-D03B-4903-8BF7-9F0C7E81B677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1252404" y="3914775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Thank someone who helped</a:t>
            </a:r>
          </a:p>
        </p:txBody>
      </p:sp>
      <p:sp>
        <p:nvSpPr>
          <p:cNvPr id="308" name="Google Shape;308;p30">
            <a:extLst xmlns:a="http://schemas.openxmlformats.org/drawingml/2006/main">
              <a:ext uri="{FF2B5EF4-FFF2-40B4-BE49-F238E27FC236}">
                <a16:creationId xmlns:a16="http://schemas.microsoft.com/office/drawing/2014/main" id="{B78C6BA0-ED32-48DC-85F2-B4E00038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100" y="38683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310" name="Google Shape;310;p30">
            <a:extLst xmlns:a="http://schemas.openxmlformats.org/drawingml/2006/main">
              <a:ext uri="{FF2B5EF4-FFF2-40B4-BE49-F238E27FC236}">
                <a16:creationId xmlns:a16="http://schemas.microsoft.com/office/drawing/2014/main" id="{09B6DAF8-8302-4623-897D-26165EA5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0" y="697350"/>
            <a:ext cx="2119744" cy="1127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1" name="Google Shape;311;p30">
            <a:extLst xmlns:a="http://schemas.openxmlformats.org/drawingml/2006/main">
              <a:ext uri="{FF2B5EF4-FFF2-40B4-BE49-F238E27FC236}">
                <a16:creationId xmlns:a16="http://schemas.microsoft.com/office/drawing/2014/main" id="{742D31F6-3221-48C9-8E30-90EE2ECD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3" y="697350"/>
            <a:ext cx="2119744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2" name="Google Shape;312;p30">
            <a:extLst xmlns:a="http://schemas.openxmlformats.org/drawingml/2006/main">
              <a:ext uri="{FF2B5EF4-FFF2-40B4-BE49-F238E27FC236}">
                <a16:creationId xmlns:a16="http://schemas.microsoft.com/office/drawing/2014/main" id="{1197A6D5-E686-4D9D-B748-4B534E59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082" y="101675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  <p:sp>
        <p:nvSpPr>
          <p:cNvPr id="313" name="slide-heading-marker-22">
            <a:extLst xmlns:a="http://schemas.openxmlformats.org/drawingml/2006/main">
              <a:ext uri="{FF2B5EF4-FFF2-40B4-BE49-F238E27FC236}">
                <a16:creationId xmlns:a16="http://schemas.microsoft.com/office/drawing/2014/main" id="{4FEFA774-8080-4BDE-ACFD-9EE79F273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7675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DB5D"/>
                </a:solidFill>
                <a:latin typeface="Source Code Pro"/>
                <a:ea typeface="Source Code Pro"/>
                <a:cs typeface="Source Code Pro"/>
              </a:defRPr>
            </a:pPr>
            <a:r>
              <a:rPr sz="1950" b="1">
                <a:solidFill>
                  <a:srgbClr val="FFDB5D"/>
                </a:solidFill>
                <a:latin typeface="Source Code Pro"/>
                <a:ea typeface="Source Code Pro"/>
                <a:cs typeface="Source Code Pro"/>
              </a:rPr>
              <a:t>&lt;/</a:t>
            </a:r>
          </a:p>
        </p:txBody>
      </p:sp>
      <p:sp>
        <p:nvSpPr>
          <p:cNvPr id="314" name="slide-heading-text-22">
            <a:extLst xmlns:a="http://schemas.openxmlformats.org/drawingml/2006/main">
              <a:ext uri="{FF2B5EF4-FFF2-40B4-BE49-F238E27FC236}">
                <a16:creationId xmlns:a16="http://schemas.microsoft.com/office/drawing/2014/main" id="{A8BABE84-3134-42F8-BF6D-7693E4AFF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28625"/>
            <a:ext cx="561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 what your crew made</a:t>
            </a:r>
          </a:p>
        </p:txBody>
      </p:sp>
    </p:spTree>
    <p:extLst>
      <p:ext uri="{BB962C8B-B14F-4D97-AF65-F5344CB8AC3E}">
        <p14:creationId xmlns:p14="http://schemas.microsoft.com/office/powerpoint/2010/main" val="694519266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3" name="Google Shape;203;p24">
            <a:extLst xmlns:a="http://schemas.openxmlformats.org/drawingml/2006/main">
              <a:ext uri="{FF2B5EF4-FFF2-40B4-BE49-F238E27FC236}">
                <a16:creationId xmlns:a16="http://schemas.microsoft.com/office/drawing/2014/main" id="{04D2E2B3-22FD-441D-93E4-32F09B56D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2525" y="726625"/>
            <a:ext cx="6578100" cy="3438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4" name="Google Shape;204;p24">
            <a:extLst xmlns:a="http://schemas.openxmlformats.org/drawingml/2006/main">
              <a:ext uri="{FF2B5EF4-FFF2-40B4-BE49-F238E27FC236}">
                <a16:creationId xmlns:a16="http://schemas.microsoft.com/office/drawing/2014/main" id="{B1D93451-B164-4654-813D-9B921C836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2525" y="726625"/>
            <a:ext cx="6578100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6" name="Google Shape;206;p24">
            <a:extLst xmlns:a="http://schemas.openxmlformats.org/drawingml/2006/main">
              <a:ext uri="{FF2B5EF4-FFF2-40B4-BE49-F238E27FC236}">
                <a16:creationId xmlns:a16="http://schemas.microsoft.com/office/drawing/2014/main" id="{EE5B2A1D-12A2-40AB-8D58-2E80CD3BF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06625" y="3349925"/>
            <a:ext cx="3447300" cy="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7" name="Google Shape;207;p24">
            <a:extLst xmlns:a="http://schemas.openxmlformats.org/drawingml/2006/main">
              <a:ext uri="{FF2B5EF4-FFF2-40B4-BE49-F238E27FC236}">
                <a16:creationId xmlns:a16="http://schemas.microsoft.com/office/drawing/2014/main" id="{2045E92C-FD95-4F72-B1D3-175AA5BC6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06625" y="3349925"/>
            <a:ext cx="3447300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9" name="Google Shape;209;p24">
            <a:extLst xmlns:a="http://schemas.openxmlformats.org/drawingml/2006/main">
              <a:ext uri="{FF2B5EF4-FFF2-40B4-BE49-F238E27FC236}">
                <a16:creationId xmlns:a16="http://schemas.microsoft.com/office/drawing/2014/main" id="{0AE4C7F2-E08C-4333-A7CB-F563247B9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49418" y="1309987"/>
            <a:ext cx="1864825" cy="163703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0" name="Google Shape;210;p24">
            <a:extLst xmlns:a="http://schemas.openxmlformats.org/drawingml/2006/main">
              <a:ext uri="{FF2B5EF4-FFF2-40B4-BE49-F238E27FC236}">
                <a16:creationId xmlns:a16="http://schemas.microsoft.com/office/drawing/2014/main" id="{976E2B22-EB9F-4CC7-ABF6-B9854C645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49425" y="1309976"/>
            <a:ext cx="1864825" cy="25530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1" name="Google Shape;211;p24">
            <a:extLst xmlns:a="http://schemas.openxmlformats.org/drawingml/2006/main">
              <a:ext uri="{FF2B5EF4-FFF2-40B4-BE49-F238E27FC236}">
                <a16:creationId xmlns:a16="http://schemas.microsoft.com/office/drawing/2014/main" id="{6775FBA8-32A6-4C5D-858A-FBE91F9F8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4325" y="20128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lt2"/>
                </a:solidFill>
                <a:latin typeface="Quantico"/>
                <a:ea typeface="Quantico"/>
                <a:cs typeface="Quantico"/>
              </a:rPr>
              <a:t>&lt;/</a:t>
            </a:r>
          </a:p>
        </p:txBody>
      </p:sp>
      <p:sp>
        <p:nvSpPr>
          <p:cNvPr id="212" name="Google Shape;212;p24">
            <a:extLst xmlns:a="http://schemas.openxmlformats.org/drawingml/2006/main">
              <a:ext uri="{FF2B5EF4-FFF2-40B4-BE49-F238E27FC236}">
                <a16:creationId xmlns:a16="http://schemas.microsoft.com/office/drawing/2014/main" id="{E705969D-D0F1-46F7-91BE-19AAFA3F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8825" y="1974375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213" name="Google Shape;213;p24">
            <a:extLst xmlns:a="http://schemas.openxmlformats.org/drawingml/2006/main">
              <a:ext uri="{FF2B5EF4-FFF2-40B4-BE49-F238E27FC236}">
                <a16:creationId xmlns:a16="http://schemas.microsoft.com/office/drawing/2014/main" id="{FBDE6D5E-521E-4730-84D0-2601494F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8457" y="187360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  <p:sp>
        <p:nvSpPr>
          <p:cNvPr id="214" name="Google Shape;214;p24">
            <a:extLst xmlns:a="http://schemas.openxmlformats.org/drawingml/2006/main">
              <a:ext uri="{FF2B5EF4-FFF2-40B4-BE49-F238E27FC236}">
                <a16:creationId xmlns:a16="http://schemas.microsoft.com/office/drawing/2014/main" id="{5EE6EEBD-605C-4EFD-803C-779B4C388CA3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875450" y="1974375"/>
            <a:ext cx="4148400" cy="746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Final Kahoot</a:t>
            </a:r>
          </a:p>
        </p:txBody>
      </p:sp>
      <p:sp>
        <p:nvSpPr>
          <p:cNvPr id="215" name="Google Shape;215;p24">
            <a:extLst xmlns:a="http://schemas.openxmlformats.org/drawingml/2006/main">
              <a:ext uri="{FF2B5EF4-FFF2-40B4-BE49-F238E27FC236}">
                <a16:creationId xmlns:a16="http://schemas.microsoft.com/office/drawing/2014/main" id="{561222E6-86D3-4D0D-888F-08411327808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4751650" y="3680600"/>
            <a:ext cx="3043800" cy="5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>Show what you learned today.</a:t>
            </a:r>
          </a:p>
        </p:txBody>
      </p:sp>
      <p:sp>
        <p:nvSpPr>
          <p:cNvPr id="216" name="Google Shape;216;p24">
            <a:extLst xmlns:a="http://schemas.openxmlformats.org/drawingml/2006/main">
              <a:ext uri="{FF2B5EF4-FFF2-40B4-BE49-F238E27FC236}">
                <a16:creationId xmlns:a16="http://schemas.microsoft.com/office/drawing/2014/main" id="{3CB2B6C1-3795-43B8-9621-54C5BB056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125" y="117311"/>
            <a:ext cx="19995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Classroom Presentation</a:t>
            </a:r>
          </a:p>
        </p:txBody>
      </p:sp>
      <p:sp>
        <p:nvSpPr>
          <p:cNvPr id="217" name="Google Shape;217;p24">
            <a:extLst xmlns:a="http://schemas.openxmlformats.org/drawingml/2006/main">
              <a:ext uri="{FF2B5EF4-FFF2-40B4-BE49-F238E27FC236}">
                <a16:creationId xmlns:a16="http://schemas.microsoft.com/office/drawing/2014/main" id="{1BCE298B-ADAB-4360-9E4B-303C95BFA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0325" y="117311"/>
            <a:ext cx="19995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. . .</a:t>
            </a:r>
          </a:p>
        </p:txBody>
      </p:sp>
    </p:spTree>
    <p:extLst>
      <p:ext uri="{BB962C8B-B14F-4D97-AF65-F5344CB8AC3E}">
        <p14:creationId xmlns:p14="http://schemas.microsoft.com/office/powerpoint/2010/main" val="592295941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2" name="Google Shape;302;p30">
            <a:extLst xmlns:a="http://schemas.openxmlformats.org/drawingml/2006/main">
              <a:ext uri="{FF2B5EF4-FFF2-40B4-BE49-F238E27FC236}">
                <a16:creationId xmlns:a16="http://schemas.microsoft.com/office/drawing/2014/main" id="{069093DC-4E13-45FD-972F-EFACFB762C06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1252403" y="2857500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3 sounds, AI drums, 2 changes</a:t>
            </a:r>
          </a:p>
        </p:txBody>
      </p:sp>
      <p:sp>
        <p:nvSpPr>
          <p:cNvPr id="303" name="Google Shape;303;p30">
            <a:extLst xmlns:a="http://schemas.openxmlformats.org/drawingml/2006/main">
              <a:ext uri="{FF2B5EF4-FFF2-40B4-BE49-F238E27FC236}">
                <a16:creationId xmlns:a16="http://schemas.microsoft.com/office/drawing/2014/main" id="{22068794-3762-46E6-9FE4-6EE3ED61B7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52403" y="1022536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accent2"/>
                </a:solidFill>
              </a:rPr>
              <a:t>{Finish levels}</a:t>
            </a:r>
          </a:p>
        </p:txBody>
      </p:sp>
      <p:sp>
        <p:nvSpPr>
          <p:cNvPr id="304" name="Google Shape;304;p30">
            <a:extLst xmlns:a="http://schemas.openxmlformats.org/drawingml/2006/main">
              <a:ext uri="{FF2B5EF4-FFF2-40B4-BE49-F238E27FC236}">
                <a16:creationId xmlns:a16="http://schemas.microsoft.com/office/drawing/2014/main" id="{4B083477-9C13-4431-934E-B2803526A8A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252403" y="1790700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Complete the guided levels</a:t>
            </a:r>
          </a:p>
        </p:txBody>
      </p:sp>
      <p:sp>
        <p:nvSpPr>
          <p:cNvPr id="305" name="Google Shape;305;p30">
            <a:extLst xmlns:a="http://schemas.openxmlformats.org/drawingml/2006/main">
              <a:ext uri="{FF2B5EF4-FFF2-40B4-BE49-F238E27FC236}">
                <a16:creationId xmlns:a16="http://schemas.microsoft.com/office/drawing/2014/main" id="{8FB84568-B635-4D96-BECD-DDAB98281B56}"/>
              </a:ext>
            </a:extLst>
          </p:cNvPr>
          <p:cNvSpPr>
            <a:spLocks xmlns:a="http://schemas.openxmlformats.org/drawingml/2006/main" noGrp="1"/>
          </p:cNvSpPr>
          <p:nvPr>
            <p:ph type="title" idx="2"/>
          </p:nvPr>
        </p:nvSpPr>
        <p:spPr>
          <a:xfrm xmlns:a="http://schemas.openxmlformats.org/drawingml/2006/main">
            <a:off x="1252403" y="2080661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{Remix it}</a:t>
            </a:r>
          </a:p>
        </p:txBody>
      </p:sp>
      <p:sp>
        <p:nvSpPr>
          <p:cNvPr id="306" name="Google Shape;306;p30">
            <a:extLst xmlns:a="http://schemas.openxmlformats.org/drawingml/2006/main">
              <a:ext uri="{FF2B5EF4-FFF2-40B4-BE49-F238E27FC236}">
                <a16:creationId xmlns:a16="http://schemas.microsoft.com/office/drawing/2014/main" id="{39D7BB6A-B939-4CF0-8868-1E889722D03D}"/>
              </a:ext>
            </a:extLst>
          </p:cNvPr>
          <p:cNvSpPr>
            <a:spLocks xmlns:a="http://schemas.openxmlformats.org/drawingml/2006/main" noGrp="1"/>
          </p:cNvSpPr>
          <p:nvPr>
            <p:ph type="title" idx="4"/>
          </p:nvPr>
        </p:nvSpPr>
        <p:spPr>
          <a:xfrm xmlns:a="http://schemas.openxmlformats.org/drawingml/2006/main">
            <a:off x="1252404" y="3138786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lt2"/>
                </a:solidFill>
              </a:rPr>
              <a:t>{Submit}</a:t>
            </a:r>
          </a:p>
        </p:txBody>
      </p:sp>
      <p:sp>
        <p:nvSpPr>
          <p:cNvPr id="307" name="Google Shape;307;p30">
            <a:extLst xmlns:a="http://schemas.openxmlformats.org/drawingml/2006/main">
              <a:ext uri="{FF2B5EF4-FFF2-40B4-BE49-F238E27FC236}">
                <a16:creationId xmlns:a16="http://schemas.microsoft.com/office/drawing/2014/main" id="{B1468CD5-D03B-4903-8BF7-9F0C7E81B677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1252404" y="3914775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Link or screenshot in Teams</a:t>
            </a:r>
          </a:p>
        </p:txBody>
      </p:sp>
      <p:sp>
        <p:nvSpPr>
          <p:cNvPr id="308" name="Google Shape;308;p30">
            <a:extLst xmlns:a="http://schemas.openxmlformats.org/drawingml/2006/main">
              <a:ext uri="{FF2B5EF4-FFF2-40B4-BE49-F238E27FC236}">
                <a16:creationId xmlns:a16="http://schemas.microsoft.com/office/drawing/2014/main" id="{B78C6BA0-ED32-48DC-85F2-B4E00038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100" y="38683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310" name="Google Shape;310;p30">
            <a:extLst xmlns:a="http://schemas.openxmlformats.org/drawingml/2006/main">
              <a:ext uri="{FF2B5EF4-FFF2-40B4-BE49-F238E27FC236}">
                <a16:creationId xmlns:a16="http://schemas.microsoft.com/office/drawing/2014/main" id="{09B6DAF8-8302-4623-897D-26165EA5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0" y="697350"/>
            <a:ext cx="2119744" cy="1127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1" name="Google Shape;311;p30">
            <a:extLst xmlns:a="http://schemas.openxmlformats.org/drawingml/2006/main">
              <a:ext uri="{FF2B5EF4-FFF2-40B4-BE49-F238E27FC236}">
                <a16:creationId xmlns:a16="http://schemas.microsoft.com/office/drawing/2014/main" id="{742D31F6-3221-48C9-8E30-90EE2ECD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3" y="697350"/>
            <a:ext cx="2119744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2" name="Google Shape;312;p30">
            <a:extLst xmlns:a="http://schemas.openxmlformats.org/drawingml/2006/main">
              <a:ext uri="{FF2B5EF4-FFF2-40B4-BE49-F238E27FC236}">
                <a16:creationId xmlns:a16="http://schemas.microsoft.com/office/drawing/2014/main" id="{1197A6D5-E686-4D9D-B748-4B534E59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082" y="101675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  <p:sp>
        <p:nvSpPr>
          <p:cNvPr id="313" name="slide-heading-marker-24">
            <a:extLst xmlns:a="http://schemas.openxmlformats.org/drawingml/2006/main">
              <a:ext uri="{FF2B5EF4-FFF2-40B4-BE49-F238E27FC236}">
                <a16:creationId xmlns:a16="http://schemas.microsoft.com/office/drawing/2014/main" id="{A9CE4926-4216-4FFF-BB6E-41AEE8C13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7675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DB5D"/>
                </a:solidFill>
                <a:latin typeface="Source Code Pro"/>
                <a:ea typeface="Source Code Pro"/>
                <a:cs typeface="Source Code Pro"/>
              </a:defRPr>
            </a:pPr>
            <a:r>
              <a:rPr sz="1950" b="1">
                <a:solidFill>
                  <a:srgbClr val="FFDB5D"/>
                </a:solidFill>
                <a:latin typeface="Source Code Pro"/>
                <a:ea typeface="Source Code Pro"/>
                <a:cs typeface="Source Code Pro"/>
              </a:rPr>
              <a:t>&lt;/</a:t>
            </a:r>
          </a:p>
        </p:txBody>
      </p:sp>
      <p:sp>
        <p:nvSpPr>
          <p:cNvPr id="314" name="slide-heading-text-24">
            <a:extLst xmlns:a="http://schemas.openxmlformats.org/drawingml/2006/main">
              <a:ext uri="{FF2B5EF4-FFF2-40B4-BE49-F238E27FC236}">
                <a16:creationId xmlns:a16="http://schemas.microsoft.com/office/drawing/2014/main" id="{41DB42BA-9B02-4553-A266-0C9DE62C7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28625"/>
            <a:ext cx="561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Homework: Music Lab remix</a:t>
            </a:r>
          </a:p>
        </p:txBody>
      </p:sp>
    </p:spTree>
    <p:extLst>
      <p:ext uri="{BB962C8B-B14F-4D97-AF65-F5344CB8AC3E}">
        <p14:creationId xmlns:p14="http://schemas.microsoft.com/office/powerpoint/2010/main" val="694519266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2" name="Google Shape;302;p30">
            <a:extLst xmlns:a="http://schemas.openxmlformats.org/drawingml/2006/main">
              <a:ext uri="{FF2B5EF4-FFF2-40B4-BE49-F238E27FC236}">
                <a16:creationId xmlns:a16="http://schemas.microsoft.com/office/drawing/2014/main" id="{069093DC-4E13-45FD-972F-EFACFB762C06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1252403" y="2857500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Start with small, clear steps</a:t>
            </a:r>
          </a:p>
        </p:txBody>
      </p:sp>
      <p:sp>
        <p:nvSpPr>
          <p:cNvPr id="303" name="Google Shape;303;p30">
            <a:extLst xmlns:a="http://schemas.openxmlformats.org/drawingml/2006/main">
              <a:ext uri="{FF2B5EF4-FFF2-40B4-BE49-F238E27FC236}">
                <a16:creationId xmlns:a16="http://schemas.microsoft.com/office/drawing/2014/main" id="{22068794-3762-46E6-9FE4-6EE3ED61B7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52403" y="1022536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accent2"/>
                </a:solidFill>
              </a:rPr>
              <a:t>{TypeScript}</a:t>
            </a:r>
          </a:p>
        </p:txBody>
      </p:sp>
      <p:sp>
        <p:nvSpPr>
          <p:cNvPr id="304" name="Google Shape;304;p30">
            <a:extLst xmlns:a="http://schemas.openxmlformats.org/drawingml/2006/main">
              <a:ext uri="{FF2B5EF4-FFF2-40B4-BE49-F238E27FC236}">
                <a16:creationId xmlns:a16="http://schemas.microsoft.com/office/drawing/2014/main" id="{4B083477-9C13-4431-934E-B2803526A8A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252403" y="1790700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Our programming language</a:t>
            </a:r>
          </a:p>
        </p:txBody>
      </p:sp>
      <p:sp>
        <p:nvSpPr>
          <p:cNvPr id="305" name="Google Shape;305;p30">
            <a:extLst xmlns:a="http://schemas.openxmlformats.org/drawingml/2006/main">
              <a:ext uri="{FF2B5EF4-FFF2-40B4-BE49-F238E27FC236}">
                <a16:creationId xmlns:a16="http://schemas.microsoft.com/office/drawing/2014/main" id="{8FB84568-B635-4D96-BECD-DDAB98281B56}"/>
              </a:ext>
            </a:extLst>
          </p:cNvPr>
          <p:cNvSpPr>
            <a:spLocks xmlns:a="http://schemas.openxmlformats.org/drawingml/2006/main" noGrp="1"/>
          </p:cNvSpPr>
          <p:nvPr>
            <p:ph type="title" idx="2"/>
          </p:nvPr>
        </p:nvSpPr>
        <p:spPr>
          <a:xfrm xmlns:a="http://schemas.openxmlformats.org/drawingml/2006/main">
            <a:off x="1252403" y="2080661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{Write code}</a:t>
            </a:r>
          </a:p>
        </p:txBody>
      </p:sp>
      <p:sp>
        <p:nvSpPr>
          <p:cNvPr id="306" name="Google Shape;306;p30">
            <a:extLst xmlns:a="http://schemas.openxmlformats.org/drawingml/2006/main">
              <a:ext uri="{FF2B5EF4-FFF2-40B4-BE49-F238E27FC236}">
                <a16:creationId xmlns:a16="http://schemas.microsoft.com/office/drawing/2014/main" id="{39D7BB6A-B939-4CF0-8868-1E889722D03D}"/>
              </a:ext>
            </a:extLst>
          </p:cNvPr>
          <p:cNvSpPr>
            <a:spLocks xmlns:a="http://schemas.openxmlformats.org/drawingml/2006/main" noGrp="1"/>
          </p:cNvSpPr>
          <p:nvPr>
            <p:ph type="title" idx="4"/>
          </p:nvPr>
        </p:nvSpPr>
        <p:spPr>
          <a:xfrm xmlns:a="http://schemas.openxmlformats.org/drawingml/2006/main">
            <a:off x="1252404" y="3138786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lt2"/>
                </a:solidFill>
              </a:rPr>
              <a:t>{Build together}</a:t>
            </a:r>
          </a:p>
        </p:txBody>
      </p:sp>
      <p:sp>
        <p:nvSpPr>
          <p:cNvPr id="307" name="Google Shape;307;p30">
            <a:extLst xmlns:a="http://schemas.openxmlformats.org/drawingml/2006/main">
              <a:ext uri="{FF2B5EF4-FFF2-40B4-BE49-F238E27FC236}">
                <a16:creationId xmlns:a16="http://schemas.microsoft.com/office/drawing/2014/main" id="{B1468CD5-D03B-4903-8BF7-9F0C7E81B677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1252404" y="3914775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Questions are always welcome</a:t>
            </a:r>
          </a:p>
        </p:txBody>
      </p:sp>
      <p:sp>
        <p:nvSpPr>
          <p:cNvPr id="308" name="Google Shape;308;p30">
            <a:extLst xmlns:a="http://schemas.openxmlformats.org/drawingml/2006/main">
              <a:ext uri="{FF2B5EF4-FFF2-40B4-BE49-F238E27FC236}">
                <a16:creationId xmlns:a16="http://schemas.microsoft.com/office/drawing/2014/main" id="{B78C6BA0-ED32-48DC-85F2-B4E00038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100" y="38683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310" name="Google Shape;310;p30">
            <a:extLst xmlns:a="http://schemas.openxmlformats.org/drawingml/2006/main">
              <a:ext uri="{FF2B5EF4-FFF2-40B4-BE49-F238E27FC236}">
                <a16:creationId xmlns:a16="http://schemas.microsoft.com/office/drawing/2014/main" id="{09B6DAF8-8302-4623-897D-26165EA5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0" y="697350"/>
            <a:ext cx="2119744" cy="1127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1" name="Google Shape;311;p30">
            <a:extLst xmlns:a="http://schemas.openxmlformats.org/drawingml/2006/main">
              <a:ext uri="{FF2B5EF4-FFF2-40B4-BE49-F238E27FC236}">
                <a16:creationId xmlns:a16="http://schemas.microsoft.com/office/drawing/2014/main" id="{742D31F6-3221-48C9-8E30-90EE2ECD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3" y="697350"/>
            <a:ext cx="2119744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2" name="Google Shape;312;p30">
            <a:extLst xmlns:a="http://schemas.openxmlformats.org/drawingml/2006/main">
              <a:ext uri="{FF2B5EF4-FFF2-40B4-BE49-F238E27FC236}">
                <a16:creationId xmlns:a16="http://schemas.microsoft.com/office/drawing/2014/main" id="{1197A6D5-E686-4D9D-B748-4B534E59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082" y="101675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  <p:sp>
        <p:nvSpPr>
          <p:cNvPr id="313" name="slide-heading-marker-25">
            <a:extLst xmlns:a="http://schemas.openxmlformats.org/drawingml/2006/main">
              <a:ext uri="{FF2B5EF4-FFF2-40B4-BE49-F238E27FC236}">
                <a16:creationId xmlns:a16="http://schemas.microsoft.com/office/drawing/2014/main" id="{9B84A4FA-3509-48AD-972C-035E47844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7675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DB5D"/>
                </a:solidFill>
                <a:latin typeface="Source Code Pro"/>
                <a:ea typeface="Source Code Pro"/>
                <a:cs typeface="Source Code Pro"/>
              </a:defRPr>
            </a:pPr>
            <a:r>
              <a:rPr sz="1950" b="1">
                <a:solidFill>
                  <a:srgbClr val="FFDB5D"/>
                </a:solidFill>
                <a:latin typeface="Source Code Pro"/>
                <a:ea typeface="Source Code Pro"/>
                <a:cs typeface="Source Code Pro"/>
              </a:rPr>
              <a:t>&lt;/</a:t>
            </a:r>
          </a:p>
        </p:txBody>
      </p:sp>
      <p:sp>
        <p:nvSpPr>
          <p:cNvPr id="314" name="slide-heading-text-25">
            <a:extLst xmlns:a="http://schemas.openxmlformats.org/drawingml/2006/main">
              <a:ext uri="{FF2B5EF4-FFF2-40B4-BE49-F238E27FC236}">
                <a16:creationId xmlns:a16="http://schemas.microsoft.com/office/drawing/2014/main" id="{18BAB06A-9A69-4EBA-B0A0-E896A6DB1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28625"/>
            <a:ext cx="561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Next week we start TypeScript</a:t>
            </a:r>
          </a:p>
        </p:txBody>
      </p:sp>
    </p:spTree>
    <p:extLst>
      <p:ext uri="{BB962C8B-B14F-4D97-AF65-F5344CB8AC3E}">
        <p14:creationId xmlns:p14="http://schemas.microsoft.com/office/powerpoint/2010/main" val="694519266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3" name="Google Shape;203;p24">
            <a:extLst xmlns:a="http://schemas.openxmlformats.org/drawingml/2006/main">
              <a:ext uri="{FF2B5EF4-FFF2-40B4-BE49-F238E27FC236}">
                <a16:creationId xmlns:a16="http://schemas.microsoft.com/office/drawing/2014/main" id="{04D2E2B3-22FD-441D-93E4-32F09B56D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2525" y="726625"/>
            <a:ext cx="6578100" cy="3438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4" name="Google Shape;204;p24">
            <a:extLst xmlns:a="http://schemas.openxmlformats.org/drawingml/2006/main">
              <a:ext uri="{FF2B5EF4-FFF2-40B4-BE49-F238E27FC236}">
                <a16:creationId xmlns:a16="http://schemas.microsoft.com/office/drawing/2014/main" id="{B1D93451-B164-4654-813D-9B921C836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2525" y="726625"/>
            <a:ext cx="6578100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6" name="Google Shape;206;p24">
            <a:extLst xmlns:a="http://schemas.openxmlformats.org/drawingml/2006/main">
              <a:ext uri="{FF2B5EF4-FFF2-40B4-BE49-F238E27FC236}">
                <a16:creationId xmlns:a16="http://schemas.microsoft.com/office/drawing/2014/main" id="{EE5B2A1D-12A2-40AB-8D58-2E80CD3BF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06625" y="3349925"/>
            <a:ext cx="3447300" cy="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7" name="Google Shape;207;p24">
            <a:extLst xmlns:a="http://schemas.openxmlformats.org/drawingml/2006/main">
              <a:ext uri="{FF2B5EF4-FFF2-40B4-BE49-F238E27FC236}">
                <a16:creationId xmlns:a16="http://schemas.microsoft.com/office/drawing/2014/main" id="{2045E92C-FD95-4F72-B1D3-175AA5BC6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06625" y="3349925"/>
            <a:ext cx="3447300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9" name="Google Shape;209;p24">
            <a:extLst xmlns:a="http://schemas.openxmlformats.org/drawingml/2006/main">
              <a:ext uri="{FF2B5EF4-FFF2-40B4-BE49-F238E27FC236}">
                <a16:creationId xmlns:a16="http://schemas.microsoft.com/office/drawing/2014/main" id="{0AE4C7F2-E08C-4333-A7CB-F563247B9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49418" y="1309987"/>
            <a:ext cx="1864825" cy="163703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0" name="Google Shape;210;p24">
            <a:extLst xmlns:a="http://schemas.openxmlformats.org/drawingml/2006/main">
              <a:ext uri="{FF2B5EF4-FFF2-40B4-BE49-F238E27FC236}">
                <a16:creationId xmlns:a16="http://schemas.microsoft.com/office/drawing/2014/main" id="{976E2B22-EB9F-4CC7-ABF6-B9854C645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49425" y="1309976"/>
            <a:ext cx="1864825" cy="25530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1" name="Google Shape;211;p24">
            <a:extLst xmlns:a="http://schemas.openxmlformats.org/drawingml/2006/main">
              <a:ext uri="{FF2B5EF4-FFF2-40B4-BE49-F238E27FC236}">
                <a16:creationId xmlns:a16="http://schemas.microsoft.com/office/drawing/2014/main" id="{6775FBA8-32A6-4C5D-858A-FBE91F9F8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4325" y="20128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lt2"/>
                </a:solidFill>
                <a:latin typeface="Quantico"/>
                <a:ea typeface="Quantico"/>
                <a:cs typeface="Quantico"/>
              </a:rPr>
              <a:t>&lt;/</a:t>
            </a:r>
          </a:p>
        </p:txBody>
      </p:sp>
      <p:sp>
        <p:nvSpPr>
          <p:cNvPr id="212" name="Google Shape;212;p24">
            <a:extLst xmlns:a="http://schemas.openxmlformats.org/drawingml/2006/main">
              <a:ext uri="{FF2B5EF4-FFF2-40B4-BE49-F238E27FC236}">
                <a16:creationId xmlns:a16="http://schemas.microsoft.com/office/drawing/2014/main" id="{E705969D-D0F1-46F7-91BE-19AAFA3F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8825" y="1974375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213" name="Google Shape;213;p24">
            <a:extLst xmlns:a="http://schemas.openxmlformats.org/drawingml/2006/main">
              <a:ext uri="{FF2B5EF4-FFF2-40B4-BE49-F238E27FC236}">
                <a16:creationId xmlns:a16="http://schemas.microsoft.com/office/drawing/2014/main" id="{FBDE6D5E-521E-4730-84D0-2601494F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8457" y="187360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  <p:sp>
        <p:nvSpPr>
          <p:cNvPr id="214" name="Google Shape;214;p24">
            <a:extLst xmlns:a="http://schemas.openxmlformats.org/drawingml/2006/main">
              <a:ext uri="{FF2B5EF4-FFF2-40B4-BE49-F238E27FC236}">
                <a16:creationId xmlns:a16="http://schemas.microsoft.com/office/drawing/2014/main" id="{5EE6EEBD-605C-4EFD-803C-779B4C388CA3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875450" y="1974375"/>
            <a:ext cx="4148400" cy="746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Great first day!</a:t>
            </a:r>
          </a:p>
        </p:txBody>
      </p:sp>
      <p:sp>
        <p:nvSpPr>
          <p:cNvPr id="215" name="Google Shape;215;p24">
            <a:extLst xmlns:a="http://schemas.openxmlformats.org/drawingml/2006/main">
              <a:ext uri="{FF2B5EF4-FFF2-40B4-BE49-F238E27FC236}">
                <a16:creationId xmlns:a16="http://schemas.microsoft.com/office/drawing/2014/main" id="{561222E6-86D3-4D0D-888F-08411327808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4751650" y="3680600"/>
            <a:ext cx="3043800" cy="5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>See you next Saturday.</a:t>
            </a:r>
          </a:p>
        </p:txBody>
      </p:sp>
      <p:sp>
        <p:nvSpPr>
          <p:cNvPr id="216" name="Google Shape;216;p24">
            <a:extLst xmlns:a="http://schemas.openxmlformats.org/drawingml/2006/main">
              <a:ext uri="{FF2B5EF4-FFF2-40B4-BE49-F238E27FC236}">
                <a16:creationId xmlns:a16="http://schemas.microsoft.com/office/drawing/2014/main" id="{3CB2B6C1-3795-43B8-9621-54C5BB056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125" y="117311"/>
            <a:ext cx="19995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Classroom Presentation</a:t>
            </a:r>
          </a:p>
        </p:txBody>
      </p:sp>
      <p:sp>
        <p:nvSpPr>
          <p:cNvPr id="217" name="Google Shape;217;p24">
            <a:extLst xmlns:a="http://schemas.openxmlformats.org/drawingml/2006/main">
              <a:ext uri="{FF2B5EF4-FFF2-40B4-BE49-F238E27FC236}">
                <a16:creationId xmlns:a16="http://schemas.microsoft.com/office/drawing/2014/main" id="{1BCE298B-ADAB-4360-9E4B-303C95BFA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0325" y="117311"/>
            <a:ext cx="19995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. . .</a:t>
            </a:r>
          </a:p>
        </p:txBody>
      </p:sp>
    </p:spTree>
    <p:extLst>
      <p:ext uri="{BB962C8B-B14F-4D97-AF65-F5344CB8AC3E}">
        <p14:creationId xmlns:p14="http://schemas.microsoft.com/office/powerpoint/2010/main" val="592295941"/>
      </p:ext>
    </p:extLst>
  </p:cSld>
</p:sld>
</file>

<file path=ppt/theme/theme1.xml><?xml version="1.0" encoding="utf-8"?>
<a:theme xmlns:a="http://schemas.openxmlformats.org/drawingml/2006/main" name="New Operating System Design Pitch Deck by Slidesgo">
  <a:themeElements>
    <a:clrScheme name="Simple Light">
      <a:dk1>
        <a:srgbClr val="FFFFFF"/>
      </a:dk1>
      <a:lt1>
        <a:srgbClr val="2D323C"/>
      </a:lt1>
      <a:dk2>
        <a:srgbClr val="242830"/>
      </a:dk2>
      <a:lt2>
        <a:srgbClr val="FFDB5D"/>
      </a:lt2>
      <a:accent1>
        <a:srgbClr val="94EE6B"/>
      </a:accent1>
      <a:accent2>
        <a:srgbClr val="E81981"/>
      </a:accent2>
      <a:accent3>
        <a:srgbClr val="BD64B5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2026-07-11T05:31:05.3570000Z</dcterms:created>
  <dcterms:modified xsi:type="dcterms:W3CDTF">2026-07-11T05:31:05.3570000Z</dcterms:modified>
</coreProperties>
</file>