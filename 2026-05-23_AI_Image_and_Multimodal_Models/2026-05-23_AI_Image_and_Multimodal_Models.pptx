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66960" cy="2834639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AI Image &amp;</a:t>
            </a:r>
            <a:br/>
            <a:r>
              <a:t>Multimodal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79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3A5F"/>
                </a:solidFill>
                <a:latin typeface="Segoe UI"/>
              </a:defRPr>
            </a:pPr>
            <a:r>
              <a:t>From Text to Pictures — How AI Sees and Creates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May 23,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754880"/>
            <a:ext cx="6702552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Week 7 of the AI Phase  |  Kids Computer Science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Quick Recap: How LLMs Generate Text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What Are AI Image Models?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How They Work: From Noise to Art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Multimodal AI: Text + Images + More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Prompting for Images vs. Text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262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Live Demo: Generate Images Together!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Ethics: Deepfakes &amp; Responsible Use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Kahoot!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Quick Recap: How LLMs Generate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926080" cy="128016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Text split into</a:t>
            </a:r>
            <a:br/>
            <a:r>
              <a:t>small pieces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2286000"/>
            <a:ext cx="548640" cy="36576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2926080" cy="12801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Next token based</a:t>
            </a:r>
            <a:br/>
            <a:r>
              <a:t>on context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589520" y="2286000"/>
            <a:ext cx="548640" cy="36576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2926080" cy="12801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One token at a time</a:t>
            </a:r>
            <a:br/>
            <a:r>
              <a:t>builds the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LLMs work with TEXT. But what about IMAGES?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Are AI Image Models?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AI systems that can CREATE or UNDERSTAND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91840" cy="9144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DALL-E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by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Built into ChatGPT</a:t>
            </a:r>
            <a:br/>
            <a:r>
              <a:t>High quality, safe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291840" cy="9144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Midjourney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Independent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Beautiful art style</a:t>
            </a:r>
            <a:br/>
            <a:r>
              <a:t>Used by designers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286000"/>
            <a:ext cx="3291840" cy="9144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Stable Diffusion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Open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Free, runs on your PC</a:t>
            </a:r>
            <a:br/>
            <a:r>
              <a:t>Highly customizable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 type a text description (prompt) and the AI creates an image from scratch!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Do Image Models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The Big Idea: Diffusion (Removing Noise)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4552" cy="109728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Imagine a sculptor starting with a rough block of marble...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They chip away noise until a beautiful statue appears. AI image models do the same with pixels!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2651760" cy="118872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Start with</a:t>
            </a:r>
            <a:br/>
            <a:r>
              <a:t>Random Noise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3474720"/>
            <a:ext cx="457200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3017520"/>
            <a:ext cx="2651760" cy="11887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AI Removes Noise</a:t>
            </a:r>
            <a:br/>
            <a:r>
              <a:t>(Many Steps)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3474720"/>
            <a:ext cx="457200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3017520"/>
            <a:ext cx="2651760" cy="118872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Text Prompt</a:t>
            </a:r>
            <a:br/>
            <a:r>
              <a:t>Guides the Shape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44000" y="3474720"/>
            <a:ext cx="457200" cy="2743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3017520"/>
            <a:ext cx="2651760" cy="11887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Final Image</a:t>
            </a:r>
            <a:br/>
            <a:r>
              <a:t>Appears!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Diffusion = Start with noise, subtract it step by step, guided by your text prompt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Text-to-Image: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743200" cy="82296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Your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A dragon reading</a:t>
            </a:r>
            <a:br/>
            <a:r>
              <a:t>a book in a library</a:t>
            </a:r>
          </a:p>
        </p:txBody>
      </p:sp>
      <p:sp>
        <p:nvSpPr>
          <p:cNvPr id="7" name="Down Arrow 6"/>
          <p:cNvSpPr/>
          <p:nvPr/>
        </p:nvSpPr>
        <p:spPr>
          <a:xfrm>
            <a:off x="2103120" y="2423160"/>
            <a:ext cx="365760" cy="228600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2743200" cy="8229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Text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Converts words into</a:t>
            </a:r>
            <a:br/>
            <a:r>
              <a:t>numbers AI understands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103120" y="3611880"/>
            <a:ext cx="365760" cy="228600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2743200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Diffusion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2335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Removes noise step</a:t>
            </a:r>
            <a:br/>
            <a:r>
              <a:t>by step (50-100 steps)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103120" y="4800600"/>
            <a:ext cx="365760" cy="228600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5120640"/>
            <a:ext cx="274320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Final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212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A brand new picture</a:t>
            </a:r>
            <a:br/>
            <a:r>
              <a:t>that never existed!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Key: The image is NOT copied from anywhere. It's generated from learned patterns!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Multimodal AI: Beyond Just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Multimodal = AI that understands AND generates MULTIPLE types of data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2194560"/>
            <a:ext cx="1371600" cy="137160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Read &amp; write</a:t>
            </a:r>
            <a:br/>
            <a:r>
              <a:t>words</a:t>
            </a:r>
          </a:p>
        </p:txBody>
      </p:sp>
      <p:sp>
        <p:nvSpPr>
          <p:cNvPr id="8" name="Oval 7"/>
          <p:cNvSpPr/>
          <p:nvPr/>
        </p:nvSpPr>
        <p:spPr>
          <a:xfrm>
            <a:off x="4206240" y="2194560"/>
            <a:ext cx="1371600" cy="137160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See &amp; create</a:t>
            </a:r>
            <a:br/>
            <a:r>
              <a:t>pictures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2194560"/>
            <a:ext cx="1371600" cy="13716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Hear &amp; speak</a:t>
            </a:r>
            <a:br/>
            <a:r>
              <a:t>(voice)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2194560"/>
            <a:ext cx="1371600" cy="1371600"/>
          </a:xfrm>
          <a:prstGeom prst="ellipse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7490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Watch &amp; make</a:t>
            </a:r>
            <a:br/>
            <a:r>
              <a:t>clips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11274552" cy="109728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Segoe UI"/>
              </a:defRPr>
            </a:pPr>
            <a:r>
              <a:t>Examples You Can Try Today: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GPT-4o: Upload a photo and ask questions about it  |  Gemini: Describe an image and it explains what's in it  |  Claude: Analyze charts, screenshots, and documents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Prompting for Images vs.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54864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Text Prompts (what you know)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54864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Image Prompts (new today!)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Role, Task, Context,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Subject, Style, Lighting, Mood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Be specific about what you want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Describe what the image LOOKS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Chain-of-thought for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Mention art style (cartoon, realistic, pixel 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More words = more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• More descriptive = more detailed 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11274552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336"/>
                </a:solidFill>
                <a:latin typeface="Segoe UI"/>
              </a:defRPr>
            </a:pPr>
            <a:r>
              <a:t>Bad image prompt: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"Make me a dog picture"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Great image prompt: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92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Segoe UI"/>
              </a:defRPr>
            </a:pPr>
            <a:r>
              <a:t>"A golden retriever puppy sitting in a field of sunflowers,</a:t>
            </a:r>
            <a:br/>
            <a:r>
              <a:t>watercolor painting style, warm sunset lighting, happy mood"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Live Demo Time!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4242"/>
                </a:solidFill>
                <a:latin typeface="Segoe UI"/>
              </a:defRPr>
            </a:pPr>
            <a:r>
              <a:t>Let's generate images together and see what happens!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2011680" cy="7772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Demo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68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Same prompt, different tools</a:t>
            </a:r>
            <a:br/>
            <a:r>
              <a:t>(ChatGPT vs. Gemini)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2011680" cy="77724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Demo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474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Vague prompt vs. detailed prompt</a:t>
            </a:r>
            <a:br/>
            <a:r>
              <a:t>(see the quality difference!)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2011680" cy="7772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Demo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4805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Upload a photo and ask AI about it</a:t>
            </a:r>
            <a:br/>
            <a:r>
              <a:t>(multimodal in action)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94960"/>
            <a:ext cx="2011680" cy="777240"/>
          </a:xfrm>
          <a:prstGeom prst="round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Demo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4864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24242"/>
                </a:solidFill>
                <a:latin typeface="Segoe UI"/>
              </a:defRPr>
            </a:pPr>
            <a:r>
              <a:t>Try to make AI generate something</a:t>
            </a:r>
            <a:br/>
            <a:r>
              <a:t>impossible or weird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Dark Side: Deepfakes &amp; Misuse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With great power comes great responsibility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286000" cy="7772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Deepfakes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916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Fake photos/videos of real people — used for bullying or scams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39"/>
            <a:ext cx="2286000" cy="777240"/>
          </a:xfrm>
          <a:prstGeom prst="round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Misinformation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19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AI-generated images can spread false news and fool 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2286000" cy="77724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Artist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7947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AI trained on artists' work without permission — is that fair?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09159"/>
            <a:ext cx="2286000" cy="77724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Identity Theft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8463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Fake profile pictures, impersonation, fraud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RULE: Never create fake images of real people. Always think before you share.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to Spot AI-Generated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Segoe UI"/>
              </a:defRPr>
            </a:pPr>
            <a:r>
              <a:t>Hands &amp; Fingers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Often too many or too few fingers, weird poses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Segoe UI"/>
              </a:defRPr>
            </a:pPr>
            <a:r>
              <a:t>Text in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14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AI-generated text is usually garbled or misspelled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Segoe UI"/>
              </a:defRPr>
            </a:pPr>
            <a:r>
              <a:t>Background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29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Look for melting objects, impossible architecture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97680"/>
            <a:ext cx="640080" cy="6400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Segoe UI"/>
              </a:defRPr>
            </a:pPr>
            <a:r>
              <a:t>Too Perfect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Skin too smooth, lighting too even, no imperfections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257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Segoe UI"/>
              </a:defRPr>
            </a:pPr>
            <a:r>
              <a:t>Context Clues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257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Check the source — who shared it and why?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When in doubt, reverse image search or check the source!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Key Vocabulary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59436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Text-to-Image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544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AI model that creates pictures from text descriptions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2560320" cy="5943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Diffusion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31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The process of removing noise step by step to create an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2560320" cy="5943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089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AI that works with multiple types of data (text + image + audio)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94760"/>
            <a:ext cx="2560320" cy="59436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Deepfake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886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AI-generated fake image or video of a real 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2560320" cy="59436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Image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6634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The text description you give to an image 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49240"/>
            <a:ext cx="2560320" cy="594360"/>
          </a:xfrm>
          <a:prstGeom prst="round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Style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44067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Applying one artistic style to another 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AI can generate images from text using diffusion (noise removal)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31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Multimodal AI understands text, images, audio, and video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39"/>
            <a:ext cx="502920" cy="5029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Better prompts = better images (describe subject, style, lighting, mood)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AI images are NOT copied — they're generated from learned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Deepfakes are dangerous — never make fake images of real people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394959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4406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Always check if an image is AI-generated before trusting or sharing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Any questions before the Kahoot?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