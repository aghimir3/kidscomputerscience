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0"/>
            <a:ext cx="6400800" cy="1280160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</a:rPr>
              <a:t>How the Internet Works!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D93D"/>
                </a:solidFill>
              </a:rPr>
              <a:t>A Fun Journey Into Computer Networks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Get ready to explore the digital world!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What is a Network?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640080"/>
          </a:xfrm>
          <a:prstGeom prst="roundRect">
            <a:avLst>
              <a:gd name="adj" fmla="val 28571"/>
            </a:avLst>
          </a:prstGeom>
          <a:solidFill>
            <a:srgbClr val="FFD9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</a:rPr>
              <a:t>Think of it like a FRIENDSHIP GROUP!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A network is when computers are connected so they can </a:t>
            </a:r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talk to each other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 and </a:t>
            </a:r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share things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Just like you and your friends pass notes in class, computers send messages through cables or Wi-Fi!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4114800" cy="731520"/>
          </a:xfrm>
          <a:prstGeom prst="roundRect">
            <a:avLst>
              <a:gd name="adj" fmla="val 18750"/>
            </a:avLst>
          </a:prstGeom>
          <a:solidFill>
            <a:srgbClr val="E8F5E9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</a:rPr>
              <a:t>Fun Fact: Your school probably has hundreds of computers all connected in one big network!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2286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6459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💻 ↔️ 💻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75488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</a:rPr>
              <a:t>Computers talking to each other!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What is an IP Address?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640080"/>
          </a:xfrm>
          <a:prstGeom prst="roundRect">
            <a:avLst>
              <a:gd name="adj" fmla="val 28571"/>
            </a:avLst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It's like your HOME ADDRESS!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Every computer has a special number called an </a:t>
            </a:r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IP Address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. It tells other computers where to find it!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Just like the mailman needs your address to deliver letters, computers need IP addresses to send messages!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4114800" cy="731520"/>
          </a:xfrm>
          <a:prstGeom prst="roundRect">
            <a:avLst>
              <a:gd name="adj" fmla="val 18750"/>
            </a:avLst>
          </a:prstGeom>
          <a:solidFill>
            <a:srgbClr val="FFF3E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Example: </a:t>
            </a:r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192.168.1.25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IP = Internet Protocol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2560320"/>
          </a:xfrm>
          <a:prstGeom prst="roundRect">
            <a:avLst>
              <a:gd name="adj" fmla="val 7143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Compare it!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0" y="164592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91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Home Address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123 Main Street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64592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691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IP Address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192.168.1.25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74320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Both help find exactly where to deliver something!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What is a Gateway?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572000" cy="640080"/>
          </a:xfrm>
          <a:prstGeom prst="roundRect">
            <a:avLst>
              <a:gd name="adj" fmla="val 28571"/>
            </a:avLst>
          </a:prstGeom>
          <a:solidFill>
            <a:srgbClr val="3CB37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It's like the FRONT DOOR of your network!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Gateway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 is like a security guard at the entrance of a building. It checks who comes in and who goes out!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When your computer wants to visit a website, it asks the gateway: "Can you help me get to the internet?"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4572000" cy="54864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Usually: Your router at home is your gateway!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0" y="1005840"/>
            <a:ext cx="3474720" cy="3017520"/>
          </a:xfrm>
          <a:prstGeom prst="roundRect">
            <a:avLst>
              <a:gd name="adj" fmla="val 6061"/>
            </a:avLst>
          </a:prstGeom>
          <a:solidFill>
            <a:srgbClr val="FFF8E1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Your Home Network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141732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</a:rPr>
              <a:t>💻 📱 🎮 Your devices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⬇️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760720" y="228600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3CB371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🚪 GATEWAY (Router)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⬇️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760720" y="324612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🌍 THE INTERNET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What is DNS?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640080"/>
          </a:xfrm>
          <a:prstGeom prst="roundRect">
            <a:avLst>
              <a:gd name="adj" fmla="val 28571"/>
            </a:avLst>
          </a:prstGeom>
          <a:solidFill>
            <a:srgbClr val="9C27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It's like a PHONE BOOK for the internet!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DNS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 stands for Domain Name System. It translates website names into IP addresses!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Imagine having to remember 142.250.80.46 instead of google.com - that would be so hard!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4114800" cy="54864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DNS helps you type easy names instead of hard numbers!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2926080"/>
          </a:xfrm>
          <a:prstGeom prst="roundRect">
            <a:avLst>
              <a:gd name="adj" fmla="val 6250"/>
            </a:avLst>
          </a:prstGeom>
          <a:solidFill>
            <a:srgbClr val="E1F5F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How DNS Works: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3657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27B0"/>
                </a:solidFill>
              </a:rPr>
              <a:t>1. You type: www.google.com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011680"/>
            <a:ext cx="3657600" cy="365760"/>
          </a:xfrm>
          <a:prstGeom prst="roundRect">
            <a:avLst>
              <a:gd name="adj" fmla="val 25000"/>
            </a:avLst>
          </a:prstGeom>
          <a:solidFill>
            <a:srgbClr val="9C27B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DNS looks it up in the "phone book"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2606040"/>
            <a:ext cx="3657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</a:rPr>
              <a:t>3. DNS finds: 142.250.80.46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9718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3200400"/>
            <a:ext cx="3657600" cy="365760"/>
          </a:xfrm>
          <a:prstGeom prst="roundRect">
            <a:avLst>
              <a:gd name="adj" fmla="val 25000"/>
            </a:avLst>
          </a:prstGeom>
          <a:solidFill>
            <a:srgbClr val="3CB37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4. You arrive at Google! 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What is a Router?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572000" cy="640080"/>
          </a:xfrm>
          <a:prstGeom prst="roundRect">
            <a:avLst>
              <a:gd name="adj" fmla="val 28571"/>
            </a:avLst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It's like a TRAFFIC POLICE OFFICER!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Router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 directs internet traffic to the right place, just like a traffic cop tells cars which way to go!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It makes sure the video you're watching goes to YOUR tablet, not your sister's phone!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4572000" cy="548640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At home: The box with blinking lights that gives you Wi-Fi!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1005840"/>
            <a:ext cx="3657600" cy="2926080"/>
          </a:xfrm>
          <a:prstGeom prst="roundRect">
            <a:avLst>
              <a:gd name="adj" fmla="val 6250"/>
            </a:avLst>
          </a:prstGeom>
          <a:solidFill>
            <a:srgbClr val="FFEBEE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Router Sends Data to the Right Device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1417320"/>
            <a:ext cx="1005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417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💻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Dad's laptop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1005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17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Mom's phone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98080" y="1417320"/>
            <a:ext cx="1005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1417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Your game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⬆️  ⬆️  ⬆️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0" y="24688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2560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📡 ROUTER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"I'll send this video to the game console!"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Wi-Fi vs Ethernet Cable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017520"/>
          </a:xfrm>
          <a:prstGeom prst="roundRect">
            <a:avLst>
              <a:gd name="adj" fmla="val 6061"/>
            </a:avLst>
          </a:prstGeom>
          <a:solidFill>
            <a:srgbClr val="E1F5F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3749040" cy="822960"/>
          </a:xfrm>
          <a:prstGeom prst="roundRect">
            <a:avLst>
              <a:gd name="adj" fmla="val 11111"/>
            </a:avLst>
          </a:prstGeom>
          <a:solidFill>
            <a:srgbClr val="03A9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📶 Wi-Fi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Like talking through the AIR!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• Uses invisible radio waves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• No cables needed!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• Can walk around with your device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• Sometimes slower than cables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5661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Great for: phones, tablets, laptops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3017520"/>
          </a:xfrm>
          <a:prstGeom prst="roundRect">
            <a:avLst>
              <a:gd name="adj" fmla="val 6061"/>
            </a:avLst>
          </a:prstGeom>
          <a:solidFill>
            <a:srgbClr val="FFF3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143000"/>
            <a:ext cx="3749040" cy="822960"/>
          </a:xfrm>
          <a:prstGeom prst="roundRect">
            <a:avLst>
              <a:gd name="adj" fmla="val 11111"/>
            </a:avLst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🔌 Ethernet Cable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Like a HIGHWAY for data!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• Uses a special cable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• Super fast connection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• Very reliable - doesn't drop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• Device must stay plugged 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3474720"/>
            <a:ext cx="35661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Great for: desktop computers, gaming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What is a Subnet Mask?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572000" cy="640080"/>
          </a:xfrm>
          <a:prstGeom prst="roundRect">
            <a:avLst>
              <a:gd name="adj" fmla="val 28571"/>
            </a:avLst>
          </a:prstGeom>
          <a:solidFill>
            <a:srgbClr val="E91E6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It's like NEIGHBORHOOD BOUNDARIES!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Subnet Mask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 tells your computer which other computers are in the same "neighborhood" (network).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Just like your ZIP code tells you which houses are in your area!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572000" cy="731520"/>
          </a:xfrm>
          <a:prstGeom prst="roundRect">
            <a:avLst>
              <a:gd name="adj" fmla="val 18750"/>
            </a:avLst>
          </a:prstGeom>
          <a:solidFill>
            <a:srgbClr val="FCE4EC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Common example: 255.255.255.0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This means "we're all in the same neighborhood!"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1005840"/>
            <a:ext cx="3657600" cy="2926080"/>
          </a:xfrm>
          <a:prstGeom prst="roundRect">
            <a:avLst>
              <a:gd name="adj" fmla="val 6250"/>
            </a:avLst>
          </a:prstGeom>
          <a:solidFill>
            <a:srgbClr val="F3E5F5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Your Network Neighborhood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141732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91E6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394960" y="14630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1E63"/>
                </a:solidFill>
              </a:rPr>
              <a:t>Same Subnet = Same Neighborhood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1737360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7830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💻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.1.10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7830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.1.15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86600" y="1737360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7830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🖨️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.1.20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09560" y="1737360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17830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.1.25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All start with 192.168.1.X = same neighborhood!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297180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FF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0632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192.168.2.X = Different neighborhood!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How Data Travels: Packets!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640080"/>
          </a:xfrm>
          <a:prstGeom prst="roundRect">
            <a:avLst>
              <a:gd name="adj" fmla="val 28571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It's like sending a PUZZLE in the mail!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When you send a picture or message, it gets broken into tiny pieces called </a:t>
            </a:r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PACKETS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Each packet travels to the destination, then they all get put back together!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114800" cy="640080"/>
          </a:xfrm>
          <a:prstGeom prst="roundRect">
            <a:avLst>
              <a:gd name="adj" fmla="val 21429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Why? Small packets travel faster and are easier to fix if something goes wrong!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2926080"/>
          </a:xfrm>
          <a:prstGeom prst="roundRect">
            <a:avLst>
              <a:gd name="adj" fmla="val 6250"/>
            </a:avLst>
          </a:prstGeom>
          <a:solidFill>
            <a:srgbClr val="FFF8E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Sending a Photo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41732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📷 Your photo gets broken up...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2057400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2103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📦 Part 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0" y="2057400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103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📦 Part 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2057400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2196F3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103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📦 Part 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680960" y="2057400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E91E63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103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📦 Part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2514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⬇️ Travel through internet ⬇️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292608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📷 ✨ ...and put back together!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What is Ping?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389120" cy="640080"/>
          </a:xfrm>
          <a:prstGeom prst="roundRect">
            <a:avLst>
              <a:gd name="adj" fmla="val 28571"/>
            </a:avLst>
          </a:prstGeom>
          <a:solidFill>
            <a:srgbClr val="00BC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It's like playing MARCO POLO!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Ping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 is a way to check if another computer is there and responding!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Your computer says "HELLO!" and waits to see if the other computer says "I'M HERE!"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389120" cy="640080"/>
          </a:xfrm>
          <a:prstGeom prst="roundRect">
            <a:avLst>
              <a:gd name="adj" fmla="val 21429"/>
            </a:avLst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It also tells you how fast the response came back (in milliseconds)!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3749040" cy="2926080"/>
          </a:xfrm>
          <a:prstGeom prst="roundRect">
            <a:avLst>
              <a:gd name="adj" fmla="val 6250"/>
            </a:avLst>
          </a:prstGeom>
          <a:solidFill>
            <a:srgbClr val="E8F5E9"/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0" y="13716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463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1208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Your PC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13716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"Hello!"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➡️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⬅️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"I'm here!"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13716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463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68096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Website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256032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Result: Reply in 25ms 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Lower number = faster connection!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The ipconfig Command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640080"/>
          </a:xfrm>
          <a:prstGeom prst="roundRect">
            <a:avLst>
              <a:gd name="adj" fmla="val 28571"/>
            </a:avLst>
          </a:prstGeom>
          <a:solidFill>
            <a:srgbClr val="673AB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Like asking "What's MY address?"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ipconfig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 shows you all the network information about YOUR computer!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It tells you your IP address, gateway, and other cool info!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4114800" cy="548640"/>
          </a:xfrm>
          <a:prstGeom prst="roundRect">
            <a:avLst>
              <a:gd name="adj" fmla="val 25000"/>
            </a:avLst>
          </a:prstGeom>
          <a:solidFill>
            <a:srgbClr val="EDE7F6"/>
          </a:solidFill>
          <a:ln w="12700">
            <a:solidFill>
              <a:srgbClr val="673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We'll try this together! It's a real command you can type!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88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Command Prompt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ipconfig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IP Configuration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Ethernet adapter: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194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IPv4 Address: 192.168.1.25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 Mask: 255.255.255.0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Gateway: 192.168.1.1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5661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Your computer's "ID card" for the network!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93D"/>
                </a:solidFill>
              </a:rPr>
              <a:t>Let's Remember What We Learned!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🏠 IP Address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Your computer's home address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3CB371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097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🚪 Gateway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front door to the internet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00584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9C27B0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097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📖 DNS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Internet's phone book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2196F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📡 Router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Traffic police for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10312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E91E63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194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🏘️ Subnet Mask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Network neighborhood boundaries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94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📦 Packets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Puzzle pieces of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7680960" cy="640080"/>
          </a:xfrm>
          <a:prstGeom prst="roundRect">
            <a:avLst>
              <a:gd name="adj" fmla="val 28571"/>
            </a:avLst>
          </a:prstGeom>
          <a:solidFill>
            <a:srgbClr val="FFD9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Now let's try some real commands! 💻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617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🎮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097280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9202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6178F"/>
                </a:solidFill>
              </a:rPr>
              <a:t>KAHOOT TIME!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Let's test what you learned today!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3749040"/>
            <a:ext cx="5486400" cy="640080"/>
          </a:xfrm>
          <a:prstGeom prst="roundRect">
            <a:avLst>
              <a:gd name="adj" fmla="val 2857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93D"/>
                </a:solidFill>
              </a:rPr>
              <a:t>Get your devices ready and join the game!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Internet Works - Networking Basics for Kids</dc:title>
  <dc:subject>Computer Networking for Elementary Students</dc:subject>
  <dc:creator>Teacher</dc:creator>
  <cp:lastModifiedBy>Teacher</cp:lastModifiedBy>
  <cp:revision>1</cp:revision>
  <dcterms:created xsi:type="dcterms:W3CDTF">2026-01-17T15:14:15Z</dcterms:created>
  <dcterms:modified xsi:type="dcterms:W3CDTF">2026-01-17T15:14:15Z</dcterms:modified>
</cp:coreProperties>
</file>