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291840" cy="3291840"/>
          </a:xfrm>
          <a:prstGeom prst="ellipse">
            <a:avLst/>
          </a:prstGeom>
          <a:solidFill>
            <a:srgbClr val="4285F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194560" cy="2194560"/>
          </a:xfrm>
          <a:prstGeom prst="ellipse">
            <a:avLst/>
          </a:prstGeom>
          <a:solidFill>
            <a:srgbClr val="FBBC0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182880" cy="1828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828800"/>
            <a:ext cx="182880" cy="1828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1828800"/>
            <a:ext cx="182880" cy="18288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8" name="Shape 6"/>
          <p:cNvSpPr/>
          <p:nvPr/>
        </p:nvSpPr>
        <p:spPr>
          <a:xfrm>
            <a:off x="1536192" y="182880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C52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 again and again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 100 lines when the computer can do it for you?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·  Now in VS Code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Already Know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use ALL of it. That's why we saved them for now.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128016" cy="1463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that can change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3774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377440"/>
            <a:ext cx="128016" cy="14630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annotations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14800"/>
            <a:ext cx="128016" cy="14630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give true/false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1148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4114800"/>
            <a:ext cx="128016" cy="14630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just: a variable that counts, a question that says when to stop, and a step.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VS Code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leaving the online playground. VS Code is the real editor professional developers use every day.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51760"/>
            <a:ext cx="731520" cy="7315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in a file called loops.ts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25112" y="23774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2651760"/>
            <a:ext cx="731520" cy="73152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13832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45152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Run button (or right-click, Run Code)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01584" y="23774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21624" y="265176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90304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21624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appears in the panel at the bottom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892040"/>
            <a:ext cx="128016" cy="11887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892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your friend: </a:t>
            </a:r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squiggles are still here! VS Code checks your types as you type — exactly like the playground did.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Painful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 want to print the numbers 1 to 5. Easy enough...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console.log(1)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console.log(2)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console.log(3)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console.log(4)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console.log(5)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2286000"/>
            <a:ext cx="4937760" cy="2468880"/>
          </a:xfrm>
          <a:prstGeom prst="roundRect">
            <a:avLst>
              <a:gd name="adj" fmla="val 3333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0" y="2286000"/>
            <a:ext cx="128016" cy="24688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606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2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do 1 to 100.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0" y="3291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100 lines of almost identical typing. And if you want to change something, you'd have to change it 100 times.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10789920" cy="1005840"/>
          </a:xfrm>
          <a:prstGeom prst="roundRect">
            <a:avLst>
              <a:gd name="adj" fmla="val 8182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029200"/>
            <a:ext cx="128016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are lazy — in a good way. 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repeating yourself, there's a better way. It's called a LOOP.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 Loop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five lines become three. And changing 5 to 100 is a one-character edit.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0789920" cy="1920240"/>
          </a:xfrm>
          <a:prstGeom prst="roundRect">
            <a:avLst>
              <a:gd name="adj" fmla="val 3810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1; i &lt;= 5; i++) {
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
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5212080" cy="1463040"/>
          </a:xfrm>
          <a:prstGeom prst="roundRect">
            <a:avLst>
              <a:gd name="adj" fmla="val 562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prints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5120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1   2   3   4   5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4572000"/>
            <a:ext cx="5212080" cy="1463040"/>
          </a:xfrm>
          <a:prstGeom prst="roundRect">
            <a:avLst>
              <a:gd name="adj" fmla="val 5625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4572000"/>
            <a:ext cx="128016" cy="1463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5720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inside { } runs over and over — once for each number.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for Loop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80160" y="178308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9202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1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063240"/>
            <a:ext cx="3383280" cy="12801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begin counting?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06324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3063240"/>
            <a:ext cx="3383280" cy="12801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while this is true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306324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3063240"/>
            <a:ext cx="3383280" cy="12801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after each round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separated by semicolons. Always in that order.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SHORTCUT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i++ 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a shorter way of saying "add 1 to i." These two lines do exactly the same thing: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way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29718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108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 + 1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29718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086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858000" y="2377440"/>
            <a:ext cx="4754880" cy="1737360"/>
          </a:xfrm>
          <a:prstGeom prst="roundRect">
            <a:avLst>
              <a:gd name="adj" fmla="val 4737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2377440"/>
            <a:ext cx="128016" cy="17373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way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29718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4434840"/>
            <a:ext cx="107899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0" y="4434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5029200"/>
            <a:ext cx="107899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5029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i--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5029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5623560"/>
            <a:ext cx="107899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 + 5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0" y="5623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 (no shortcut needed)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the Loop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walk through it one round at a time. This is the best way to understand any loop.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 &lt;= 3; i++) {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148840"/>
            <a:ext cx="6492240" cy="457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&lt;= 3 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070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2606040"/>
            <a:ext cx="6492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606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606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2606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0" y="2606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3172968"/>
            <a:ext cx="6492240" cy="566928"/>
          </a:xfrm>
          <a:prstGeom prst="rect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1729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1729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31729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0" y="31729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3739896"/>
            <a:ext cx="6492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739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3739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0" y="3739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07040" y="3739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20640" y="4306824"/>
            <a:ext cx="6492240" cy="566928"/>
          </a:xfrm>
          <a:prstGeom prst="rect">
            <a:avLst/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43068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43068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43068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2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607040" y="430682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stops 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" y="4206240"/>
            <a:ext cx="4023360" cy="1691640"/>
          </a:xfrm>
          <a:prstGeom prst="roundRect">
            <a:avLst>
              <a:gd name="adj" fmla="val 4865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" y="4206240"/>
            <a:ext cx="128016" cy="16916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Text 36"/>
          <p:cNvSpPr/>
          <p:nvPr/>
        </p:nvSpPr>
        <p:spPr>
          <a:xfrm>
            <a:off x="1188720" y="4343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checks BEFORE each round.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88720" y="4983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the check is false, the loop stops and your program moves on.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IT 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Your Way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three parts and the loop does something completely different.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52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Countdown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143000" y="297180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202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5; i &gt;= 1; i--) {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console.log("Blast off!")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4892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Prints:  5  4  3  2  1  Blast off!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counting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720840" y="297180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202124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&lt;= 20;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 = i + 5) {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4892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Prints:  0  5  10  15  20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TRICK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Things Up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variable OUTSIDE the loop, then add to it INSIDE. This is called an accumulator.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6309360" cy="2468880"/>
          </a:xfrm>
          <a:prstGeom prst="roundRect">
            <a:avLst>
              <a:gd name="adj" fmla="val 2963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774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10; i++)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total + i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console.log(`Total: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${total}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240280"/>
            <a:ext cx="41148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total grow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i=1 → total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i=2 → total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i=3 → total 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i=4 → total 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i=10 → total 55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983480"/>
            <a:ext cx="10789920" cy="1005840"/>
          </a:xfrm>
          <a:prstGeom prst="roundRect">
            <a:avLst>
              <a:gd name="adj" fmla="val 8182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983480"/>
            <a:ext cx="128016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9834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MUST be made outside the loop — otherwise it resets to 0 every round!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Loop With a Decision Inside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 if inside a loop and you can treat each number differently. Remember % from last week?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6675120" cy="292608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6; i++)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% 2 === 0)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${i}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even`)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${i}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odd`)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286000"/>
            <a:ext cx="3657600" cy="2926080"/>
          </a:xfrm>
          <a:prstGeom prst="roundRect">
            <a:avLst>
              <a:gd name="adj" fmla="val 2813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834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is odd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0" y="3200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is even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0" y="35661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is odd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3931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is even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is odd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46634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is even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KIND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while Loop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keeps going as long as something stays true. No counting built in — you handle that yourself.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6888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lives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3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(lives &gt; 0)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console.log(`Lives: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${lives}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`)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lives = lives - 1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console.log("Game over!")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880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Lives: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3264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Lives: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648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Lives: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0325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over!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303520"/>
            <a:ext cx="10789920" cy="777240"/>
          </a:xfrm>
          <a:prstGeom prst="roundRect">
            <a:avLst>
              <a:gd name="adj" fmla="val 10588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88720" y="53035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YOU have to change lives inside the loop, or it will never stop!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vs while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5394960" cy="1463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how many times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2461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1 to 10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something 5 times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through a times table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up, down, or by steps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828800"/>
            <a:ext cx="5394960" cy="14630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2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DON'T know how many times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2461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until lives run out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player wins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asking until the answer is right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something to change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TRAP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Loops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check NEVER becomes false, your loop runs forever. Every programmer does this — including us, today.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6888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&gt; 0) {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console.log("forever...")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never changes!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2331720"/>
            <a:ext cx="4389120" cy="2194560"/>
          </a:xfrm>
          <a:prstGeom prst="roundRect">
            <a:avLst>
              <a:gd name="adj" fmla="val 3750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0" y="2331720"/>
            <a:ext cx="128016" cy="2194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never stops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3017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starts at 1 and nothing ever changes it, so x &gt; 0 is true forever.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10789920" cy="1280160"/>
          </a:xfrm>
          <a:prstGeom prst="roundRect">
            <a:avLst>
              <a:gd name="adj" fmla="val 6429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800600"/>
            <a:ext cx="128016" cy="12801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escape: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394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output panel, then press  </a:t>
            </a:r>
            <a:pPr indent="0" marL="0">
              <a:buNone/>
            </a:pPr>
            <a:r>
              <a:rPr lang="en-US" sz="1550" b="1" dirty="0">
                <a:solidFill>
                  <a:srgbClr val="C52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pPr indent="0" marL="0">
              <a:buNone/>
            </a:pPr>
            <a:r>
              <a:rPr lang="en-US" sz="15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(that's the universal STOP for programs)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Loop Mistakes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semicolons between the three parts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counter actually changes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 on paper if you're stuck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— test with 3 before trying 100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148840"/>
            <a:ext cx="731520" cy="73152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0664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31089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i++ (infinite loop!)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commas instead of semicolons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make your total inside the loop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up &lt; and &lt;= (off by one!)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TypeScript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291840" cy="3291840"/>
          </a:xfrm>
          <a:prstGeom prst="ellipse">
            <a:avLst/>
          </a:prstGeom>
          <a:solidFill>
            <a:srgbClr val="34A85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3108960" cy="3108960"/>
          </a:xfrm>
          <a:prstGeom prst="ellipse">
            <a:avLst/>
          </a:prstGeom>
          <a:solidFill>
            <a:srgbClr val="4285F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64592" cy="16459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82296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" name="Shape 4"/>
          <p:cNvSpPr/>
          <p:nvPr/>
        </p:nvSpPr>
        <p:spPr>
          <a:xfrm>
            <a:off x="1261872" y="822960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82296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Missions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020824"/>
            <a:ext cx="310896" cy="310896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19659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VS Code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loops.ts and run your first program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523744"/>
            <a:ext cx="310896" cy="31089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24688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Loop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1 to 5 with a for loop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026664"/>
            <a:ext cx="310896" cy="310896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7008" y="29718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 before you run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529584"/>
            <a:ext cx="310896" cy="31089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7008" y="34747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Your Way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0" y="347472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and skip counting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4032504"/>
            <a:ext cx="310896" cy="310896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39776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It Up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0" y="397764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accumulator to total numbers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4535424"/>
            <a:ext cx="310896" cy="31089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07008" y="4480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+ if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29200" y="44805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or odd for every number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498348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" y="5038344"/>
            <a:ext cx="310896" cy="310896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07008" y="49834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&amp; Infinite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029200" y="49834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while loop (and escape a runaway one)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11064240" cy="420624"/>
          </a:xfrm>
          <a:prstGeom prst="roundRect">
            <a:avLst>
              <a:gd name="adj" fmla="val 19565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9808" y="5541264"/>
            <a:ext cx="310896" cy="31089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07008" y="54864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Quests + Project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029200" y="548640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looping program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— let's make the computer do the boring parts!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subject>PptxGenJS Presentation</dc:subject>
  <dc:creator>CS Class</dc:creator>
  <cp:lastModifiedBy>CS Class</cp:lastModifiedBy>
  <cp:revision>1</cp:revision>
  <dcterms:created xsi:type="dcterms:W3CDTF">2026-08-08T15:28:44Z</dcterms:created>
  <dcterms:modified xsi:type="dcterms:W3CDTF">2026-08-08T15:28:44Z</dcterms:modified>
</cp:coreProperties>
</file>