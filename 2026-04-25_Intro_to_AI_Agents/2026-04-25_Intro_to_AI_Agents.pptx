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79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F969C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6EC6C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AI Agents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7D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ChatGPT, Gemini &amp; Grok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AI agents work — then put them to the test!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| Grades 6-8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Recap: What We Know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✏️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clear, specific prompts that get better results from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LLMs?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predict the next word using billions of parameters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AI Agents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can plan, use tools, and take actions autonomously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434840"/>
            <a:ext cx="9144000" cy="73152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class we learned about AI &amp; LLMs. Today we go hands-on!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Evolution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4008" cy="3108960"/>
          </a:xfrm>
          <a:prstGeom prst="rect">
            <a:avLst/>
          </a:prstGeom>
          <a:solidFill>
            <a:srgbClr val="5A6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5A6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answer questions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its training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chats.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2423160" cy="8686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"What's the capital of France?"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64008" cy="3108960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1371600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conversation.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follow instructions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its tone/style.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3200400"/>
            <a:ext cx="2423160" cy="8686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this article for me."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64008" cy="3108960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1371600"/>
            <a:ext cx="457200" cy="457200"/>
          </a:xfrm>
          <a:prstGeom prst="ellipse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plan, use tools, browse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web, write code,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real actions.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3200400"/>
            <a:ext cx="2423160" cy="8686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"Research flights to NYC,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prices, and book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cheapest one."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969C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8978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969C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Agents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D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Think → Act → Observe → Repeat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2560320" cy="1371600"/>
          </a:xfrm>
          <a:prstGeom prst="rect">
            <a:avLst/>
          </a:prstGeom>
          <a:solidFill>
            <a:srgbClr val="0F969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375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Think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3756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your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makes a 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2743200"/>
            <a:ext cx="2560320" cy="1371600"/>
          </a:xfrm>
          <a:prstGeom prst="rect">
            <a:avLst/>
          </a:prstGeom>
          <a:solidFill>
            <a:srgbClr val="E8712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8076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tools: search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run code, call APIs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2560320" cy="1371600"/>
          </a:xfrm>
          <a:prstGeom prst="rect">
            <a:avLst/>
          </a:prstGeom>
          <a:solidFill>
            <a:srgbClr val="6EC6C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👁️ Observe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what happened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decides: done or retry?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 rot="1800000">
            <a:off x="6408236" y="1737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7DC6F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 rot="10800000">
            <a:off x="416052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7DC6F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 rot="-1800000">
            <a:off x="164592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7DC6F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200400" y="4297680"/>
            <a:ext cx="2560320" cy="502920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Repeat until the goal is complete!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an AI Agent?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4008" cy="1554480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Brain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that understands your request and reasons about what to 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64008" cy="1554480"/>
          </a:xfrm>
          <a:prstGeom prst="rect">
            <a:avLst/>
          </a:prstGeom>
          <a:solidFill>
            <a:srgbClr val="E87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execution, file reading, calculators, APIs — things the agent can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64008" cy="1554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what happened earlier in the conversation and past sessions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64008" cy="1554480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big tasks into smaller steps and figures out the right order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Platforms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you'll use one (or more!) of these free AI tools: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solidFill>
            <a:srgbClr val="10A3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AI chatbot.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conversations, writing,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explaining concepts.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2194560" cy="3657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chat.openai.com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AI assistant.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research, summaries,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connecting to Google tools.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2194560" cy="3657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gemini.google.com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743200" cy="54864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xAI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xAI (Elon Musk's company).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creative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responses.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657600"/>
            <a:ext cx="2194560" cy="3657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9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grok.com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All three are free — pick whichever one you have access to!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AI Agents Do?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&amp; Edit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Essays, emails, code, poems, stories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web, summarize articles, compare 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spreadsheets, charts, do math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Content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images, slides, study guides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2900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Concepts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complex topics in simple terms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6364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&amp; Code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programs, find bugs, explain code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the Best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D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prompt engineering skills!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0F969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what you want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BAD: </a:t>
            </a: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 me with science"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DB7C"/>
                </a:solidFill>
              </a:rPr>
              <a:t>GOOD: </a:t>
            </a:r>
            <a:r>
              <a:rPr lang="en-US" sz="1000" dirty="0">
                <a:solidFill>
                  <a:srgbClr val="69D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photosynthesis in 3 simple steps for a 7th grader"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0F969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350008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role or persona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BAD: </a:t>
            </a: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"Tell me about space"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DB7C"/>
                </a:solidFill>
              </a:rPr>
              <a:t>GOOD: </a:t>
            </a:r>
            <a:r>
              <a:rPr lang="en-US" sz="1000" dirty="0">
                <a:solidFill>
                  <a:srgbClr val="69D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NASA scientist. Explain black holes to a curious kid."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0F969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264408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format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493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BAD: </a:t>
            </a: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"Give me facts about dogs"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246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DB7C"/>
                </a:solidFill>
              </a:rPr>
              <a:t>GOOD: </a:t>
            </a:r>
            <a:r>
              <a:rPr lang="en-US" sz="1000" dirty="0">
                <a:solidFill>
                  <a:srgbClr val="69D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table comparing 5 dog breeds by size, energy, and friendliness"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0F969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" y="4178808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steps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BAD: </a:t>
            </a: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 my whole project"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4160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DB7C"/>
                </a:solidFill>
              </a:rPr>
              <a:t>GOOD: </a:t>
            </a:r>
            <a:r>
              <a:rPr lang="en-US" sz="1000" dirty="0">
                <a:solidFill>
                  <a:srgbClr val="69D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"First, help me brainstorm 5 topics. Then outline the one I pick."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🖥️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Time!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try a prompt together on each platform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Prompt: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3520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friendly science teacher. Explain how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rainbows form in exactly 4 steps. Use simple language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6th grader would understand."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Compare: Same Prompt, Different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responds differently — even to the exact same prompt!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solidFill>
            <a:srgbClr val="10A3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Tends to be detailed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conversational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adds follow-up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questions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Explains step-by-step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gives shorter,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structured answers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bullet points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formatting well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Integrates web 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more casual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creative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Sometimes adds humor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Gives unique perspectives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other AIs might avoid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Takeaway: No single AI is "the best" — they each have strengths. Try multiple!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Agents Can't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64008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up facts that sound real. Always double-check important information!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64008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Understanding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words — it doesn't truly "understand" like humans 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64008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871216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099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internet data, which can contain stereotypes and bias.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75304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64008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3712464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3648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Common Sense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9410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might miss obvious things a human would instantly notice.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AI is a tool, not a replacement for your own thinking!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AI Responsibly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0F969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AI as a learning helper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verify AI's answers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Give credit when using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Ask AI to explain HOW, not just give answers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Copy AI output as your own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Trust everything AI says blindly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Share personal info with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Use AI to cheat on tests or assignments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Classwork Time!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188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AI platform (ChatGPT, Gemini, or Grok)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E87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activities on your classwork sheet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51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each prompt and write down what the AI says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3832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— did different AIs give different answers?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114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reflection questions at the end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732020"/>
            <a:ext cx="8229600" cy="4114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7320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You have ~25 minutes. Ask your teacher if you need help!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F969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8712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Kahoot Time!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7D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what you learned about AI Agents!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devices ready!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61288"/>
            <a:ext cx="365760" cy="36576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= LLM + Tools + Memory + Planning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365760" cy="36576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Think → Act → Observe → Repeat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and Grok each have unique strengths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365760" cy="36576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= better results (be specific!)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538728"/>
            <a:ext cx="365760" cy="36576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AI output — it can hallucinate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133088"/>
            <a:ext cx="365760" cy="365760"/>
          </a:xfrm>
          <a:prstGeom prst="ellipse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 tool to help you learn, not to replace your thinking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0F96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job today! See you next class 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1098</Words>
  <Application>Microsoft Macintosh PowerPoint</Application>
  <PresentationFormat>On-screen Show (16:9)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AI Agents</dc:title>
  <dc:subject>PptxGenJS Presentation</dc:subject>
  <dc:creator>CS Class</dc:creator>
  <cp:lastModifiedBy>Sanskar - AI Engineer</cp:lastModifiedBy>
  <cp:revision>3</cp:revision>
  <dcterms:created xsi:type="dcterms:W3CDTF">2026-04-25T15:34:32Z</dcterms:created>
  <dcterms:modified xsi:type="dcterms:W3CDTF">2026-04-25T15:40:59Z</dcterms:modified>
</cp:coreProperties>
</file>