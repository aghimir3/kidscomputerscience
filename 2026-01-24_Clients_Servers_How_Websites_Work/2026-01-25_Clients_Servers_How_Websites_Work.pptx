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Clients, Servers &amp; How Websites Work!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05050"/>
                </a:solidFill>
              </a:defRPr>
            </a:pPr>
            <a:r>
              <a:t>The Journey Your Data Takes Online</a:t>
            </a:r>
            <a:br/>
            <a:br/>
            <a:r>
              <a:t>January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Quick Review: What We Learned Last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Let's remember our networking vocabulary!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IP Address - Your computer's home address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DNS - The internet's phone book (names to numbers)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Router - Traffic cop that directs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Gateway - The front door to the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Packets - Small pieces that data travels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Ping - "Hello? Are you there?"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Key Commands:</a:t>
            </a:r>
            <a:br/>
            <a:br/>
            <a:r>
              <a:t>ipconfig - See your network info</a:t>
            </a:r>
            <a:br/>
            <a:r>
              <a:t>ping - Test if a site responds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All of these work together every time you visit a website!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Clients vs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Think of it like a RESTAURANT!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CLIENT = The customer who ASKS for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SERVER = The waiter who SERVES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Your computer/phone/tablet is usually a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It asks for websites, videos, files...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A SERVER is a computer that answers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It sends back the website, video, or file you asked for!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CLIENT</a:t>
            </a:r>
            <a:br/>
            <a:r>
              <a:t>"I'd like the</a:t>
            </a:r>
            <a:br/>
            <a:r>
              <a:t>Google homepage</a:t>
            </a:r>
            <a:br/>
            <a:r>
              <a:t>please!"</a:t>
            </a:r>
            <a:br/>
            <a:br/>
            <a:r>
              <a:t>   request</a:t>
            </a:r>
            <a:br/>
            <a:r>
              <a:t>   ------&gt;</a:t>
            </a:r>
            <a:br/>
            <a:r>
              <a:t>   &lt;------</a:t>
            </a:r>
            <a:br/>
            <a:r>
              <a:t>   response</a:t>
            </a:r>
            <a:br/>
            <a:br/>
            <a:r>
              <a:t>SERVER</a:t>
            </a:r>
            <a:br/>
            <a:r>
              <a:t>"Here's the page!"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What is a Server?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It's a computer that's ALWAYS ready to help!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A server is just a computer - but with a special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It runs 24/7, waiting for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It stores websites, games, videos, emails...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One server can help THOUSANDS of clients at once!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Big companies have MILLIONS of servers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Server = Computer that SERVES</a:t>
            </a:r>
            <a:br/>
            <a:br/>
            <a:r>
              <a:t>Stores files</a:t>
            </a:r>
            <a:br/>
            <a:r>
              <a:t>Hosts websites</a:t>
            </a:r>
            <a:br/>
            <a:r>
              <a:t>Handles email</a:t>
            </a:r>
            <a:br/>
            <a:r>
              <a:t>Runs games</a:t>
            </a:r>
            <a:br/>
            <a:br/>
            <a:r>
              <a:t>Always on, always ready!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Google has over 2 MILLION servers around the world!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What is a Client?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That's YOU! (Well, your device...)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A client is any device that ASKS for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Your laptop, phone, tablet, gaming console =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Clients send REQUESTS to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Clients receive RESPONSES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Right now, your device is a client!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Common Clients:</a:t>
            </a:r>
            <a:br/>
            <a:br/>
            <a:r>
              <a:t>Laptops</a:t>
            </a:r>
            <a:br/>
            <a:r>
              <a:t>Phones</a:t>
            </a:r>
            <a:br/>
            <a:r>
              <a:t>Game consoles</a:t>
            </a:r>
            <a:br/>
            <a:r>
              <a:t>Smart TVs</a:t>
            </a:r>
            <a:br/>
            <a:r>
              <a:t>Smart speakers</a:t>
            </a:r>
            <a:br/>
            <a:br/>
            <a:r>
              <a:t>All asking servers for stuff!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Your phone makes hundreds of server requests every day without you even knowing!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The Journey: What Happens When You Visit google.com?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Let's follow your request step by step!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1: You type google.com in your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2: Your computer asks DNS "What's the IP?"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3: DNS replies: "142.250.80.46"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4: Your computer sends a request to that 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5: The request goes through your router/gateway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6: It travels across the internet to Google's server!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You --&gt; Router --&gt; Internet --&gt;</a:t>
            </a:r>
            <a:br/>
            <a:r>
              <a:t>--&gt; Google's Server</a:t>
            </a:r>
            <a:br/>
            <a:br/>
            <a:r>
              <a:t>Home --&gt; Door --&gt; Web --&gt;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The Journey: The Response Comes Back!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Google's server answers your request!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7: Google's server receives your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8: It finds the homepage you asked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9: It breaks the page into PACKETS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10: Packets travel back through the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11: Your computer receives all the packets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STEP 12: Your browser puts them together = You see Google!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Google's Server --&gt; Internet --&gt;</a:t>
            </a:r>
            <a:br/>
            <a:r>
              <a:t>--&gt; Router --&gt; You!</a:t>
            </a:r>
            <a:br/>
            <a:br/>
            <a:r>
              <a:t>Server --&gt; Web --&gt; Door --&gt; Home</a:t>
            </a:r>
            <a:br/>
            <a:br/>
            <a:r>
              <a:t>All in less than 1 second!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This whole journey happens in about 20-100 milliseconds!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HTTP and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It's like choosing POSTCARD vs SEALED ENVELOPE!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HTTP = HyperText Transfer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It's the LANGUAGE computers use to talk about websites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HTTPS = HTTP + S (S = Secure!)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HTTPS encrypts (scrambles) your data so no one can read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Look for the padlock icon in your browser!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Always use HTTPS for passwords and payments!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HTTP</a:t>
            </a:r>
            <a:br/>
            <a:r>
              <a:t>Like a postcard</a:t>
            </a:r>
            <a:br/>
            <a:r>
              <a:t>Anyone can read it</a:t>
            </a:r>
            <a:br/>
            <a:br/>
            <a:r>
              <a:t>vs</a:t>
            </a:r>
            <a:br/>
            <a:br/>
            <a:r>
              <a:t>HTTPS</a:t>
            </a:r>
            <a:br/>
            <a:r>
              <a:t>Like a locked box</a:t>
            </a:r>
            <a:br/>
            <a:r>
              <a:t>Only you and the</a:t>
            </a:r>
            <a:br/>
            <a:r>
              <a:t>server can read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The 'S' in HTTPS means your data is scrambled so hackers can't read it!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What is a Port?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Think of it like APARTMENT NUMBERS!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An IP address gets you to the building (computer)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A PORT gets you to the right apartment (service)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One server can run many services on different 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Port 80 = HTTP (websites)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Port 443 = HTTPS (secure websites)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Port 25 =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IP Address: 142.250.80.46</a:t>
            </a:r>
            <a:br/>
            <a:r>
              <a:t>= The Building</a:t>
            </a:r>
            <a:br/>
            <a:br/>
            <a:r>
              <a:t>Port: 443</a:t>
            </a:r>
            <a:br/>
            <a:r>
              <a:t>= Apartment Number</a:t>
            </a:r>
            <a:br/>
            <a:br/>
            <a:r>
              <a:t>Full Address:</a:t>
            </a:r>
            <a:br/>
            <a:r>
              <a:t>142.250.80.46:443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There are 65,535 possible ports - like a huge apartment building!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Common Port Numbers to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Each service has its favorite "apartment"!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Port 80 - HTTP (regular websites)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Port 443 - HTTPS (secure websites)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Port 22 - SSH (remote computer access)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Port 25 - SMTP (sending email)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Port 53 - DNS (domain name lookups)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Port 3389 - Remote Desktop (Windows)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When you visit:</a:t>
            </a:r>
            <a:br/>
            <a:r>
              <a:t>https://google.com</a:t>
            </a:r>
            <a:br/>
            <a:br/>
            <a:r>
              <a:t>Your browser secretly adds:</a:t>
            </a:r>
            <a:br/>
            <a:r>
              <a:t>https://google.com:443</a:t>
            </a:r>
            <a:br/>
            <a:br/>
            <a:r>
              <a:t>Port 443 is assumed</a:t>
            </a:r>
            <a:br/>
            <a:r>
              <a:t>for HTTPS!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You usually don't see port numbers because browsers add them automatically!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Understanding a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Every part has a meaning!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URL = Uniform Resource Locator (fancy name for web address)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https:// - The protocol (how to talk)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www - Subdomain (optional)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google - Domain name (the website)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.com - Top-level domain (type of site)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/search - Path (specific page)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https://www.google.com/search</a:t>
            </a:r>
            <a:br/>
            <a:br/>
            <a:r>
              <a:t>https:// = Protocol</a:t>
            </a:r>
            <a:br/>
            <a:r>
              <a:t>www = Subdomain</a:t>
            </a:r>
            <a:br/>
            <a:r>
              <a:t>google = Domain</a:t>
            </a:r>
            <a:br/>
            <a:r>
              <a:t>.com = TLD</a:t>
            </a:r>
            <a:br/>
            <a:r>
              <a:t>/search = Path</a:t>
            </a:r>
            <a:br/>
            <a:br/>
            <a:r>
              <a:t>Like a detailed address!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The tracert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Watch your data's journey hop by hop!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tracert = TRACE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Shows every stop your data makes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Each stop is called a 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You can see how long each hop takes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Great for finding where problems are!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Command Prompt:</a:t>
            </a:r>
            <a:br/>
            <a:br/>
            <a:r>
              <a:t>C:\&gt; tracert google.com</a:t>
            </a:r>
            <a:br/>
            <a:br/>
            <a:r>
              <a:t>1   2ms   Router</a:t>
            </a:r>
            <a:br/>
            <a:r>
              <a:t>2   5ms   ISP Server</a:t>
            </a:r>
            <a:br/>
            <a:r>
              <a:t>3  12ms   City Hub</a:t>
            </a:r>
            <a:br/>
            <a:r>
              <a:t>4  25ms   West Coast</a:t>
            </a:r>
            <a:br/>
            <a:r>
              <a:t>5  30ms   Google!</a:t>
            </a:r>
            <a:br/>
            <a:br/>
            <a:r>
              <a:t>Each line = one hop!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Your data might hop through 10-20 computers before reaching its destination!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Let's Try These Commands!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Hands-on time! Open Command Prompt!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ipconfig - See YOUR network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ping google.com - Test if Google is responding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tracert google.com - Watch the journey!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nslookup google.com - Ask DNS for the IP 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Try this:</a:t>
            </a:r>
            <a:br/>
            <a:br/>
            <a:r>
              <a:t>1. Press Windows + R</a:t>
            </a:r>
            <a:br/>
            <a:r>
              <a:t>2. Type: cmd</a:t>
            </a:r>
            <a:br/>
            <a:r>
              <a:t>3. Press Enter</a:t>
            </a:r>
            <a:br/>
            <a:r>
              <a:t>4. Type the commands!</a:t>
            </a:r>
            <a:br/>
            <a:br/>
            <a:r>
              <a:t>Challenge: How many</a:t>
            </a:r>
            <a:br/>
            <a:r>
              <a:t>hops to reach YouTube?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tracert might take 30 seconds to complete - be patient!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Putting It All Together!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Now you understand the full journey!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You (CLIENT) ask for a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DNS translates the name to an IP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Your request goes through your GATEWAY/ROUTER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It travels through the internet (many HOPS)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It arrives at the SERVER on the right 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The server sends back the page using HTTP/HTTPS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Your browser shows you the result!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The Complete Path:</a:t>
            </a:r>
            <a:br/>
            <a:br/>
            <a:r>
              <a:t>You</a:t>
            </a:r>
            <a:br/>
            <a:r>
              <a:t>  |</a:t>
            </a:r>
            <a:br/>
            <a:r>
              <a:t>DNS Lookup</a:t>
            </a:r>
            <a:br/>
            <a:r>
              <a:t>  |</a:t>
            </a:r>
            <a:br/>
            <a:r>
              <a:t>Gateway</a:t>
            </a:r>
            <a:br/>
            <a:r>
              <a:t>  |</a:t>
            </a:r>
            <a:br/>
            <a:r>
              <a:t>Internet Hops</a:t>
            </a:r>
            <a:br/>
            <a:r>
              <a:t>  |</a:t>
            </a:r>
            <a:br/>
            <a:r>
              <a:t>Server:443</a:t>
            </a:r>
            <a:br/>
            <a:r>
              <a:t>  |</a:t>
            </a:r>
            <a:br/>
            <a:r>
              <a:t>Website!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Today's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DC6400"/>
                </a:solidFill>
              </a:defRPr>
            </a:pPr>
            <a:r>
              <a:t>Remember these important ideas!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CLIENT = asks for things (your device)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SERVER = serves things (website computers)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HTTP/HTTPS = how they talk (HTTPS is secure!)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PORT = apartment number for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tracert = shows the journey of your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URL = the complete address with all the parts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6400"/>
                </a:solidFill>
              </a:defRPr>
            </a:pPr>
            <a:r>
              <a:t>New Commands:</a:t>
            </a:r>
            <a:br/>
            <a:br/>
            <a:r>
              <a:t>tracert - See the route</a:t>
            </a:r>
            <a:br/>
            <a:r>
              <a:t>nslookup - DNS lookup</a:t>
            </a:r>
            <a:br/>
            <a:br/>
            <a:r>
              <a:t>Key Ports:</a:t>
            </a:r>
            <a:br/>
            <a:r>
              <a:t>80 = HTTP</a:t>
            </a:r>
            <a:br/>
            <a:r>
              <a:t>443 = HTTPS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KAHOOT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05050"/>
                </a:solidFill>
              </a:defRPr>
            </a:pPr>
            <a:r>
              <a:t>Let's test what you learned today!</a:t>
            </a:r>
            <a:br/>
            <a:br/>
            <a:r>
              <a:t>Get your devices ready and join the game!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