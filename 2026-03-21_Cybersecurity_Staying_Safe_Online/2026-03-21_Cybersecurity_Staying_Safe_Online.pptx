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84648" y="731520"/>
            <a:ext cx="1828800" cy="18288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6000" b="1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9966960" cy="20116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 Semibold"/>
              </a:defRPr>
            </a:pPr>
            <a:r>
              <a:t>Cybersecurity &amp; Staying Safe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DD8E6"/>
                </a:solidFill>
                <a:latin typeface="Segoe UI"/>
              </a:defRPr>
            </a:pPr>
            <a:r>
              <a:t>Protecting Yourself in the Digital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DD8E6"/>
                </a:solidFill>
                <a:latin typeface="Segoe UI"/>
              </a:defRPr>
            </a:pPr>
            <a:r>
              <a:t>March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What is Cybersecurity?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12848"/>
            <a:ext cx="502920" cy="50292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042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Passwords: Your First Line of Defense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871215"/>
            <a:ext cx="502920" cy="50292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6265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Phishing: Don't Take the Bait!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29584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2102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Social Engineering: Tricks People Use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18795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793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Two-Factor Authentication (2FA)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Safe Browsing &amp; Digital Footprint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504688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5961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Activity: Can You Spot the Scam?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What is Cybersecurity?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Protecting computers, networks, and data from threats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Cybersecurity = Keeping your digital life safe from bad 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303520" cy="12801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Hackers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People who try to break into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5303520" cy="128016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971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Malware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74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Harmful software (viruses, ransomware)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303520" cy="128016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Scammers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People who trick you into giving up info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89120"/>
            <a:ext cx="5303520" cy="12801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526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Data Breaches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When companies lose your personal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035040"/>
            <a:ext cx="10725912" cy="594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1E3A5F"/>
                </a:solidFill>
                <a:latin typeface="Segoe UI"/>
              </a:defRPr>
            </a:pPr>
            <a:r>
              <a:t>Cybersecurity is everyone's job -- not just IT professionals!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Why Does This Matter to YOU?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645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Your Social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Someone could post as you, message your friends, or lock you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03520" cy="164592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Your Gaming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Hackers steal accounts with rare items and sell them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303520" cy="16459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Your Personal 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Name, school, address -- can be used for identity theft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66160"/>
            <a:ext cx="5303520" cy="16459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Your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Scammers target teens to get to parents' credit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32F2F"/>
                </a:solidFill>
                <a:latin typeface="Segoe UI"/>
              </a:defRPr>
            </a:pPr>
            <a:r>
              <a:t>This is not hypothetical -- it happens to teens every day!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Passwords: Your First Line of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9496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94960" cy="5943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BAD Passwords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71C1C"/>
                </a:solidFill>
                <a:latin typeface="Segoe UI"/>
              </a:defRPr>
            </a:pPr>
            <a:r>
              <a:t>  password123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71C1C"/>
                </a:solidFill>
                <a:latin typeface="Segoe UI"/>
              </a:defRPr>
            </a:pPr>
            <a:r>
              <a:t>  123456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71C1C"/>
                </a:solidFill>
                <a:latin typeface="Segoe UI"/>
              </a:defRPr>
            </a:pPr>
            <a:r>
              <a:t>  your birthday (01012010)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71C1C"/>
                </a:solidFill>
                <a:latin typeface="Segoe UI"/>
              </a:defRPr>
            </a:pPr>
            <a:r>
              <a:t>  your pet's name (fluffy)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71C1C"/>
                </a:solidFill>
                <a:latin typeface="Segoe UI"/>
              </a:defRPr>
            </a:pPr>
            <a:r>
              <a:t>  qwerty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71C1C"/>
                </a:solidFill>
                <a:latin typeface="Segoe UI"/>
              </a:defRPr>
            </a:pPr>
            <a:r>
              <a:t>  Same password for everything!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554480"/>
            <a:ext cx="539496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6792" y="1554480"/>
            <a:ext cx="5394960" cy="5943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GOOD Passwords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8E3C"/>
                </a:solidFill>
                <a:latin typeface="Segoe UI"/>
              </a:defRPr>
            </a:pPr>
            <a:r>
              <a:t>  Long: 12+ characters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8E3C"/>
                </a:solidFill>
                <a:latin typeface="Segoe UI"/>
              </a:defRPr>
            </a:pPr>
            <a:r>
              <a:t>  Mix: uppercase, lowercase,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8E3C"/>
                </a:solidFill>
                <a:latin typeface="Segoe UI"/>
              </a:defRPr>
            </a:pPr>
            <a:r>
              <a:t>  Add symbols: !@#$%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611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8E3C"/>
                </a:solidFill>
                <a:latin typeface="Segoe UI"/>
              </a:defRPr>
            </a:pPr>
            <a:r>
              <a:t>  Use a passphrase: PurpleTiger$Eats42Tacos!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8E3C"/>
                </a:solidFill>
                <a:latin typeface="Segoe UI"/>
              </a:defRPr>
            </a:pPr>
            <a:r>
              <a:t>  Different for each 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4434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8E3C"/>
                </a:solidFill>
                <a:latin typeface="Segoe UI"/>
              </a:defRPr>
            </a:pPr>
            <a:r>
              <a:t>  Use a password manager!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11274552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 strong password is like a strong lock on your front door!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How Fast Can Passwords Be Cracked?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93192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Password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347472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47472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Time to Crack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393192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6 numbers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194560"/>
            <a:ext cx="347472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123456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194560"/>
            <a:ext cx="3474720" cy="50292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Instantly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3931920" cy="50292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6 lowercase letters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88920"/>
            <a:ext cx="3474720" cy="50292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fluffy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474720" cy="50292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393192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8 mixed characters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383280"/>
            <a:ext cx="347472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Fluffy12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383280"/>
            <a:ext cx="3474720" cy="5029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8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3931920" cy="50292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12 mixed + symbols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77639"/>
            <a:ext cx="3474720" cy="50292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Fl!ffy_12cats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77639"/>
            <a:ext cx="3474720" cy="50292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200 years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393192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Passphrase (20+ chars)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572000"/>
            <a:ext cx="347472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424242"/>
                </a:solidFill>
                <a:latin typeface="Segoe UI"/>
              </a:defRPr>
            </a:pPr>
            <a:r>
              <a:t>MyDog$Ate42Pizzas!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572000"/>
            <a:ext cx="3474720" cy="50292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Millions of years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10725912" cy="10972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longer and more complex, the safer you are!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Pro tip: A passphrase you can remember beats a short random password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Phishing: Don't Take the Bait!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When attackers pretend to be someone you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9144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Phishing = Fake emails, texts, or websites designed to steal your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725912" cy="9144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Fake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"Your account has been compromised! Click here immediately to verify."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5912" cy="9144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Fake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0233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"You won a $500 gift card! Click this link to claim it now!"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725912" cy="9144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Fake 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1206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g00gle.com instead of google.com -- looks almost the same!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35040"/>
            <a:ext cx="10725912" cy="5943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Rule #1: If it seems too urgent or too good to be true, it probably is!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How to Spot a Phishing Attack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2801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🚩 Urgency / Fear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"Act NOW or your account will be deleted!"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03520" cy="128016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🚩 Spelling Mistakes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"Congradulations! You have ben selected..."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303520" cy="128016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🚩 Suspicious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Hover to check: amaz0n-secure-login.sketchy-site.com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08960"/>
            <a:ext cx="5303520" cy="12801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🚩 Asks for Passwords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No real company will ever ask for your password by email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5303520" cy="12801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🚩 Generic Greeting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"Dear Customer" instead of your actual 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63440"/>
            <a:ext cx="5303520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🚩 Too Good to Be 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257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"You won an iPhone!" -- Did you enter a contest?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217920"/>
            <a:ext cx="10725912" cy="45720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When in doubt, go directly to the website by typing the URL yourself!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Social Engineering: Tricks People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Hacking the human, not the computer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82296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Social Engineering = Manipulating people into giving up confidential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560320" cy="27432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Pretexting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Pretending to be someone</a:t>
            </a:r>
            <a:br/>
            <a:r>
              <a:t>they're not (IT support,</a:t>
            </a:r>
            <a:br/>
            <a:r>
              <a:t>a teacher, a friend)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743200"/>
            <a:ext cx="2560320" cy="27432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Baiting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66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Leaving a USB drive labeled</a:t>
            </a:r>
            <a:br/>
            <a:r>
              <a:t>"Employee Salaries" where</a:t>
            </a:r>
            <a:br/>
            <a:r>
              <a:t>someone will find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43200"/>
            <a:ext cx="2560320" cy="27432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Tailgating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Following someone through</a:t>
            </a:r>
            <a:br/>
            <a:r>
              <a:t>a locked door without</a:t>
            </a:r>
            <a:br/>
            <a:r>
              <a:t>scanning their own badge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743200"/>
            <a:ext cx="2560320" cy="2743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Quid Pro Quo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566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"I'll fix your computer</a:t>
            </a:r>
            <a:br/>
            <a:r>
              <a:t>if you give me your</a:t>
            </a:r>
            <a:br/>
            <a:r>
              <a:t>login credentials"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52160"/>
            <a:ext cx="10725912" cy="7315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best defense: THINK before you share any information!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Two-Factor Authentication (2FA)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Adding a second lock to your door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9496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94960" cy="5943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Without 2FA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Password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If someone gets your password...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32F2F"/>
                </a:solidFill>
                <a:latin typeface="Segoe UI"/>
              </a:defRPr>
            </a:pPr>
            <a:r>
              <a:t>They have FULL access to your account!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554480"/>
            <a:ext cx="539496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36792" y="1554480"/>
            <a:ext cx="5394960" cy="5943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With 2FA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Password + verification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If someone gets your password...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E3C"/>
                </a:solidFill>
                <a:latin typeface="Segoe UI"/>
              </a:defRPr>
            </a:pPr>
            <a:r>
              <a:t>They STILL can't get in without your phone!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Segoe UI"/>
              </a:defRPr>
            </a:pPr>
            <a:r>
              <a:t>Common Types of 2FA: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3474720" cy="10972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Text Message (SMS)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 code sent to your phone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663440"/>
            <a:ext cx="3474720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Authenticator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Google/Microsoft Authenticator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663440"/>
            <a:ext cx="3474720" cy="10972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Biometrics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Fingerprint or Face 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035040"/>
            <a:ext cx="10725912" cy="5943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Turn on 2FA for your email, social media, and gaming accounts TODAY!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Safe Browsing &amp; Your Digital Footprint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5943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Safe Browsing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Look for HTTPS (the S = Secure)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Check the padlock icon in the address 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Don't download from unknown 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Keep your browser and OS updated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Use private/incognito for sensitive searches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Don't click pop-ups that say 'You have a virus!'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554480"/>
            <a:ext cx="548640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1554480"/>
            <a:ext cx="548640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Your Digital Footprint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Everything you post online stays forever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788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Colleges &amp; employers check social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Photos contain hidden location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611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Think before you post: Would you show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  to your grandma? Your future boss?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434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  Your online reputation IS your reputation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1274552" cy="6858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internet never forgets. Be intentional about what you share!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Real-World Data Breaches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These actually happened!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164592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Yahoo (2013)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 BILLION accounts exposed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Passwords, emails, security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303520" cy="16459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Fortnite (2019)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Millions of player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Hackers could buy V-Bucks with your card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303520" cy="164592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T-Mobile (2023)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37 million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Names, addresses, phone numbers leaked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566160"/>
            <a:ext cx="5303520" cy="16459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23andMe (2023)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6.9 million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DNA data and family info exposed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10725912" cy="8229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This is why unique passwords and 2FA matter -- breaches WILL happen!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AI &amp; Cybersecurity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AI is changing both the attacks AND the defenses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9496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94960" cy="5943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AI-Powered Attacks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71C1C"/>
                </a:solidFill>
                <a:latin typeface="Segoe UI"/>
              </a:defRPr>
            </a:pPr>
            <a:r>
              <a:t>  Deepfakes: AI-generated fake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06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71C1C"/>
                </a:solidFill>
                <a:latin typeface="Segoe UI"/>
              </a:defRPr>
            </a:pPr>
            <a:r>
              <a:t>    of real people (celebrities, politicians)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71C1C"/>
                </a:solidFill>
                <a:latin typeface="Segoe UI"/>
              </a:defRPr>
            </a:pPr>
            <a:r>
              <a:t>  AI Phishing: ChatGPT can write perfect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570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71C1C"/>
                </a:solidFill>
                <a:latin typeface="Segoe UI"/>
              </a:defRPr>
            </a:pPr>
            <a:r>
              <a:t>    scam emails with no spelling mistakes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502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71C1C"/>
                </a:solidFill>
                <a:latin typeface="Segoe UI"/>
              </a:defRPr>
            </a:pPr>
            <a:r>
              <a:t>  Voice Cloning: AI can copy someone's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71C1C"/>
                </a:solidFill>
                <a:latin typeface="Segoe UI"/>
              </a:defRPr>
            </a:pPr>
            <a:r>
              <a:t>    voice from a short audio 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365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71C1C"/>
                </a:solidFill>
                <a:latin typeface="Segoe UI"/>
              </a:defRPr>
            </a:pPr>
            <a:r>
              <a:t>  AI Password Cracking: AI makes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9783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71C1C"/>
                </a:solidFill>
                <a:latin typeface="Segoe UI"/>
              </a:defRPr>
            </a:pPr>
            <a:r>
              <a:t>    guessing passwords even faster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1554480"/>
            <a:ext cx="539496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6792" y="1554480"/>
            <a:ext cx="5394960" cy="5943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AI-Powered Defenses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8E3C"/>
                </a:solidFill>
                <a:latin typeface="Segoe UI"/>
              </a:defRPr>
            </a:pPr>
            <a:r>
              <a:t>  Spam Filters: AI detects phishing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7706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8E3C"/>
                </a:solidFill>
                <a:latin typeface="Segoe UI"/>
              </a:defRPr>
            </a:pPr>
            <a:r>
              <a:t>    emails before they reach your inbox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1638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8E3C"/>
                </a:solidFill>
                <a:latin typeface="Segoe UI"/>
              </a:defRPr>
            </a:pPr>
            <a:r>
              <a:t>  Threat Detection: AI monitors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5570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8E3C"/>
                </a:solidFill>
                <a:latin typeface="Segoe UI"/>
              </a:defRPr>
            </a:pPr>
            <a:r>
              <a:t>    for suspicious activity 24/7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9502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8E3C"/>
                </a:solidFill>
                <a:latin typeface="Segoe UI"/>
              </a:defRPr>
            </a:pPr>
            <a:r>
              <a:t>  Fraud Alerts: Banks use AI to 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8E3C"/>
                </a:solidFill>
                <a:latin typeface="Segoe UI"/>
              </a:defRPr>
            </a:pPr>
            <a:r>
              <a:t>    unusual transactions on your 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7365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8E3C"/>
                </a:solidFill>
                <a:latin typeface="Segoe UI"/>
              </a:defRPr>
            </a:pPr>
            <a:r>
              <a:t>  CAPTCHA: AI tells bots apart from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5129783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8E3C"/>
                </a:solidFill>
                <a:latin typeface="Segoe UI"/>
              </a:defRPr>
            </a:pPr>
            <a:r>
              <a:t>    humans to protect websites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943600"/>
            <a:ext cx="11274552" cy="6858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 is a tool -- it can be used for good OR bad. Knowing cybersecurity helps you stay ahead!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Deepfakes &amp; AI Scams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When you can't trust your own eyes and 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8229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Deepfake = AI-generated video or audio that looks and sounds like a real person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725912" cy="9144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Fake Celebrity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346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AI creates videos of famous people saying things they never said -- used to spread misinformation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725912" cy="9144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Voice Clone Scams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9319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Scammers clone a family member's voice from social media and call saying 'I need money!'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725912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AI-Written 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0292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AI writes phishing emails with perfect grammar and personalized details -- harder to spot!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35040"/>
            <a:ext cx="10725912" cy="5943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Defense: Verify through a different channel! Call the person directly. Check multiple sources.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How to Protect Yourself: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Use strong, unique passwords for every account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31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Turn on Two-Factor Authentication (2FA) everywhere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Never click suspicious links -- type URLs yourself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86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Think before you share personal info online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Keep your software and apps updated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394960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440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When in doubt, ask a trusted adult!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76D2"/>
                </a:solidFill>
                <a:latin typeface="Segoe UI"/>
              </a:defRPr>
            </a:pPr>
            <a:r>
              <a:t>You are now a Cybersecurity-Aware Digital Citizen!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Activity: Can You Spot the Scam?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0152" cy="10972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Time to put your skills to the test!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Look at sample emails, texts, and websites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977640"/>
            <a:ext cx="457200" cy="4572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Decide: Is it REAL or a SCAM?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709160"/>
            <a:ext cx="457200" cy="4572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Identify the red flags that gave it away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5440680"/>
            <a:ext cx="457200" cy="45720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Create your own strong password using a passphrase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Cybersecurity protects your data, accounts, and identity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58568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042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Strong passwords: long, unique, use a passphrase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540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Phishing tricks you with urgency and fake trust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58184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039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Social engineering hacks people, not computers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507992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2FA adds a second layer of protection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257799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03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Your digital footprint follows you forever -- post wisely!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Segoe UI"/>
              </a:defRPr>
            </a:pPr>
            <a:r>
              <a:t>Great job today! Time for Kahoot!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Ask away before we start the Kahoot!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